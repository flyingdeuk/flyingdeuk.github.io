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978" r:id="rId1"/>
  </p:sldMasterIdLst>
  <p:notesMasterIdLst>
    <p:notesMasterId r:id="rId48"/>
  </p:notesMasterIdLst>
  <p:sldIdLst>
    <p:sldId id="292" r:id="rId2"/>
    <p:sldId id="345" r:id="rId3"/>
    <p:sldId id="349" r:id="rId4"/>
    <p:sldId id="367" r:id="rId5"/>
    <p:sldId id="346" r:id="rId6"/>
    <p:sldId id="350" r:id="rId7"/>
    <p:sldId id="347" r:id="rId8"/>
    <p:sldId id="351" r:id="rId9"/>
    <p:sldId id="348" r:id="rId10"/>
    <p:sldId id="282" r:id="rId11"/>
    <p:sldId id="333" r:id="rId12"/>
    <p:sldId id="257" r:id="rId13"/>
    <p:sldId id="258" r:id="rId14"/>
    <p:sldId id="259" r:id="rId15"/>
    <p:sldId id="260" r:id="rId16"/>
    <p:sldId id="267" r:id="rId17"/>
    <p:sldId id="268" r:id="rId18"/>
    <p:sldId id="355" r:id="rId19"/>
    <p:sldId id="356" r:id="rId20"/>
    <p:sldId id="273" r:id="rId21"/>
    <p:sldId id="274" r:id="rId22"/>
    <p:sldId id="275" r:id="rId23"/>
    <p:sldId id="276" r:id="rId24"/>
    <p:sldId id="279" r:id="rId25"/>
    <p:sldId id="280" r:id="rId26"/>
    <p:sldId id="340" r:id="rId27"/>
    <p:sldId id="341" r:id="rId28"/>
    <p:sldId id="422" r:id="rId29"/>
    <p:sldId id="385" r:id="rId30"/>
    <p:sldId id="365" r:id="rId31"/>
    <p:sldId id="366" r:id="rId32"/>
    <p:sldId id="423" r:id="rId33"/>
    <p:sldId id="384" r:id="rId34"/>
    <p:sldId id="283" r:id="rId35"/>
    <p:sldId id="286" r:id="rId36"/>
    <p:sldId id="428" r:id="rId37"/>
    <p:sldId id="288" r:id="rId38"/>
    <p:sldId id="289" r:id="rId39"/>
    <p:sldId id="290" r:id="rId40"/>
    <p:sldId id="424" r:id="rId41"/>
    <p:sldId id="302" r:id="rId42"/>
    <p:sldId id="303" r:id="rId43"/>
    <p:sldId id="426" r:id="rId44"/>
    <p:sldId id="427" r:id="rId45"/>
    <p:sldId id="430" r:id="rId46"/>
    <p:sldId id="281" r:id="rId47"/>
  </p:sldIdLst>
  <p:sldSz cx="2328863" cy="5572125"/>
  <p:notesSz cx="6858000" cy="9144000"/>
  <p:embeddedFontLst>
    <p:embeddedFont>
      <p:font typeface="Cambria Math" panose="02040503050406030204" pitchFamily="18" charset="0"/>
      <p:regular r:id="rId49"/>
    </p:embeddedFont>
    <p:embeddedFont>
      <p:font typeface="Century Gothic" panose="020B0502020202020204" pitchFamily="34" charset="0"/>
      <p:regular r:id="rId50"/>
      <p:bold r:id="rId51"/>
      <p:italic r:id="rId52"/>
      <p:boldItalic r:id="rId53"/>
    </p:embeddedFont>
    <p:embeddedFont>
      <p:font typeface="Helvetica Neue" panose="02000503000000020004" pitchFamily="2" charset="0"/>
      <p:regular r:id="rId54"/>
      <p:bold r:id="rId55"/>
      <p:italic r:id="rId56"/>
      <p:boldItalic r:id="rId57"/>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755" userDrawn="1">
          <p15:clr>
            <a:srgbClr val="A4A3A4"/>
          </p15:clr>
        </p15:guide>
        <p15:guide id="2" pos="733" userDrawn="1">
          <p15:clr>
            <a:srgbClr val="A4A3A4"/>
          </p15:clr>
        </p15:guide>
      </p15:sldGuideLst>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174" roundtripDataSignature="AMtx7mhbwbpmZl6Umln1q/ckcX3dt/NVNw=="/>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28943"/>
    <a:srgbClr val="AA47F5"/>
    <a:srgbClr val="FCFCF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A521BE36-7E6F-4EC9-8D66-1CF97A6895EC}">
  <a:tblStyle styleId="{A521BE36-7E6F-4EC9-8D66-1CF97A6895EC}" styleName="Table_0">
    <a:wholeTbl>
      <a:tcTxStyle b="off" i="off">
        <a:font>
          <a:latin typeface="Calibri"/>
          <a:ea typeface="Calibri"/>
          <a:cs typeface="Calibr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8EBF5"/>
          </a:solidFill>
        </a:fill>
      </a:tcStyle>
    </a:wholeTbl>
    <a:band1H>
      <a:tcTxStyle/>
      <a:tcStyle>
        <a:tcBdr/>
        <a:fill>
          <a:solidFill>
            <a:srgbClr val="CDD4EA"/>
          </a:solidFill>
        </a:fill>
      </a:tcStyle>
    </a:band1H>
    <a:band2H>
      <a:tcTxStyle/>
      <a:tcStyle>
        <a:tcBdr/>
      </a:tcStyle>
    </a:band2H>
    <a:band1V>
      <a:tcTxStyle/>
      <a:tcStyle>
        <a:tcBdr/>
        <a:fill>
          <a:solidFill>
            <a:srgbClr val="CDD4EA"/>
          </a:solidFill>
        </a:fill>
      </a:tcStyle>
    </a:band1V>
    <a:band2V>
      <a:tcTxStyle/>
      <a:tcStyle>
        <a:tcBdr/>
      </a:tcStyle>
    </a:band2V>
    <a:lastCol>
      <a:tcTxStyle b="on" i="off">
        <a:font>
          <a:latin typeface="Calibri"/>
          <a:ea typeface="Calibri"/>
          <a:cs typeface="Calibri"/>
        </a:font>
        <a:schemeClr val="lt1"/>
      </a:tcTxStyle>
      <a:tcStyle>
        <a:tcBdr/>
        <a:fill>
          <a:solidFill>
            <a:schemeClr val="accent1"/>
          </a:solidFill>
        </a:fill>
      </a:tcStyle>
    </a:lastCol>
    <a:firstCol>
      <a:tcTxStyle b="on" i="off">
        <a:font>
          <a:latin typeface="Calibri"/>
          <a:ea typeface="Calibri"/>
          <a:cs typeface="Calibri"/>
        </a:font>
        <a:schemeClr val="lt1"/>
      </a:tcTxStyle>
      <a:tcStyle>
        <a:tcBdr/>
        <a:fill>
          <a:solidFill>
            <a:schemeClr val="accent1"/>
          </a:solidFill>
        </a:fill>
      </a:tcStyle>
    </a:firstCol>
    <a:lastRow>
      <a:tcTxStyle b="on" i="off">
        <a:font>
          <a:latin typeface="Calibri"/>
          <a:ea typeface="Calibri"/>
          <a:cs typeface="Calibr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Calibri"/>
          <a:ea typeface="Calibri"/>
          <a:cs typeface="Calibr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 styleId="{3C2FFA5D-87B4-456A-9821-1D502468CF0F}" styleName="테마 스타일 1 - 강조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스타일 없음, 눈금 없음">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284E427A-3D55-4303-BF80-6455036E1DE7}" styleName="테마 스타일 1 - 강조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9C7853C-536D-4A76-A0AE-DD22124D55A5}" styleName="테마 스타일 1 - 강조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775DCB02-9BB8-47FD-8907-85C794F793BA}" styleName="테마 스타일 1 - 강조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9D7B26C5-4107-4FEC-AEDC-1716B250A1EF}" styleName="밝은 스타일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2833802-FEF1-4C79-8D5D-14CF1EAF98D9}" styleName="밝은 스타일 2 - 강조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9749"/>
    <p:restoredTop sz="94607"/>
  </p:normalViewPr>
  <p:slideViewPr>
    <p:cSldViewPr snapToGrid="0" showGuides="1">
      <p:cViewPr varScale="1">
        <p:scale>
          <a:sx n="182" d="100"/>
          <a:sy n="182" d="100"/>
        </p:scale>
        <p:origin x="5064" y="176"/>
      </p:cViewPr>
      <p:guideLst>
        <p:guide orient="horz" pos="1755"/>
        <p:guide pos="733"/>
      </p:guideLst>
    </p:cSldViewPr>
  </p:slideViewPr>
  <p:notesTextViewPr>
    <p:cViewPr>
      <p:scale>
        <a:sx n="1" d="1"/>
        <a:sy n="1" d="1"/>
      </p:scale>
      <p:origin x="0" y="0"/>
    </p:cViewPr>
  </p:notesTextViewPr>
  <p:sorterViewPr>
    <p:cViewPr>
      <p:scale>
        <a:sx n="60" d="100"/>
        <a:sy n="60" d="100"/>
      </p:scale>
      <p:origin x="0" y="0"/>
    </p:cViewPr>
  </p:sorter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font" Target="fonts/font2.fntdata"/><Relationship Id="rId55" Type="http://schemas.openxmlformats.org/officeDocument/2006/relationships/font" Target="fonts/font7.fntdata"/><Relationship Id="rId175"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font" Target="fonts/font5.fntdata"/><Relationship Id="rId178" Type="http://schemas.openxmlformats.org/officeDocument/2006/relationships/tableStyles" Target="tableStyles.xml"/><Relationship Id="rId5" Type="http://schemas.openxmlformats.org/officeDocument/2006/relationships/slide" Target="slides/slide4.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notesMaster" Target="notesMasters/notesMaster1.xml"/><Relationship Id="rId56" Type="http://schemas.openxmlformats.org/officeDocument/2006/relationships/font" Target="fonts/font8.fntdata"/><Relationship Id="rId8" Type="http://schemas.openxmlformats.org/officeDocument/2006/relationships/slide" Target="slides/slide7.xml"/><Relationship Id="rId51" Type="http://schemas.openxmlformats.org/officeDocument/2006/relationships/font" Target="fonts/font3.fntdata"/><Relationship Id="rId176"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font" Target="fonts/font6.fntdata"/><Relationship Id="rId174" Type="http://customschemas.google.com/relationships/presentationmetadata" Target="metadata"/><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font" Target="fonts/font1.fntdata"/><Relationship Id="rId57" Type="http://schemas.openxmlformats.org/officeDocument/2006/relationships/font" Target="fonts/font9.fntdata"/><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font" Target="fonts/font4.fntdata"/><Relationship Id="rId177"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altLang="ko-KR" dirty="0"/>
              <a:t>Kneeboard</a:t>
            </a:r>
          </a:p>
          <a:p>
            <a:pPr marL="0" lvl="0" indent="0" algn="l" rtl="0">
              <a:spcBef>
                <a:spcPts val="0"/>
              </a:spcBef>
              <a:spcAft>
                <a:spcPts val="0"/>
              </a:spcAft>
              <a:buNone/>
            </a:pP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7264141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err="1"/>
              <a:t>Dometic</a:t>
            </a: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466131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Domestic PA</a:t>
            </a:r>
            <a:endParaRPr dirty="0"/>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7317372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4092272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8520380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487379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126707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6982691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678923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0095887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2869774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
        <p:cNvGrpSpPr/>
        <p:nvPr/>
      </p:nvGrpSpPr>
      <p:grpSpPr>
        <a:xfrm>
          <a:off x="0" y="0"/>
          <a:ext cx="0" cy="0"/>
          <a:chOff x="0" y="0"/>
          <a:chExt cx="0" cy="0"/>
        </a:xfrm>
      </p:grpSpPr>
      <p:sp>
        <p:nvSpPr>
          <p:cNvPr id="94" name="Google Shape;94;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5" name="Google Shape;95;p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p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2" name="Google Shape;152;p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p1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1" name="Google Shape;231;p1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9"/>
        <p:cNvGrpSpPr/>
        <p:nvPr/>
      </p:nvGrpSpPr>
      <p:grpSpPr>
        <a:xfrm>
          <a:off x="0" y="0"/>
          <a:ext cx="0" cy="0"/>
          <a:chOff x="0" y="0"/>
          <a:chExt cx="0" cy="0"/>
        </a:xfrm>
      </p:grpSpPr>
      <p:sp>
        <p:nvSpPr>
          <p:cNvPr id="240" name="Google Shape;240;p1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41" name="Google Shape;241;p1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591934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1820320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p1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7" name="Google Shape;297;p19: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p:cNvGrpSpPr/>
        <p:nvPr/>
      </p:nvGrpSpPr>
      <p:grpSpPr>
        <a:xfrm>
          <a:off x="0" y="0"/>
          <a:ext cx="0" cy="0"/>
          <a:chOff x="0" y="0"/>
          <a:chExt cx="0" cy="0"/>
        </a:xfrm>
      </p:grpSpPr>
      <p:sp>
        <p:nvSpPr>
          <p:cNvPr id="305" name="Google Shape;305;p2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p:cNvGrpSpPr/>
        <p:nvPr/>
      </p:nvGrpSpPr>
      <p:grpSpPr>
        <a:xfrm>
          <a:off x="0" y="0"/>
          <a:ext cx="0" cy="0"/>
          <a:chOff x="0" y="0"/>
          <a:chExt cx="0" cy="0"/>
        </a:xfrm>
      </p:grpSpPr>
      <p:sp>
        <p:nvSpPr>
          <p:cNvPr id="314" name="Google Shape;314;p2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p:cNvGrpSpPr/>
        <p:nvPr/>
      </p:nvGrpSpPr>
      <p:grpSpPr>
        <a:xfrm>
          <a:off x="0" y="0"/>
          <a:ext cx="0" cy="0"/>
          <a:chOff x="0" y="0"/>
          <a:chExt cx="0" cy="0"/>
        </a:xfrm>
      </p:grpSpPr>
      <p:sp>
        <p:nvSpPr>
          <p:cNvPr id="341" name="Google Shape;341;p2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p2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p:cNvGrpSpPr/>
        <p:nvPr/>
      </p:nvGrpSpPr>
      <p:grpSpPr>
        <a:xfrm>
          <a:off x="0" y="0"/>
          <a:ext cx="0" cy="0"/>
          <a:chOff x="0" y="0"/>
          <a:chExt cx="0" cy="0"/>
        </a:xfrm>
      </p:grpSpPr>
      <p:sp>
        <p:nvSpPr>
          <p:cNvPr id="350" name="Google Shape;350;p2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110465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952628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kumimoji="1" lang="ko-Kore-KR" altLang="en-US" dirty="0"/>
          </a:p>
        </p:txBody>
      </p:sp>
      <p:sp>
        <p:nvSpPr>
          <p:cNvPr id="4" name="슬라이드 번호 개체 틀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28</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41074691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6377673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7963361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163048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01195189"/>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13315279-8C29-024D-4A81-AEF1EF432607}"/>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793F5A28-AAB8-6E5A-9808-D4940C829DB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4A8C7E7C-9B5E-0CD5-E474-564FAACE201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9408701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p:cNvGrpSpPr/>
        <p:nvPr/>
      </p:nvGrpSpPr>
      <p:grpSpPr>
        <a:xfrm>
          <a:off x="0" y="0"/>
          <a:ext cx="0" cy="0"/>
          <a:chOff x="0" y="0"/>
          <a:chExt cx="0" cy="0"/>
        </a:xfrm>
      </p:grpSpPr>
      <p:sp>
        <p:nvSpPr>
          <p:cNvPr id="411" name="Google Shape;411;p3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2" name="Google Shape;412;p3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p:cNvGrpSpPr/>
        <p:nvPr/>
      </p:nvGrpSpPr>
      <p:grpSpPr>
        <a:xfrm>
          <a:off x="0" y="0"/>
          <a:ext cx="0" cy="0"/>
          <a:chOff x="0" y="0"/>
          <a:chExt cx="0" cy="0"/>
        </a:xfrm>
      </p:grpSpPr>
      <p:sp>
        <p:nvSpPr>
          <p:cNvPr id="417" name="Google Shape;417;p3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p:cNvGrpSpPr/>
        <p:nvPr/>
      </p:nvGrpSpPr>
      <p:grpSpPr>
        <a:xfrm>
          <a:off x="0" y="0"/>
          <a:ext cx="0" cy="0"/>
          <a:chOff x="0" y="0"/>
          <a:chExt cx="0" cy="0"/>
        </a:xfrm>
      </p:grpSpPr>
      <p:sp>
        <p:nvSpPr>
          <p:cNvPr id="427" name="Google Shape;427;p3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a:extLst>
            <a:ext uri="{FF2B5EF4-FFF2-40B4-BE49-F238E27FC236}">
              <a16:creationId xmlns:a16="http://schemas.microsoft.com/office/drawing/2014/main" id="{B0633215-9475-5E5A-E5F6-5C8B42322BCD}"/>
            </a:ext>
          </a:extLst>
        </p:cNvPr>
        <p:cNvGrpSpPr/>
        <p:nvPr/>
      </p:nvGrpSpPr>
      <p:grpSpPr>
        <a:xfrm>
          <a:off x="0" y="0"/>
          <a:ext cx="0" cy="0"/>
          <a:chOff x="0" y="0"/>
          <a:chExt cx="0" cy="0"/>
        </a:xfrm>
      </p:grpSpPr>
      <p:sp>
        <p:nvSpPr>
          <p:cNvPr id="417" name="Google Shape;417;p34:notes">
            <a:extLst>
              <a:ext uri="{FF2B5EF4-FFF2-40B4-BE49-F238E27FC236}">
                <a16:creationId xmlns:a16="http://schemas.microsoft.com/office/drawing/2014/main" id="{065A1C4F-930B-E622-60E5-598B0DE9A64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a:extLst>
              <a:ext uri="{FF2B5EF4-FFF2-40B4-BE49-F238E27FC236}">
                <a16:creationId xmlns:a16="http://schemas.microsoft.com/office/drawing/2014/main" id="{5E918B6A-0126-21A5-43ED-AC9E74291BD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298820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0812614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414290"/>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D9B9AB15-AFA2-F7AE-AB89-FCAEE78180CC}"/>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734E2ADB-6A39-9CBC-E4E1-18BAE5B4FB1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0BCED07-41ED-4A54-AF5E-411795BA347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96568167"/>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ED4CC4D0-4F5A-BE17-32D0-F29D839B2B1A}"/>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5D12BE3-A4A4-77B9-E0D6-4EF909AE993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4F21E88D-F490-C3F1-A372-10857F60FEB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09373877"/>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07C1FBFE-E083-5D9A-2F7F-4F4450FB3872}"/>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6A6B525-73C3-DC8E-472D-62503859065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6A1E9E0-5A3E-5EBA-BAD8-801BDFB7039B}"/>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09322627"/>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p2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61" name="Google Shape;361;p2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2" name="Google Shape;362;p2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46</a:t>
            </a:fld>
            <a:endParaRPr/>
          </a:p>
        </p:txBody>
      </p:sp>
    </p:spTree>
    <p:extLst>
      <p:ext uri="{BB962C8B-B14F-4D97-AF65-F5344CB8AC3E}">
        <p14:creationId xmlns:p14="http://schemas.microsoft.com/office/powerpoint/2010/main" val="24022024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Title 1"/>
          <p:cNvSpPr>
            <a:spLocks noGrp="1"/>
          </p:cNvSpPr>
          <p:nvPr>
            <p:ph type="ctrTitle"/>
          </p:nvPr>
        </p:nvSpPr>
        <p:spPr>
          <a:xfrm>
            <a:off x="208669" y="484266"/>
            <a:ext cx="1912832" cy="2611360"/>
          </a:xfrm>
        </p:spPr>
        <p:txBody>
          <a:bodyPr anchor="b">
            <a:normAutofit/>
          </a:bodyPr>
          <a:lstStyle>
            <a:lvl1pPr algn="ctr">
              <a:defRPr sz="1019">
                <a:effectLst>
                  <a:glow rad="38100">
                    <a:schemeClr val="bg1">
                      <a:lumMod val="65000"/>
                      <a:lumOff val="35000"/>
                      <a:alpha val="50000"/>
                    </a:schemeClr>
                  </a:glow>
                  <a:outerShdw blurRad="28575" dist="31750" dir="13200000" algn="tl" rotWithShape="0">
                    <a:srgbClr val="000000">
                      <a:alpha val="25000"/>
                    </a:srgbClr>
                  </a:outerShdw>
                </a:effectLst>
              </a:defRPr>
            </a:lvl1pPr>
          </a:lstStyle>
          <a:p>
            <a:r>
              <a:rPr lang="ko-KR" altLang="en-US"/>
              <a:t>마스터 제목 스타일 편집</a:t>
            </a:r>
            <a:endParaRPr lang="en-US" dirty="0"/>
          </a:p>
        </p:txBody>
      </p:sp>
      <p:sp>
        <p:nvSpPr>
          <p:cNvPr id="3" name="Subtitle 2"/>
          <p:cNvSpPr>
            <a:spLocks noGrp="1"/>
          </p:cNvSpPr>
          <p:nvPr>
            <p:ph type="subTitle" idx="1"/>
          </p:nvPr>
        </p:nvSpPr>
        <p:spPr>
          <a:xfrm>
            <a:off x="208669" y="3157538"/>
            <a:ext cx="1912832" cy="1803025"/>
          </a:xfrm>
        </p:spPr>
        <p:txBody>
          <a:bodyPr anchor="t">
            <a:normAutofit/>
          </a:bodyPr>
          <a:lstStyle>
            <a:lvl1pPr marL="0" indent="0" algn="ctr">
              <a:buNone/>
              <a:defRPr sz="458">
                <a:gradFill flip="none" rotWithShape="1">
                  <a:gsLst>
                    <a:gs pos="0">
                      <a:schemeClr val="tx1"/>
                    </a:gs>
                    <a:gs pos="100000">
                      <a:schemeClr val="tx1">
                        <a:lumMod val="75000"/>
                      </a:schemeClr>
                    </a:gs>
                  </a:gsLst>
                  <a:lin ang="0" scaled="1"/>
                  <a:tileRect/>
                </a:gradFill>
              </a:defRPr>
            </a:lvl1pPr>
            <a:lvl2pPr marL="116449" indent="0" algn="ctr">
              <a:buNone/>
              <a:defRPr>
                <a:solidFill>
                  <a:schemeClr val="tx1">
                    <a:tint val="75000"/>
                  </a:schemeClr>
                </a:solidFill>
              </a:defRPr>
            </a:lvl2pPr>
            <a:lvl3pPr marL="232898" indent="0" algn="ctr">
              <a:buNone/>
              <a:defRPr>
                <a:solidFill>
                  <a:schemeClr val="tx1">
                    <a:tint val="75000"/>
                  </a:schemeClr>
                </a:solidFill>
              </a:defRPr>
            </a:lvl3pPr>
            <a:lvl4pPr marL="349347" indent="0" algn="ctr">
              <a:buNone/>
              <a:defRPr>
                <a:solidFill>
                  <a:schemeClr val="tx1">
                    <a:tint val="75000"/>
                  </a:schemeClr>
                </a:solidFill>
              </a:defRPr>
            </a:lvl4pPr>
            <a:lvl5pPr marL="465795" indent="0" algn="ctr">
              <a:buNone/>
              <a:defRPr>
                <a:solidFill>
                  <a:schemeClr val="tx1">
                    <a:tint val="75000"/>
                  </a:schemeClr>
                </a:solidFill>
              </a:defRPr>
            </a:lvl5pPr>
            <a:lvl6pPr marL="582244" indent="0" algn="ctr">
              <a:buNone/>
              <a:defRPr>
                <a:solidFill>
                  <a:schemeClr val="tx1">
                    <a:tint val="75000"/>
                  </a:schemeClr>
                </a:solidFill>
              </a:defRPr>
            </a:lvl6pPr>
            <a:lvl7pPr marL="698693" indent="0" algn="ctr">
              <a:buNone/>
              <a:defRPr>
                <a:solidFill>
                  <a:schemeClr val="tx1">
                    <a:tint val="75000"/>
                  </a:schemeClr>
                </a:solidFill>
              </a:defRPr>
            </a:lvl7pPr>
            <a:lvl8pPr marL="815142" indent="0" algn="ctr">
              <a:buNone/>
              <a:defRPr>
                <a:solidFill>
                  <a:schemeClr val="tx1">
                    <a:tint val="75000"/>
                  </a:schemeClr>
                </a:solidFill>
              </a:defRPr>
            </a:lvl8pPr>
            <a:lvl9pPr marL="931591" indent="0" algn="ctr">
              <a:buNone/>
              <a:defRPr>
                <a:solidFill>
                  <a:schemeClr val="tx1">
                    <a:tint val="75000"/>
                  </a:schemeClr>
                </a:solidFill>
              </a:defRPr>
            </a:lvl9pPr>
          </a:lstStyle>
          <a:p>
            <a:r>
              <a:rPr lang="ko-KR" altLang="en-US"/>
              <a:t>클릭하여 마스터 부제목 스타일 편집</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20110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idx="1"/>
          </p:nvPr>
        </p:nvSpPr>
        <p:spPr/>
        <p:txBody>
          <a:bodyPr anchor="ct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41309219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Title 1"/>
          <p:cNvSpPr>
            <a:spLocks noGrp="1"/>
          </p:cNvSpPr>
          <p:nvPr>
            <p:ph type="title"/>
          </p:nvPr>
        </p:nvSpPr>
        <p:spPr>
          <a:xfrm>
            <a:off x="208669" y="2657443"/>
            <a:ext cx="1912832" cy="1481435"/>
          </a:xfrm>
        </p:spPr>
        <p:txBody>
          <a:bodyPr anchor="b">
            <a:normAutofit/>
          </a:bodyPr>
          <a:lstStyle>
            <a:lvl1pPr algn="r">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669" y="4146846"/>
            <a:ext cx="1912832" cy="811078"/>
          </a:xfrm>
        </p:spPr>
        <p:txBody>
          <a:bodyPr anchor="t">
            <a:normAutofit/>
          </a:bodyPr>
          <a:lstStyle>
            <a:lvl1pPr marL="0" indent="0" algn="r">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879269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sz="half" idx="1"/>
          </p:nvPr>
        </p:nvSpPr>
        <p:spPr>
          <a:xfrm>
            <a:off x="208423" y="1674480"/>
            <a:ext cx="938542"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Content Placeholder 3"/>
          <p:cNvSpPr>
            <a:spLocks noGrp="1"/>
          </p:cNvSpPr>
          <p:nvPr>
            <p:ph sz="half" idx="2"/>
          </p:nvPr>
        </p:nvSpPr>
        <p:spPr>
          <a:xfrm>
            <a:off x="1181898" y="1674479"/>
            <a:ext cx="939603"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5669615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ko-KR" altLang="en-US"/>
              <a:t>마스터 제목 스타일 편집</a:t>
            </a:r>
            <a:endParaRPr lang="en-US" dirty="0"/>
          </a:p>
        </p:txBody>
      </p:sp>
      <p:sp>
        <p:nvSpPr>
          <p:cNvPr id="3" name="Text Placeholder 2"/>
          <p:cNvSpPr>
            <a:spLocks noGrp="1"/>
          </p:cNvSpPr>
          <p:nvPr>
            <p:ph type="body" idx="1"/>
          </p:nvPr>
        </p:nvSpPr>
        <p:spPr>
          <a:xfrm>
            <a:off x="281763" y="1674480"/>
            <a:ext cx="865202" cy="59604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4" name="Content Placeholder 3"/>
          <p:cNvSpPr>
            <a:spLocks noGrp="1"/>
          </p:cNvSpPr>
          <p:nvPr>
            <p:ph sz="half" idx="2"/>
          </p:nvPr>
        </p:nvSpPr>
        <p:spPr>
          <a:xfrm>
            <a:off x="208423" y="2263647"/>
            <a:ext cx="938542"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Text Placeholder 4"/>
          <p:cNvSpPr>
            <a:spLocks noGrp="1"/>
          </p:cNvSpPr>
          <p:nvPr>
            <p:ph type="body" sz="quarter" idx="3"/>
          </p:nvPr>
        </p:nvSpPr>
        <p:spPr>
          <a:xfrm>
            <a:off x="1250554" y="1674480"/>
            <a:ext cx="870947" cy="58916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6" name="Content Placeholder 5"/>
          <p:cNvSpPr>
            <a:spLocks noGrp="1"/>
          </p:cNvSpPr>
          <p:nvPr>
            <p:ph sz="quarter" idx="4"/>
          </p:nvPr>
        </p:nvSpPr>
        <p:spPr>
          <a:xfrm>
            <a:off x="1178991" y="2263647"/>
            <a:ext cx="942731"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7" name="Date Placeholder 6"/>
          <p:cNvSpPr>
            <a:spLocks noGrp="1"/>
          </p:cNvSpPr>
          <p:nvPr>
            <p:ph type="dt" sz="half" idx="10"/>
          </p:nvPr>
        </p:nvSpPr>
        <p:spPr/>
        <p:txBody>
          <a:bodyPr/>
          <a:lstStyle/>
          <a:p>
            <a:endParaRPr lang="ko-Kore-KR" altLang="en-US"/>
          </a:p>
        </p:txBody>
      </p:sp>
      <p:sp>
        <p:nvSpPr>
          <p:cNvPr id="8" name="Footer Placeholder 7"/>
          <p:cNvSpPr>
            <a:spLocks noGrp="1"/>
          </p:cNvSpPr>
          <p:nvPr>
            <p:ph type="ftr" sz="quarter" idx="11"/>
          </p:nvPr>
        </p:nvSpPr>
        <p:spPr/>
        <p:txBody>
          <a:bodyPr/>
          <a:lstStyle/>
          <a:p>
            <a:endParaRPr lang="ko-Kore-KR" altLang="en-US"/>
          </a:p>
        </p:txBody>
      </p:sp>
      <p:sp>
        <p:nvSpPr>
          <p:cNvPr id="9" name="Slide Number Placeholder 8"/>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221939177"/>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662"/>
            </a:lvl1pPr>
          </a:lstStyle>
          <a:p>
            <a:r>
              <a:rPr lang="ko-KR" altLang="en-US"/>
              <a:t>마스터 제목 스타일 편집</a:t>
            </a:r>
            <a:endParaRPr lang="en-US" dirty="0"/>
          </a:p>
        </p:txBody>
      </p:sp>
      <p:sp>
        <p:nvSpPr>
          <p:cNvPr id="3" name="Date Placeholder 2"/>
          <p:cNvSpPr>
            <a:spLocks noGrp="1"/>
          </p:cNvSpPr>
          <p:nvPr>
            <p:ph type="dt" sz="half" idx="10"/>
          </p:nvPr>
        </p:nvSpPr>
        <p:spPr/>
        <p:txBody>
          <a:bodyPr/>
          <a:lstStyle/>
          <a:p>
            <a:endParaRPr lang="ko-Kore-KR" altLang="en-US"/>
          </a:p>
        </p:txBody>
      </p:sp>
      <p:sp>
        <p:nvSpPr>
          <p:cNvPr id="4" name="Footer Placeholder 3"/>
          <p:cNvSpPr>
            <a:spLocks noGrp="1"/>
          </p:cNvSpPr>
          <p:nvPr>
            <p:ph type="ftr" sz="quarter" idx="11"/>
          </p:nvPr>
        </p:nvSpPr>
        <p:spPr/>
        <p:txBody>
          <a:bodyPr/>
          <a:lstStyle/>
          <a:p>
            <a:endParaRPr lang="ko-Kore-KR" altLang="en-US"/>
          </a:p>
        </p:txBody>
      </p:sp>
      <p:sp>
        <p:nvSpPr>
          <p:cNvPr id="5" name="Slide Number Placeholder 4"/>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3313221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ko-Kore-KR" altLang="en-US"/>
          </a:p>
        </p:txBody>
      </p:sp>
      <p:sp>
        <p:nvSpPr>
          <p:cNvPr id="3" name="Footer Placeholder 2"/>
          <p:cNvSpPr>
            <a:spLocks noGrp="1"/>
          </p:cNvSpPr>
          <p:nvPr>
            <p:ph type="ftr" sz="quarter" idx="11"/>
          </p:nvPr>
        </p:nvSpPr>
        <p:spPr/>
        <p:txBody>
          <a:bodyPr/>
          <a:lstStyle/>
          <a:p>
            <a:endParaRPr lang="ko-Kore-KR" altLang="en-US"/>
          </a:p>
        </p:txBody>
      </p:sp>
      <p:sp>
        <p:nvSpPr>
          <p:cNvPr id="4" name="Slide Number Placeholder 3"/>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7136888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Title 1"/>
          <p:cNvSpPr>
            <a:spLocks noGrp="1"/>
          </p:cNvSpPr>
          <p:nvPr>
            <p:ph type="title"/>
          </p:nvPr>
        </p:nvSpPr>
        <p:spPr>
          <a:xfrm>
            <a:off x="208423" y="1425879"/>
            <a:ext cx="695176" cy="1114425"/>
          </a:xfrm>
        </p:spPr>
        <p:txBody>
          <a:bodyPr anchor="b">
            <a:normAutofit/>
          </a:bodyPr>
          <a:lstStyle>
            <a:lvl1pPr algn="l">
              <a:defRPr sz="560" b="0"/>
            </a:lvl1pPr>
          </a:lstStyle>
          <a:p>
            <a:r>
              <a:rPr lang="ko-KR" altLang="en-US"/>
              <a:t>마스터 제목 스타일 편집</a:t>
            </a:r>
            <a:endParaRPr lang="en-US" dirty="0"/>
          </a:p>
        </p:txBody>
      </p:sp>
      <p:sp>
        <p:nvSpPr>
          <p:cNvPr id="3" name="Content Placeholder 2"/>
          <p:cNvSpPr>
            <a:spLocks noGrp="1"/>
          </p:cNvSpPr>
          <p:nvPr>
            <p:ph idx="1"/>
          </p:nvPr>
        </p:nvSpPr>
        <p:spPr>
          <a:xfrm>
            <a:off x="975162" y="484265"/>
            <a:ext cx="1146340" cy="4473658"/>
          </a:xfrm>
        </p:spPr>
        <p:txBody>
          <a:bodyPr anchor="ctr">
            <a:normAutofit/>
          </a:bodyPr>
          <a:lstStyle>
            <a:lvl1pPr>
              <a:defRPr sz="458"/>
            </a:lvl1pPr>
            <a:lvl2pPr>
              <a:defRPr sz="408"/>
            </a:lvl2pPr>
            <a:lvl3pPr>
              <a:defRPr sz="357"/>
            </a:lvl3pPr>
            <a:lvl4pPr>
              <a:defRPr sz="306"/>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Text Placeholder 3"/>
          <p:cNvSpPr>
            <a:spLocks noGrp="1"/>
          </p:cNvSpPr>
          <p:nvPr>
            <p:ph type="body" sz="half" idx="2"/>
          </p:nvPr>
        </p:nvSpPr>
        <p:spPr>
          <a:xfrm>
            <a:off x="208423" y="2540304"/>
            <a:ext cx="695176"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9281613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Title 1"/>
          <p:cNvSpPr>
            <a:spLocks noGrp="1"/>
          </p:cNvSpPr>
          <p:nvPr>
            <p:ph type="title"/>
          </p:nvPr>
        </p:nvSpPr>
        <p:spPr>
          <a:xfrm>
            <a:off x="208423" y="1542344"/>
            <a:ext cx="1126688" cy="1114425"/>
          </a:xfrm>
        </p:spPr>
        <p:txBody>
          <a:bodyPr anchor="b">
            <a:normAutofit/>
          </a:bodyPr>
          <a:lstStyle>
            <a:lvl1pPr algn="l">
              <a:defRPr sz="611" b="0"/>
            </a:lvl1pPr>
          </a:lstStyle>
          <a:p>
            <a:r>
              <a:rPr lang="ko-KR" altLang="en-US"/>
              <a:t>마스터 제목 스타일 편집</a:t>
            </a:r>
            <a:endParaRPr lang="en-US" dirty="0"/>
          </a:p>
        </p:txBody>
      </p:sp>
      <p:sp>
        <p:nvSpPr>
          <p:cNvPr id="14" name="Picture Placeholder 2"/>
          <p:cNvSpPr>
            <a:spLocks noGrp="1" noChangeAspect="1"/>
          </p:cNvSpPr>
          <p:nvPr>
            <p:ph type="pic" idx="1"/>
          </p:nvPr>
        </p:nvSpPr>
        <p:spPr>
          <a:xfrm>
            <a:off x="1404714" y="-14859"/>
            <a:ext cx="636735" cy="5609273"/>
          </a:xfrm>
          <a:ln w="38100">
            <a:gradFill flip="none" rotWithShape="1">
              <a:gsLst>
                <a:gs pos="0">
                  <a:schemeClr val="bg2"/>
                </a:gs>
                <a:gs pos="100000">
                  <a:schemeClr val="bg2">
                    <a:lumMod val="75000"/>
                  </a:schemeClr>
                </a:gs>
              </a:gsLst>
              <a:lin ang="5400000" scaled="0"/>
              <a:tileRect/>
            </a:gradFill>
          </a:ln>
          <a:effectLst>
            <a:innerShdw blurRad="57150" dist="38100" dir="1080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08161" y="2656769"/>
            <a:ext cx="1126688"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a:xfrm>
            <a:off x="1152117" y="5022342"/>
            <a:ext cx="182994" cy="296664"/>
          </a:xfrm>
        </p:spPr>
        <p:txBody>
          <a:bodyPr/>
          <a:lstStyle/>
          <a:p>
            <a:endParaRPr lang="ko-Kore-KR" altLang="en-US"/>
          </a:p>
        </p:txBody>
      </p:sp>
      <p:sp>
        <p:nvSpPr>
          <p:cNvPr id="6" name="Footer Placeholder 5"/>
          <p:cNvSpPr>
            <a:spLocks noGrp="1"/>
          </p:cNvSpPr>
          <p:nvPr>
            <p:ph type="ftr" sz="quarter" idx="11"/>
          </p:nvPr>
        </p:nvSpPr>
        <p:spPr>
          <a:xfrm>
            <a:off x="208423" y="5022342"/>
            <a:ext cx="943694" cy="296664"/>
          </a:xfrm>
        </p:spPr>
        <p:txBody>
          <a:bodyPr/>
          <a:lstStyle/>
          <a:p>
            <a:endParaRPr lang="ko-Kore-KR" altLang="en-US"/>
          </a:p>
        </p:txBody>
      </p:sp>
      <p:sp>
        <p:nvSpPr>
          <p:cNvPr id="7" name="Slide Number Placeholder 6"/>
          <p:cNvSpPr>
            <a:spLocks noGrp="1"/>
          </p:cNvSpPr>
          <p:nvPr>
            <p:ph type="sldNum" sz="quarter" idx="12"/>
          </p:nvPr>
        </p:nvSpPr>
        <p:spPr>
          <a:xfrm>
            <a:off x="2043680" y="5022342"/>
            <a:ext cx="77727" cy="267516"/>
          </a:xfrm>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24703266"/>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캡션 있는 파노라마 그림">
    <p:spTree>
      <p:nvGrpSpPr>
        <p:cNvPr id="1" name=""/>
        <p:cNvGrpSpPr/>
        <p:nvPr/>
      </p:nvGrpSpPr>
      <p:grpSpPr>
        <a:xfrm>
          <a:off x="0" y="0"/>
          <a:ext cx="0" cy="0"/>
          <a:chOff x="0" y="0"/>
          <a:chExt cx="0" cy="0"/>
        </a:xfrm>
      </p:grpSpPr>
      <p:sp>
        <p:nvSpPr>
          <p:cNvPr id="2" name="Title 1"/>
          <p:cNvSpPr>
            <a:spLocks noGrp="1"/>
          </p:cNvSpPr>
          <p:nvPr>
            <p:ph type="title"/>
          </p:nvPr>
        </p:nvSpPr>
        <p:spPr>
          <a:xfrm>
            <a:off x="233721" y="3556707"/>
            <a:ext cx="1888001" cy="737348"/>
          </a:xfrm>
        </p:spPr>
        <p:txBody>
          <a:bodyPr anchor="b">
            <a:normAutofit/>
          </a:bodyPr>
          <a:lstStyle>
            <a:lvl1pPr algn="l">
              <a:defRPr sz="509" b="0"/>
            </a:lvl1pPr>
          </a:lstStyle>
          <a:p>
            <a:r>
              <a:rPr lang="ko-KR" altLang="en-US"/>
              <a:t>마스터 제목 스타일 편집</a:t>
            </a:r>
            <a:endParaRPr lang="en-US" dirty="0"/>
          </a:p>
        </p:txBody>
      </p:sp>
      <p:sp>
        <p:nvSpPr>
          <p:cNvPr id="3" name="Picture Placeholder 2"/>
          <p:cNvSpPr>
            <a:spLocks noGrp="1" noChangeAspect="1"/>
          </p:cNvSpPr>
          <p:nvPr>
            <p:ph type="pic" idx="1"/>
          </p:nvPr>
        </p:nvSpPr>
        <p:spPr>
          <a:xfrm>
            <a:off x="233721" y="809403"/>
            <a:ext cx="1859583" cy="2422165"/>
          </a:xfrm>
          <a:prstGeom prst="roundRect">
            <a:avLst>
              <a:gd name="adj" fmla="val 43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33721" y="4294055"/>
            <a:ext cx="1888001" cy="663869"/>
          </a:xfrm>
        </p:spPr>
        <p:txBody>
          <a:bodyPr>
            <a:normAutofit/>
          </a:bodyPr>
          <a:lstStyle>
            <a:lvl1pPr marL="0" indent="0">
              <a:buNone/>
              <a:defRPr sz="357"/>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a:xfrm>
            <a:off x="233721" y="5022342"/>
            <a:ext cx="1359338" cy="296664"/>
          </a:xfrm>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660638895"/>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제목 및 캡션">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549448"/>
          </a:xfrm>
        </p:spPr>
        <p:txBody>
          <a:bodyPr anchor="ctr">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423" y="3529013"/>
            <a:ext cx="1913079" cy="1428911"/>
          </a:xfrm>
        </p:spPr>
        <p:txBody>
          <a:bodyPr anchor="ctr">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6353272"/>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캡션 있는 인용문">
    <p:spTree>
      <p:nvGrpSpPr>
        <p:cNvPr id="1" name=""/>
        <p:cNvGrpSpPr/>
        <p:nvPr/>
      </p:nvGrpSpPr>
      <p:grpSpPr>
        <a:xfrm>
          <a:off x="0" y="0"/>
          <a:ext cx="0" cy="0"/>
          <a:chOff x="0" y="0"/>
          <a:chExt cx="0" cy="0"/>
        </a:xfrm>
      </p:grpSpPr>
      <p:sp>
        <p:nvSpPr>
          <p:cNvPr id="14" name="TextBox 13"/>
          <p:cNvSpPr txBox="1"/>
          <p:nvPr/>
        </p:nvSpPr>
        <p:spPr>
          <a:xfrm>
            <a:off x="148692" y="69897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5" name="TextBox 14"/>
          <p:cNvSpPr txBox="1"/>
          <p:nvPr/>
        </p:nvSpPr>
        <p:spPr>
          <a:xfrm>
            <a:off x="2009185" y="242606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473314"/>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319999" y="2966117"/>
            <a:ext cx="1688866" cy="309563"/>
          </a:xfrm>
        </p:spPr>
        <p:txBody>
          <a:bodyPr anchor="ctr">
            <a:normAutofit/>
          </a:bodyPr>
          <a:lstStyle>
            <a:lvl1pPr marL="0" indent="0">
              <a:buFontTx/>
              <a:buNone/>
              <a:defRPr sz="357"/>
            </a:lvl1pPr>
            <a:lvl2pPr marL="116449" indent="0">
              <a:buFontTx/>
              <a:buNone/>
              <a:defRPr/>
            </a:lvl2pPr>
            <a:lvl3pPr marL="232898" indent="0">
              <a:buFontTx/>
              <a:buNone/>
              <a:defRPr/>
            </a:lvl3pPr>
            <a:lvl4pPr marL="349347" indent="0">
              <a:buFontTx/>
              <a:buNone/>
              <a:defRPr/>
            </a:lvl4pPr>
            <a:lvl5pPr marL="465795" indent="0">
              <a:buFontTx/>
              <a:buNone/>
              <a:defRPr/>
            </a:lvl5pPr>
          </a:lstStyle>
          <a:p>
            <a:pPr lvl="0"/>
            <a:r>
              <a:rPr lang="ko-KR" altLang="en-US"/>
              <a:t>마스터 텍스트 스타일을 편집하려면 클릭</a:t>
            </a:r>
          </a:p>
        </p:txBody>
      </p:sp>
      <p:sp>
        <p:nvSpPr>
          <p:cNvPr id="3" name="Text Placeholder 2"/>
          <p:cNvSpPr>
            <a:spLocks noGrp="1"/>
          </p:cNvSpPr>
          <p:nvPr>
            <p:ph type="body" idx="1"/>
          </p:nvPr>
        </p:nvSpPr>
        <p:spPr>
          <a:xfrm>
            <a:off x="208423" y="3770980"/>
            <a:ext cx="1913079" cy="1176338"/>
          </a:xfrm>
        </p:spPr>
        <p:txBody>
          <a:bodyPr anchor="ctr">
            <a:normAutofit/>
          </a:bodyPr>
          <a:lstStyle>
            <a:lvl1pPr marL="0" indent="0" algn="l">
              <a:buNone/>
              <a:defRPr sz="458">
                <a:gradFill flip="none" rotWithShape="1">
                  <a:gsLst>
                    <a:gs pos="0">
                      <a:schemeClr val="tx1"/>
                    </a:gs>
                    <a:gs pos="100000">
                      <a:schemeClr val="tx1">
                        <a:lumMod val="75000"/>
                      </a:schemeClr>
                    </a:gs>
                  </a:gsLst>
                  <a:lin ang="0" scaled="1"/>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765680243"/>
      </p:ext>
    </p:extLst>
  </p:cSld>
  <p:clrMapOvr>
    <a:masterClrMapping/>
  </p:clrMapOvr>
  <p:hf sldNum="0"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명함">
    <p:spTree>
      <p:nvGrpSpPr>
        <p:cNvPr id="1" name=""/>
        <p:cNvGrpSpPr/>
        <p:nvPr/>
      </p:nvGrpSpPr>
      <p:grpSpPr>
        <a:xfrm>
          <a:off x="0" y="0"/>
          <a:ext cx="0" cy="0"/>
          <a:chOff x="0" y="0"/>
          <a:chExt cx="0" cy="0"/>
        </a:xfrm>
      </p:grpSpPr>
      <p:sp>
        <p:nvSpPr>
          <p:cNvPr id="2" name="Title 1"/>
          <p:cNvSpPr>
            <a:spLocks noGrp="1"/>
          </p:cNvSpPr>
          <p:nvPr>
            <p:ph type="title"/>
          </p:nvPr>
        </p:nvSpPr>
        <p:spPr>
          <a:xfrm>
            <a:off x="208423" y="2927897"/>
            <a:ext cx="1913299" cy="1193400"/>
          </a:xfrm>
        </p:spPr>
        <p:txBody>
          <a:bodyPr anchor="b">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9103" y="4121298"/>
            <a:ext cx="1913299" cy="836626"/>
          </a:xfrm>
        </p:spPr>
        <p:txBody>
          <a:bodyPr anchor="t">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068214305"/>
      </p:ext>
    </p:extLst>
  </p:cSld>
  <p:clrMapOvr>
    <a:masterClrMapping/>
  </p:clrMapOvr>
  <p:hf sldNum="0"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인용문 있는 명함">
    <p:spTree>
      <p:nvGrpSpPr>
        <p:cNvPr id="1" name=""/>
        <p:cNvGrpSpPr/>
        <p:nvPr/>
      </p:nvGrpSpPr>
      <p:grpSpPr>
        <a:xfrm>
          <a:off x="0" y="0"/>
          <a:ext cx="0" cy="0"/>
          <a:chOff x="0" y="0"/>
          <a:chExt cx="0" cy="0"/>
        </a:xfrm>
      </p:grpSpPr>
      <p:sp>
        <p:nvSpPr>
          <p:cNvPr id="13" name="TextBox 12"/>
          <p:cNvSpPr txBox="1"/>
          <p:nvPr/>
        </p:nvSpPr>
        <p:spPr>
          <a:xfrm>
            <a:off x="148692" y="61250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6" name="TextBox 15"/>
          <p:cNvSpPr txBox="1"/>
          <p:nvPr/>
        </p:nvSpPr>
        <p:spPr>
          <a:xfrm>
            <a:off x="2008863" y="233959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311050"/>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208423" y="3157538"/>
            <a:ext cx="1913299" cy="856100"/>
          </a:xfrm>
        </p:spPr>
        <p:txBody>
          <a:bodyPr vert="horz" lIns="91440" tIns="45720" rIns="91440" bIns="45720" rtlCol="0" anchor="b">
            <a:normAutofit/>
          </a:bodyPr>
          <a:lstStyle>
            <a:lvl1pPr>
              <a:buNone/>
              <a:defRPr lang="en-US" sz="509" b="0" cap="all" dirty="0">
                <a:ln w="3175" cmpd="sng">
                  <a:noFill/>
                </a:ln>
                <a:gradFill flip="none" rotWithShape="1">
                  <a:gsLst>
                    <a:gs pos="0">
                      <a:schemeClr val="tx1"/>
                    </a:gs>
                    <a:gs pos="100000">
                      <a:schemeClr val="tx1">
                        <a:lumMod val="75000"/>
                      </a:schemeClr>
                    </a:gs>
                  </a:gsLst>
                  <a:lin ang="0" scaled="1"/>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4013638"/>
            <a:ext cx="1913299" cy="944286"/>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928643334"/>
      </p:ext>
    </p:extLst>
  </p:cSld>
  <p:clrMapOvr>
    <a:masterClrMapping/>
  </p:clrMapOvr>
  <p:hf sldNum="0"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참 또는 거짓">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239886"/>
          </a:xfrm>
        </p:spPr>
        <p:txBody>
          <a:bodyPr vert="horz" lIns="91440" tIns="45720" rIns="91440" bIns="45720" rtlCol="0" anchor="ctr">
            <a:normAutofit/>
          </a:bodyPr>
          <a:lstStyle>
            <a:lvl1pPr>
              <a:defRPr lang="en-US" sz="713" b="0" dirty="0"/>
            </a:lvl1pPr>
          </a:lstStyle>
          <a:p>
            <a:pPr marL="0" lvl="0"/>
            <a:r>
              <a:rPr lang="ko-KR" altLang="en-US"/>
              <a:t>마스터 제목 스타일 편집</a:t>
            </a:r>
            <a:endParaRPr lang="en-US" dirty="0"/>
          </a:p>
        </p:txBody>
      </p:sp>
      <p:sp>
        <p:nvSpPr>
          <p:cNvPr id="10" name="Text Placeholder 9"/>
          <p:cNvSpPr>
            <a:spLocks noGrp="1"/>
          </p:cNvSpPr>
          <p:nvPr>
            <p:ph type="body" sz="quarter" idx="13"/>
          </p:nvPr>
        </p:nvSpPr>
        <p:spPr>
          <a:xfrm>
            <a:off x="208423" y="2992390"/>
            <a:ext cx="1913079" cy="852542"/>
          </a:xfrm>
        </p:spPr>
        <p:txBody>
          <a:bodyPr vert="horz" lIns="91440" tIns="45720" rIns="91440" bIns="45720" rtlCol="0" anchor="b">
            <a:normAutofit/>
          </a:bodyPr>
          <a:lstStyle>
            <a:lvl1pPr>
              <a:buNone/>
              <a:defRPr lang="en-US" sz="611" b="0" cap="all" dirty="0">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3844932"/>
            <a:ext cx="1913078" cy="1112992"/>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704035948"/>
      </p:ext>
    </p:extLst>
  </p:cSld>
  <p:clrMapOvr>
    <a:masterClrMapping/>
  </p:clrMapOvr>
  <p:hf sldNum="0"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7" name="Title 1"/>
          <p:cNvSpPr>
            <a:spLocks noGrp="1"/>
          </p:cNvSpPr>
          <p:nvPr>
            <p:ph type="title"/>
          </p:nvPr>
        </p:nvSpPr>
        <p:spPr>
          <a:xfrm>
            <a:off x="208423" y="484265"/>
            <a:ext cx="1913079" cy="1066390"/>
          </a:xfrm>
        </p:spPr>
        <p:txBody>
          <a:bodyPr/>
          <a:lstStyle/>
          <a:p>
            <a:r>
              <a:rPr lang="ko-KR" altLang="en-US"/>
              <a:t>마스터 제목 스타일 편집</a:t>
            </a:r>
            <a:endParaRPr lang="en-US" dirty="0"/>
          </a:p>
        </p:txBody>
      </p:sp>
      <p:sp>
        <p:nvSpPr>
          <p:cNvPr id="3" name="Vertical Text Placeholder 2"/>
          <p:cNvSpPr>
            <a:spLocks noGrp="1"/>
          </p:cNvSpPr>
          <p:nvPr>
            <p:ph type="body" orient="vert" idx="1"/>
          </p:nvPr>
        </p:nvSpPr>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22963681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668638" y="484265"/>
            <a:ext cx="452863" cy="4473659"/>
          </a:xfrm>
        </p:spPr>
        <p:txBody>
          <a:bodyPr vert="eaVert"/>
          <a:lstStyle/>
          <a:p>
            <a:r>
              <a:rPr lang="ko-KR" altLang="en-US"/>
              <a:t>마스터 제목 스타일 편집</a:t>
            </a:r>
            <a:endParaRPr lang="en-US" dirty="0"/>
          </a:p>
        </p:txBody>
      </p:sp>
      <p:sp>
        <p:nvSpPr>
          <p:cNvPr id="3" name="Vertical Text Placeholder 2"/>
          <p:cNvSpPr>
            <a:spLocks noGrp="1"/>
          </p:cNvSpPr>
          <p:nvPr>
            <p:ph type="body" orient="vert" idx="1"/>
          </p:nvPr>
        </p:nvSpPr>
        <p:spPr>
          <a:xfrm>
            <a:off x="208423" y="484265"/>
            <a:ext cx="1432398" cy="4473659"/>
          </a:xfrm>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6757344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08423" y="484265"/>
            <a:ext cx="1913079" cy="1066390"/>
          </a:xfrm>
          <a:prstGeom prst="rect">
            <a:avLst/>
          </a:prstGeom>
        </p:spPr>
        <p:txBody>
          <a:bodyPr vert="horz" lIns="91440" tIns="45720" rIns="91440" bIns="45720" rtlCol="0" anchor="ctr">
            <a:normAutofit/>
          </a:bodyPr>
          <a:lstStyle/>
          <a:p>
            <a:r>
              <a:rPr lang="ko-KR" altLang="en-US"/>
              <a:t>마스터 제목 스타일 편집</a:t>
            </a:r>
            <a:endParaRPr lang="en-US" dirty="0"/>
          </a:p>
        </p:txBody>
      </p:sp>
      <p:sp>
        <p:nvSpPr>
          <p:cNvPr id="3" name="Text Placeholder 2"/>
          <p:cNvSpPr>
            <a:spLocks noGrp="1"/>
          </p:cNvSpPr>
          <p:nvPr>
            <p:ph type="body" idx="1"/>
          </p:nvPr>
        </p:nvSpPr>
        <p:spPr>
          <a:xfrm>
            <a:off x="208423" y="1674480"/>
            <a:ext cx="1913078" cy="3283444"/>
          </a:xfrm>
          <a:prstGeom prst="rect">
            <a:avLst/>
          </a:prstGeom>
        </p:spPr>
        <p:txBody>
          <a:bodyPr vert="horz" lIns="91440" tIns="45720" rIns="91440" bIns="45720" rtlCol="0" anchor="ctr">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2"/>
          </p:nvPr>
        </p:nvSpPr>
        <p:spPr>
          <a:xfrm>
            <a:off x="1668639" y="5019837"/>
            <a:ext cx="327901"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5" name="Footer Placeholder 4"/>
          <p:cNvSpPr>
            <a:spLocks noGrp="1"/>
          </p:cNvSpPr>
          <p:nvPr>
            <p:ph type="ftr" sz="quarter" idx="3"/>
          </p:nvPr>
        </p:nvSpPr>
        <p:spPr>
          <a:xfrm>
            <a:off x="208423" y="5019837"/>
            <a:ext cx="1432398" cy="296664"/>
          </a:xfrm>
          <a:prstGeom prst="rect">
            <a:avLst/>
          </a:prstGeom>
        </p:spPr>
        <p:txBody>
          <a:bodyPr vert="horz" lIns="91440" tIns="45720" rIns="91440" bIns="45720" rtlCol="0" anchor="ctr"/>
          <a:lstStyle>
            <a:lvl1pPr algn="l">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6" name="Slide Number Placeholder 5"/>
          <p:cNvSpPr>
            <a:spLocks noGrp="1"/>
          </p:cNvSpPr>
          <p:nvPr>
            <p:ph type="sldNum" sz="quarter" idx="4"/>
          </p:nvPr>
        </p:nvSpPr>
        <p:spPr>
          <a:xfrm>
            <a:off x="2016413" y="5019837"/>
            <a:ext cx="105309"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40670511"/>
      </p:ext>
    </p:extLst>
  </p:cSld>
  <p:clrMap bg1="dk1" tx1="lt1" bg2="dk2" tx2="lt2" accent1="accent1" accent2="accent2" accent3="accent3" accent4="accent4" accent5="accent5" accent6="accent6" hlink="hlink" folHlink="folHlink"/>
  <p:sldLayoutIdLst>
    <p:sldLayoutId id="2147483979" r:id="rId1"/>
    <p:sldLayoutId id="2147483980" r:id="rId2"/>
    <p:sldLayoutId id="2147483981" r:id="rId3"/>
    <p:sldLayoutId id="2147483982" r:id="rId4"/>
    <p:sldLayoutId id="2147483983" r:id="rId5"/>
    <p:sldLayoutId id="2147483984" r:id="rId6"/>
    <p:sldLayoutId id="2147483985" r:id="rId7"/>
    <p:sldLayoutId id="2147483986" r:id="rId8"/>
    <p:sldLayoutId id="2147483987" r:id="rId9"/>
    <p:sldLayoutId id="2147483988" r:id="rId10"/>
    <p:sldLayoutId id="2147483989" r:id="rId11"/>
    <p:sldLayoutId id="2147483990" r:id="rId12"/>
    <p:sldLayoutId id="2147483991" r:id="rId13"/>
    <p:sldLayoutId id="2147483992" r:id="rId14"/>
    <p:sldLayoutId id="2147483993" r:id="rId15"/>
    <p:sldLayoutId id="2147483994" r:id="rId16"/>
    <p:sldLayoutId id="2147483995" r:id="rId17"/>
  </p:sldLayoutIdLst>
  <p:hf sldNum="0" hdr="0" ftr="0" dt="0"/>
  <p:txStyles>
    <p:titleStyle>
      <a:lvl1pPr algn="l" defTabSz="116449" rtl="0" eaLnBrk="1" latinLnBrk="0" hangingPunct="1">
        <a:spcBef>
          <a:spcPct val="0"/>
        </a:spcBef>
        <a:buNone/>
        <a:defRPr sz="713" kern="1200" cap="all">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72781" indent="-72781" algn="l" defTabSz="116449" rtl="0" eaLnBrk="1" latinLnBrk="0" hangingPunct="1">
        <a:spcBef>
          <a:spcPct val="20000"/>
        </a:spcBef>
        <a:spcAft>
          <a:spcPts val="153"/>
        </a:spcAft>
        <a:buClr>
          <a:schemeClr val="tx1"/>
        </a:buClr>
        <a:buSzPct val="130000"/>
        <a:buFont typeface="Arial"/>
        <a:buChar char="•"/>
        <a:defRPr sz="45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1pPr>
      <a:lvl2pPr marL="189229" indent="-72781" algn="l" defTabSz="116449" rtl="0" eaLnBrk="1" latinLnBrk="0" hangingPunct="1">
        <a:spcBef>
          <a:spcPct val="20000"/>
        </a:spcBef>
        <a:spcAft>
          <a:spcPts val="153"/>
        </a:spcAft>
        <a:buClr>
          <a:schemeClr val="tx1"/>
        </a:buClr>
        <a:buSzPct val="130000"/>
        <a:buFont typeface="Arial"/>
        <a:buChar char="•"/>
        <a:defRPr sz="40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2pPr>
      <a:lvl3pPr marL="305678" indent="-72781"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3pPr>
      <a:lvl4pPr marL="393015" indent="-43668"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4pPr>
      <a:lvl5pPr marL="509464" indent="-43668" algn="l" defTabSz="116449" rtl="0" eaLnBrk="1" latinLnBrk="0" hangingPunct="1">
        <a:spcBef>
          <a:spcPct val="20000"/>
        </a:spcBef>
        <a:spcAft>
          <a:spcPts val="153"/>
        </a:spcAft>
        <a:buClr>
          <a:schemeClr val="tx1"/>
        </a:buClr>
        <a:buSzPct val="130000"/>
        <a:buFont typeface="Arial"/>
        <a:buChar char="•"/>
        <a:defRPr sz="306"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5pPr>
      <a:lvl6pPr marL="640469"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6pPr>
      <a:lvl7pPr marL="756917"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7pPr>
      <a:lvl8pPr marL="873366"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8pPr>
      <a:lvl9pPr marL="989815" indent="-58224" algn="l" defTabSz="116449" rtl="0" eaLnBrk="1" latinLnBrk="0" hangingPunct="1">
        <a:spcBef>
          <a:spcPct val="20000"/>
        </a:spcBef>
        <a:spcAft>
          <a:spcPts val="153"/>
        </a:spcAft>
        <a:buClr>
          <a:schemeClr val="tx1"/>
        </a:buClr>
        <a:buSzPct val="10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9pPr>
    </p:bodyStyle>
    <p:otherStyle>
      <a:defPPr>
        <a:defRPr lang="en-US"/>
      </a:defPPr>
      <a:lvl1pPr marL="0" algn="l" defTabSz="116449" rtl="0" eaLnBrk="1" latinLnBrk="0" hangingPunct="1">
        <a:defRPr sz="458" kern="1200">
          <a:solidFill>
            <a:schemeClr val="tx1"/>
          </a:solidFill>
          <a:latin typeface="+mn-lt"/>
          <a:ea typeface="+mn-ea"/>
          <a:cs typeface="+mn-cs"/>
        </a:defRPr>
      </a:lvl1pPr>
      <a:lvl2pPr marL="116449" algn="l" defTabSz="116449" rtl="0" eaLnBrk="1" latinLnBrk="0" hangingPunct="1">
        <a:defRPr sz="458" kern="1200">
          <a:solidFill>
            <a:schemeClr val="tx1"/>
          </a:solidFill>
          <a:latin typeface="+mn-lt"/>
          <a:ea typeface="+mn-ea"/>
          <a:cs typeface="+mn-cs"/>
        </a:defRPr>
      </a:lvl2pPr>
      <a:lvl3pPr marL="232898" algn="l" defTabSz="116449" rtl="0" eaLnBrk="1" latinLnBrk="0" hangingPunct="1">
        <a:defRPr sz="458" kern="1200">
          <a:solidFill>
            <a:schemeClr val="tx1"/>
          </a:solidFill>
          <a:latin typeface="+mn-lt"/>
          <a:ea typeface="+mn-ea"/>
          <a:cs typeface="+mn-cs"/>
        </a:defRPr>
      </a:lvl3pPr>
      <a:lvl4pPr marL="349347" algn="l" defTabSz="116449" rtl="0" eaLnBrk="1" latinLnBrk="0" hangingPunct="1">
        <a:defRPr sz="458" kern="1200">
          <a:solidFill>
            <a:schemeClr val="tx1"/>
          </a:solidFill>
          <a:latin typeface="+mn-lt"/>
          <a:ea typeface="+mn-ea"/>
          <a:cs typeface="+mn-cs"/>
        </a:defRPr>
      </a:lvl4pPr>
      <a:lvl5pPr marL="465795" algn="l" defTabSz="116449" rtl="0" eaLnBrk="1" latinLnBrk="0" hangingPunct="1">
        <a:defRPr sz="458" kern="1200">
          <a:solidFill>
            <a:schemeClr val="tx1"/>
          </a:solidFill>
          <a:latin typeface="+mn-lt"/>
          <a:ea typeface="+mn-ea"/>
          <a:cs typeface="+mn-cs"/>
        </a:defRPr>
      </a:lvl5pPr>
      <a:lvl6pPr marL="582244" algn="l" defTabSz="116449" rtl="0" eaLnBrk="1" latinLnBrk="0" hangingPunct="1">
        <a:defRPr sz="458" kern="1200">
          <a:solidFill>
            <a:schemeClr val="tx1"/>
          </a:solidFill>
          <a:latin typeface="+mn-lt"/>
          <a:ea typeface="+mn-ea"/>
          <a:cs typeface="+mn-cs"/>
        </a:defRPr>
      </a:lvl6pPr>
      <a:lvl7pPr marL="698693" algn="l" defTabSz="116449" rtl="0" eaLnBrk="1" latinLnBrk="0" hangingPunct="1">
        <a:defRPr sz="458" kern="1200">
          <a:solidFill>
            <a:schemeClr val="tx1"/>
          </a:solidFill>
          <a:latin typeface="+mn-lt"/>
          <a:ea typeface="+mn-ea"/>
          <a:cs typeface="+mn-cs"/>
        </a:defRPr>
      </a:lvl7pPr>
      <a:lvl8pPr marL="815142" algn="l" defTabSz="116449" rtl="0" eaLnBrk="1" latinLnBrk="0" hangingPunct="1">
        <a:defRPr sz="458" kern="1200">
          <a:solidFill>
            <a:schemeClr val="tx1"/>
          </a:solidFill>
          <a:latin typeface="+mn-lt"/>
          <a:ea typeface="+mn-ea"/>
          <a:cs typeface="+mn-cs"/>
        </a:defRPr>
      </a:lvl8pPr>
      <a:lvl9pPr marL="931591" algn="l" defTabSz="116449" rtl="0" eaLnBrk="1" latinLnBrk="0" hangingPunct="1">
        <a:defRPr sz="458"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hyperlink" Target="https://flyingdeuk.github.io/posts/A330-kneeboard/" TargetMode="External"/><Relationship Id="rId13" Type="http://schemas.openxmlformats.org/officeDocument/2006/relationships/slide" Target="slide35.xml"/><Relationship Id="rId3" Type="http://schemas.openxmlformats.org/officeDocument/2006/relationships/slide" Target="slide2.xml"/><Relationship Id="rId7" Type="http://schemas.openxmlformats.org/officeDocument/2006/relationships/hyperlink" Target="https://flyingdeuk.github.io/posts/B737-kneeboard/" TargetMode="External"/><Relationship Id="rId12" Type="http://schemas.openxmlformats.org/officeDocument/2006/relationships/slide" Target="slide33.xml"/><Relationship Id="rId17" Type="http://schemas.openxmlformats.org/officeDocument/2006/relationships/slide" Target="slide44.xml"/><Relationship Id="rId2" Type="http://schemas.openxmlformats.org/officeDocument/2006/relationships/notesSlide" Target="../notesSlides/notesSlide1.xml"/><Relationship Id="rId16" Type="http://schemas.openxmlformats.org/officeDocument/2006/relationships/slide" Target="slide43.xml"/><Relationship Id="rId1" Type="http://schemas.openxmlformats.org/officeDocument/2006/relationships/slideLayout" Target="../slideLayouts/slideLayout1.xml"/><Relationship Id="rId6" Type="http://schemas.openxmlformats.org/officeDocument/2006/relationships/slide" Target="slide9.xml"/><Relationship Id="rId11" Type="http://schemas.openxmlformats.org/officeDocument/2006/relationships/slide" Target="slide30.xml"/><Relationship Id="rId5" Type="http://schemas.openxmlformats.org/officeDocument/2006/relationships/slide" Target="slide7.xml"/><Relationship Id="rId15" Type="http://schemas.openxmlformats.org/officeDocument/2006/relationships/slide" Target="slide39.xml"/><Relationship Id="rId10" Type="http://schemas.openxmlformats.org/officeDocument/2006/relationships/slide" Target="slide29.xml"/><Relationship Id="rId4" Type="http://schemas.openxmlformats.org/officeDocument/2006/relationships/slide" Target="slide5.xml"/><Relationship Id="rId9" Type="http://schemas.openxmlformats.org/officeDocument/2006/relationships/slide" Target="slide28.xml"/><Relationship Id="rId14" Type="http://schemas.openxmlformats.org/officeDocument/2006/relationships/slide" Target="slide37.xml"/></Relationships>
</file>

<file path=ppt/slides/_rels/slide2.xml.rels><?xml version="1.0" encoding="UTF-8" standalone="yes"?>
<Relationships xmlns="http://schemas.openxmlformats.org/package/2006/relationships"><Relationship Id="rId8" Type="http://schemas.openxmlformats.org/officeDocument/2006/relationships/slide" Target="slide17.xml"/><Relationship Id="rId3" Type="http://schemas.openxmlformats.org/officeDocument/2006/relationships/slide" Target="slide12.xml"/><Relationship Id="rId7" Type="http://schemas.openxmlformats.org/officeDocument/2006/relationships/slide" Target="slide16.xml"/><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slide" Target="slide15.xml"/><Relationship Id="rId5" Type="http://schemas.openxmlformats.org/officeDocument/2006/relationships/slide" Target="slide14.xml"/><Relationship Id="rId10" Type="http://schemas.openxmlformats.org/officeDocument/2006/relationships/slide" Target="slide19.xml"/><Relationship Id="rId4" Type="http://schemas.openxmlformats.org/officeDocument/2006/relationships/slide" Target="slide13.xml"/><Relationship Id="rId9" Type="http://schemas.openxmlformats.org/officeDocument/2006/relationships/slide" Target="slide18.xml"/></Relationships>
</file>

<file path=ppt/slides/_rels/slide3.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8" Type="http://schemas.openxmlformats.org/officeDocument/2006/relationships/slide" Target="slide25.xml"/><Relationship Id="rId3" Type="http://schemas.openxmlformats.org/officeDocument/2006/relationships/slide" Target="slide20.xml"/><Relationship Id="rId7" Type="http://schemas.openxmlformats.org/officeDocument/2006/relationships/slide" Target="slide24.xml"/><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slide" Target="slide23.xml"/><Relationship Id="rId5" Type="http://schemas.openxmlformats.org/officeDocument/2006/relationships/slide" Target="slide22.xml"/><Relationship Id="rId10" Type="http://schemas.openxmlformats.org/officeDocument/2006/relationships/slide" Target="slide27.xml"/><Relationship Id="rId4" Type="http://schemas.openxmlformats.org/officeDocument/2006/relationships/slide" Target="slide21.xml"/><Relationship Id="rId9" Type="http://schemas.openxmlformats.org/officeDocument/2006/relationships/slide" Target="slide26.xml"/></Relationships>
</file>

<file path=ppt/slides/_rels/slide6.xml.rels><?xml version="1.0" encoding="UTF-8" standalone="yes"?>
<Relationships xmlns="http://schemas.openxmlformats.org/package/2006/relationships"><Relationship Id="rId3" Type="http://schemas.openxmlformats.org/officeDocument/2006/relationships/slide" Target="slide5.xml"/><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slide" Target="slide42.xml"/><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slide" Target="slide7.xml"/><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slide" Target="slide9.xml"/><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slide" Target="slide9.xml"/><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hyperlink" Target="https://flyingdeuk.github.io/posts/RKSS-GMP/" TargetMode="External"/><Relationship Id="rId7" Type="http://schemas.openxmlformats.org/officeDocument/2006/relationships/slide" Target="slide2.xml"/><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3.jpg"/><Relationship Id="rId5" Type="http://schemas.openxmlformats.org/officeDocument/2006/relationships/image" Target="../media/image2.png"/><Relationship Id="rId4" Type="http://schemas.openxmlformats.org/officeDocument/2006/relationships/hyperlink" Target="https://flyingdeuk.github.io/posts/RKPC-CJU/" TargetMode="External"/></Relationships>
</file>

<file path=ppt/slides/_rels/slide13.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hyperlink" Target="https://flyingdeuk.github.io/posts/RKPC-CJU/" TargetMode="External"/><Relationship Id="rId7" Type="http://schemas.openxmlformats.org/officeDocument/2006/relationships/slide" Target="slide2.xml"/><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jpg"/><Relationship Id="rId4" Type="http://schemas.openxmlformats.org/officeDocument/2006/relationships/hyperlink" Target="https://flyingdeuk.github.io/posts/RKSS-GMP/" TargetMode="External"/></Relationships>
</file>

<file path=ppt/slides/_rels/slide14.xml.rels><?xml version="1.0" encoding="UTF-8" standalone="yes"?>
<Relationships xmlns="http://schemas.openxmlformats.org/package/2006/relationships"><Relationship Id="rId8" Type="http://schemas.openxmlformats.org/officeDocument/2006/relationships/slide" Target="slide2.xml"/><Relationship Id="rId3" Type="http://schemas.openxmlformats.org/officeDocument/2006/relationships/image" Target="../media/image3.jpg"/><Relationship Id="rId7" Type="http://schemas.openxmlformats.org/officeDocument/2006/relationships/image" Target="../media/image2.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hyperlink" Target="https://flyingdeuk.github.io/posts/RKPK-PUS/" TargetMode="External"/><Relationship Id="rId5" Type="http://schemas.openxmlformats.org/officeDocument/2006/relationships/hyperlink" Target="https://flyingdeuk.github.io/posts/RKSS-GMP/" TargetMode="External"/><Relationship Id="rId4" Type="http://schemas.openxmlformats.org/officeDocument/2006/relationships/slide" Target="slide41.xml"/><Relationship Id="rId9" Type="http://schemas.openxmlformats.org/officeDocument/2006/relationships/slide" Target="slide3.xml"/></Relationships>
</file>

<file path=ppt/slides/_rels/slide15.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hyperlink" Target="https://flyingdeuk.github.io/posts/RKPK-PUS/" TargetMode="External"/><Relationship Id="rId7" Type="http://schemas.openxmlformats.org/officeDocument/2006/relationships/slide" Target="slide2.xml"/><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6.jpg"/><Relationship Id="rId4" Type="http://schemas.openxmlformats.org/officeDocument/2006/relationships/hyperlink" Target="https://flyingdeuk.github.io/posts/RKSS-GMP/" TargetMode="External"/></Relationships>
</file>

<file path=ppt/slides/_rels/slide16.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hyperlink" Target="https://flyingdeuk.github.io/posts/RKPC-CJU/" TargetMode="External"/><Relationship Id="rId7" Type="http://schemas.openxmlformats.org/officeDocument/2006/relationships/slide" Target="slide2.xml"/><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slide" Target="slide41.xml"/><Relationship Id="rId5" Type="http://schemas.openxmlformats.org/officeDocument/2006/relationships/image" Target="../media/image7.jpg"/><Relationship Id="rId4" Type="http://schemas.openxmlformats.org/officeDocument/2006/relationships/hyperlink" Target="https://flyingdeuk.github.io/posts/RKPK-PUS/" TargetMode="External"/></Relationships>
</file>

<file path=ppt/slides/_rels/slide17.xml.rels><?xml version="1.0" encoding="UTF-8" standalone="yes"?>
<Relationships xmlns="http://schemas.openxmlformats.org/package/2006/relationships"><Relationship Id="rId3" Type="http://schemas.openxmlformats.org/officeDocument/2006/relationships/hyperlink" Target="https://flyingdeuk.github.io/posts/RKPK-PUS/" TargetMode="External"/><Relationship Id="rId7" Type="http://schemas.openxmlformats.org/officeDocument/2006/relationships/slide" Target="slide3.xml"/><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slide" Target="slide2.xml"/><Relationship Id="rId5" Type="http://schemas.openxmlformats.org/officeDocument/2006/relationships/image" Target="../media/image8.jpg"/><Relationship Id="rId4" Type="http://schemas.openxmlformats.org/officeDocument/2006/relationships/hyperlink" Target="https://flyingdeuk.github.io/posts/RKPC-CJU/" TargetMode="External"/></Relationships>
</file>

<file path=ppt/slides/_rels/slide18.xml.rels><?xml version="1.0" encoding="UTF-8" standalone="yes"?>
<Relationships xmlns="http://schemas.openxmlformats.org/package/2006/relationships"><Relationship Id="rId3" Type="http://schemas.openxmlformats.org/officeDocument/2006/relationships/slide" Target="slide41.xml"/><Relationship Id="rId7" Type="http://schemas.openxmlformats.org/officeDocument/2006/relationships/slide" Target="slide3.xml"/><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slide" Target="slide2.xml"/><Relationship Id="rId5" Type="http://schemas.openxmlformats.org/officeDocument/2006/relationships/hyperlink" Target="https://flyingdeuk.github.io/posts/RKPK-PUS/" TargetMode="External"/><Relationship Id="rId4" Type="http://schemas.openxmlformats.org/officeDocument/2006/relationships/hyperlink" Target="https://flyingdeuk.github.io/posts/RKSI-ICN/" TargetMode="External"/></Relationships>
</file>

<file path=ppt/slides/_rels/slide19.xml.rels><?xml version="1.0" encoding="UTF-8" standalone="yes"?>
<Relationships xmlns="http://schemas.openxmlformats.org/package/2006/relationships"><Relationship Id="rId3" Type="http://schemas.openxmlformats.org/officeDocument/2006/relationships/hyperlink" Target="https://flyingdeuk.github.io/posts/RKPK-PUS/" TargetMode="External"/><Relationship Id="rId7" Type="http://schemas.openxmlformats.org/officeDocument/2006/relationships/image" Target="../media/image8.jpg"/><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2.xml"/><Relationship Id="rId4" Type="http://schemas.openxmlformats.org/officeDocument/2006/relationships/hyperlink" Target="https://flyingdeuk.github.io/posts/RKSI-ICN/" TargetMode="External"/></Relationships>
</file>

<file path=ppt/slides/_rels/slide2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BB-KIX/" TargetMode="External"/></Relationships>
</file>

<file path=ppt/slides/_rels/slide21.xml.rels><?xml version="1.0" encoding="UTF-8" standalone="yes"?>
<Relationships xmlns="http://schemas.openxmlformats.org/package/2006/relationships"><Relationship Id="rId3" Type="http://schemas.openxmlformats.org/officeDocument/2006/relationships/hyperlink" Target="https://flyingdeuk.github.io/posts/RJBB-KIX/" TargetMode="External"/><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slide" Target="slide5.xml"/><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22.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AA-NRT/" TargetMode="External"/></Relationships>
</file>

<file path=ppt/slides/_rels/slide23.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5.xml"/><Relationship Id="rId4" Type="http://schemas.openxmlformats.org/officeDocument/2006/relationships/hyperlink" Target="https://flyingdeuk.github.io/posts/RKSI-ICN/" TargetMode="External"/></Relationships>
</file>

<file path=ppt/slides/_rels/slide24.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TT-HND/" TargetMode="External"/></Relationships>
</file>

<file path=ppt/slides/_rels/slide25.xml.rels><?xml version="1.0" encoding="UTF-8" standalone="yes"?>
<Relationships xmlns="http://schemas.openxmlformats.org/package/2006/relationships"><Relationship Id="rId3" Type="http://schemas.openxmlformats.org/officeDocument/2006/relationships/hyperlink" Target="https://flyingdeuk.github.io/posts/RJTT-HND/" TargetMode="External"/><Relationship Id="rId7" Type="http://schemas.openxmlformats.org/officeDocument/2006/relationships/slide" Target="slide3.xml"/><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slide" Target="slide5.xml"/><Relationship Id="rId5" Type="http://schemas.openxmlformats.org/officeDocument/2006/relationships/image" Target="../media/image9.png"/><Relationship Id="rId4" Type="http://schemas.openxmlformats.org/officeDocument/2006/relationships/hyperlink" Target="https://flyingdeuk.github.io/posts/RKSI-ICN/" TargetMode="External"/></Relationships>
</file>

<file path=ppt/slides/_rels/slide2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FF-FUK/" TargetMode="External"/></Relationships>
</file>

<file path=ppt/slides/_rels/slide27.xml.rels><?xml version="1.0" encoding="UTF-8" standalone="yes"?>
<Relationships xmlns="http://schemas.openxmlformats.org/package/2006/relationships"><Relationship Id="rId3" Type="http://schemas.openxmlformats.org/officeDocument/2006/relationships/hyperlink" Target="https://flyingdeuk.github.io/posts/RJFF-FUK/" TargetMode="External"/><Relationship Id="rId7" Type="http://schemas.openxmlformats.org/officeDocument/2006/relationships/image" Target="../media/image10.jpeg"/><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5.xml"/><Relationship Id="rId4" Type="http://schemas.openxmlformats.org/officeDocument/2006/relationships/hyperlink" Target="https://flyingdeuk.github.io/posts/RKSI-ICN/" TargetMode="External"/></Relationships>
</file>

<file path=ppt/slides/_rels/slide2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slide" Target="slide7.xml"/><Relationship Id="rId2" Type="http://schemas.openxmlformats.org/officeDocument/2006/relationships/notesSlide" Target="../notesSlides/notesSlide32.xml"/><Relationship Id="rId1" Type="http://schemas.openxmlformats.org/officeDocument/2006/relationships/slideLayout" Target="../slideLayouts/slideLayout2.xml"/><Relationship Id="rId5" Type="http://schemas.openxmlformats.org/officeDocument/2006/relationships/slide" Target="slide2.xml"/><Relationship Id="rId4" Type="http://schemas.openxmlformats.org/officeDocument/2006/relationships/slide" Target="slide5.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slide" Target="slide35.xml"/><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8.xml"/><Relationship Id="rId1" Type="http://schemas.openxmlformats.org/officeDocument/2006/relationships/slideLayout" Target="../slideLayouts/slideLayout2.xml"/><Relationship Id="rId4" Type="http://schemas.openxmlformats.org/officeDocument/2006/relationships/slide" Target="slide35.xml"/></Relationships>
</file>

<file path=ppt/slides/_rels/slide4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40.xml"/><Relationship Id="rId1" Type="http://schemas.openxmlformats.org/officeDocument/2006/relationships/slideLayout" Target="../slideLayouts/slideLayout2.xml"/><Relationship Id="rId4" Type="http://schemas.openxmlformats.org/officeDocument/2006/relationships/slide" Target="slide2.xml"/></Relationships>
</file>

<file path=ppt/slides/_rels/slide42.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41.xml"/><Relationship Id="rId1" Type="http://schemas.openxmlformats.org/officeDocument/2006/relationships/slideLayout" Target="../slideLayouts/slideLayout2.xml"/><Relationship Id="rId4" Type="http://schemas.openxmlformats.org/officeDocument/2006/relationships/slide" Target="slide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217943003"/>
              </p:ext>
            </p:extLst>
          </p:nvPr>
        </p:nvGraphicFramePr>
        <p:xfrm>
          <a:off x="98101" y="1122494"/>
          <a:ext cx="2132650" cy="1973732"/>
        </p:xfrm>
        <a:graphic>
          <a:graphicData uri="http://schemas.openxmlformats.org/drawingml/2006/table">
            <a:tbl>
              <a:tblPr firstRow="1" bandRow="1">
                <a:noFill/>
                <a:tableStyleId>{A521BE36-7E6F-4EC9-8D66-1CF97A6895EC}</a:tableStyleId>
              </a:tblPr>
              <a:tblGrid>
                <a:gridCol w="2132650">
                  <a:extLst>
                    <a:ext uri="{9D8B030D-6E8A-4147-A177-3AD203B41FA5}">
                      <a16:colId xmlns:a16="http://schemas.microsoft.com/office/drawing/2014/main" val="20000"/>
                    </a:ext>
                  </a:extLst>
                </a:gridCol>
              </a:tblGrid>
              <a:tr h="493433">
                <a:tc>
                  <a:txBody>
                    <a:bodyPr/>
                    <a:lstStyle/>
                    <a:p>
                      <a:pPr marL="0" marR="0" lvl="0" indent="0" algn="ctr" rtl="0">
                        <a:spcBef>
                          <a:spcPts val="0"/>
                        </a:spcBef>
                        <a:spcAft>
                          <a:spcPts val="0"/>
                        </a:spcAft>
                        <a:buNone/>
                      </a:pPr>
                      <a:r>
                        <a:rPr lang="en-US" sz="2400" b="1" u="none" strike="noStrike" cap="none" dirty="0">
                          <a:solidFill>
                            <a:schemeClr val="tx1"/>
                          </a:solidFill>
                          <a:latin typeface="Calibri"/>
                          <a:cs typeface="Calibri"/>
                          <a:sym typeface="Calibri"/>
                          <a:hlinkClick r:id="rId3" action="ppaction://hlinksldjump">
                            <a:extLst>
                              <a:ext uri="{A12FA001-AC4F-418D-AE19-62706E023703}">
                                <ahyp:hlinkClr xmlns:ahyp="http://schemas.microsoft.com/office/drawing/2018/hyperlinkcolor" val="tx"/>
                              </a:ext>
                            </a:extLst>
                          </a:hlinkClick>
                        </a:rPr>
                        <a:t>Domestic</a:t>
                      </a:r>
                      <a:endParaRPr sz="2400" b="1" u="none" strike="noStrike" cap="none" dirty="0">
                        <a:solidFill>
                          <a:schemeClr val="tx1"/>
                        </a:solidFill>
                        <a:latin typeface="Calibri"/>
                        <a:cs typeface="Calibri"/>
                        <a:sym typeface="Calibri"/>
                      </a:endParaRPr>
                    </a:p>
                  </a:txBody>
                  <a:tcPr marL="0" marR="0" marT="0" marB="0" anchor="ctr"/>
                </a:tc>
                <a:extLst>
                  <a:ext uri="{0D108BD9-81ED-4DB2-BD59-A6C34878D82A}">
                    <a16:rowId xmlns:a16="http://schemas.microsoft.com/office/drawing/2014/main" val="10000"/>
                  </a:ext>
                </a:extLst>
              </a:tr>
              <a:tr h="493433">
                <a:tc>
                  <a:txBody>
                    <a:bodyPr/>
                    <a:lstStyle/>
                    <a:p>
                      <a:pPr marL="0" marR="0" lvl="0" indent="0" algn="ctr" rtl="0">
                        <a:spcBef>
                          <a:spcPts val="0"/>
                        </a:spcBef>
                        <a:spcAft>
                          <a:spcPts val="0"/>
                        </a:spcAft>
                        <a:buNone/>
                      </a:pPr>
                      <a:r>
                        <a:rPr lang="en-US" sz="2400" b="1" u="none" strike="noStrike" cap="none" dirty="0">
                          <a:solidFill>
                            <a:srgbClr val="0070C0"/>
                          </a:solidFill>
                          <a:latin typeface="Calibri"/>
                          <a:ea typeface="Calibri"/>
                          <a:cs typeface="Calibri"/>
                          <a:sym typeface="Calibri"/>
                          <a:hlinkClick r:id="rId4" action="ppaction://hlinksldjump">
                            <a:extLst>
                              <a:ext uri="{A12FA001-AC4F-418D-AE19-62706E023703}">
                                <ahyp:hlinkClr xmlns:ahyp="http://schemas.microsoft.com/office/drawing/2018/hyperlinkcolor" val="tx"/>
                              </a:ext>
                            </a:extLst>
                          </a:hlinkClick>
                        </a:rPr>
                        <a:t>Japan</a:t>
                      </a:r>
                      <a:endParaRPr sz="2400" b="1" u="none" strike="noStrike" cap="none" dirty="0">
                        <a:solidFill>
                          <a:srgbClr val="0070C0"/>
                        </a:solidFill>
                        <a:latin typeface="Calibri"/>
                        <a:cs typeface="Calibri"/>
                        <a:sym typeface="Calibri"/>
                      </a:endParaRPr>
                    </a:p>
                  </a:txBody>
                  <a:tcPr marL="0" marR="0" marT="0" marB="0" anchor="ctr"/>
                </a:tc>
                <a:extLst>
                  <a:ext uri="{0D108BD9-81ED-4DB2-BD59-A6C34878D82A}">
                    <a16:rowId xmlns:a16="http://schemas.microsoft.com/office/drawing/2014/main" val="10001"/>
                  </a:ext>
                </a:extLst>
              </a:tr>
              <a:tr h="493433">
                <a:tc>
                  <a:txBody>
                    <a:bodyPr/>
                    <a:lstStyle/>
                    <a:p>
                      <a:pPr marL="0" marR="0" lvl="0" indent="0" algn="ctr" rtl="0">
                        <a:spcBef>
                          <a:spcPts val="0"/>
                        </a:spcBef>
                        <a:spcAft>
                          <a:spcPts val="0"/>
                        </a:spcAft>
                        <a:buNone/>
                      </a:pPr>
                      <a:r>
                        <a:rPr lang="en-US" sz="2400" b="1" u="none" strike="noStrike" cap="none" dirty="0">
                          <a:solidFill>
                            <a:srgbClr val="00B050"/>
                          </a:solidFill>
                          <a:latin typeface="Calibri"/>
                          <a:ea typeface="Calibri"/>
                          <a:cs typeface="Calibri"/>
                          <a:sym typeface="Calibri"/>
                          <a:hlinkClick r:id="rId5" action="ppaction://hlinksldjump">
                            <a:extLst>
                              <a:ext uri="{A12FA001-AC4F-418D-AE19-62706E023703}">
                                <ahyp:hlinkClr xmlns:ahyp="http://schemas.microsoft.com/office/drawing/2018/hyperlinkcolor" val="tx"/>
                              </a:ext>
                            </a:extLst>
                          </a:hlinkClick>
                        </a:rPr>
                        <a:t>China</a:t>
                      </a:r>
                      <a:endParaRPr lang="en-US" altLang="ko-Kore-KR" sz="2400" b="1" u="none" strike="noStrike" cap="none" dirty="0">
                        <a:solidFill>
                          <a:srgbClr val="00B050"/>
                        </a:solidFill>
                        <a:latin typeface="Calibri"/>
                        <a:cs typeface="Calibri"/>
                        <a:sym typeface="Calibri"/>
                      </a:endParaRPr>
                    </a:p>
                  </a:txBody>
                  <a:tcPr marL="0" marR="0" marT="0" marB="0" anchor="ctr"/>
                </a:tc>
                <a:extLst>
                  <a:ext uri="{0D108BD9-81ED-4DB2-BD59-A6C34878D82A}">
                    <a16:rowId xmlns:a16="http://schemas.microsoft.com/office/drawing/2014/main" val="10002"/>
                  </a:ext>
                </a:extLst>
              </a:tr>
              <a:tr h="493433">
                <a:tc>
                  <a:txBody>
                    <a:bodyPr/>
                    <a:lstStyle/>
                    <a:p>
                      <a:pPr marL="0" marR="0" lvl="0" indent="0" algn="ctr" rtl="0">
                        <a:spcBef>
                          <a:spcPts val="0"/>
                        </a:spcBef>
                        <a:spcAft>
                          <a:spcPts val="0"/>
                        </a:spcAft>
                        <a:buNone/>
                      </a:pPr>
                      <a:r>
                        <a:rPr lang="en-US" sz="2400" b="1" u="none" strike="noStrike" cap="none" dirty="0">
                          <a:solidFill>
                            <a:srgbClr val="AA47F5"/>
                          </a:solidFill>
                          <a:latin typeface="Calibri"/>
                          <a:ea typeface="Calibri"/>
                          <a:cs typeface="Calibri"/>
                          <a:sym typeface="Calibri"/>
                          <a:hlinkClick r:id="rId6" action="ppaction://hlinksldjump">
                            <a:extLst>
                              <a:ext uri="{A12FA001-AC4F-418D-AE19-62706E023703}">
                                <ahyp:hlinkClr xmlns:ahyp="http://schemas.microsoft.com/office/drawing/2018/hyperlinkcolor" val="tx"/>
                              </a:ext>
                            </a:extLst>
                          </a:hlinkClick>
                        </a:rPr>
                        <a:t>S.E Asia(GUM)</a:t>
                      </a:r>
                      <a:endParaRPr lang="en-US" altLang="ko-Kore-KR" sz="2400" b="1" u="none" strike="noStrike" cap="none" dirty="0">
                        <a:solidFill>
                          <a:srgbClr val="AA47F5"/>
                        </a:solidFill>
                        <a:latin typeface="Calibri"/>
                        <a:cs typeface="Calibri"/>
                        <a:sym typeface="Calibri"/>
                      </a:endParaRPr>
                    </a:p>
                  </a:txBody>
                  <a:tcPr marL="0" marR="0" marT="0" marB="0" anchor="ctr"/>
                </a:tc>
                <a:extLst>
                  <a:ext uri="{0D108BD9-81ED-4DB2-BD59-A6C34878D82A}">
                    <a16:rowId xmlns:a16="http://schemas.microsoft.com/office/drawing/2014/main" val="10003"/>
                  </a:ext>
                </a:extLst>
              </a:tr>
            </a:tbl>
          </a:graphicData>
        </a:graphic>
      </p:graphicFrame>
      <p:sp>
        <p:nvSpPr>
          <p:cNvPr id="89" name="Google Shape;89;p1">
            <a:hlinkClick r:id="rId7"/>
          </p:cNvPr>
          <p:cNvSpPr/>
          <p:nvPr/>
        </p:nvSpPr>
        <p:spPr>
          <a:xfrm>
            <a:off x="11947" y="-38794"/>
            <a:ext cx="2332054" cy="861734"/>
          </a:xfrm>
          <a:prstGeom prst="rect">
            <a:avLst/>
          </a:prstGeom>
          <a:noFill/>
          <a:ln>
            <a:noFill/>
          </a:ln>
        </p:spPr>
        <p:txBody>
          <a:bodyPr spcFirstLastPara="1" wrap="square" lIns="36000" tIns="45700" rIns="36000" bIns="45700" anchor="ctr" anchorCtr="0">
            <a:spAutoFit/>
          </a:bodyPr>
          <a:lstStyle/>
          <a:p>
            <a:pPr marL="0" marR="0" lvl="0" indent="0" rtl="0">
              <a:spcBef>
                <a:spcPts val="0"/>
              </a:spcBef>
              <a:spcAft>
                <a:spcPts val="0"/>
              </a:spcAft>
              <a:buNone/>
            </a:pPr>
            <a:r>
              <a:rPr lang="en-US"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hlinkClick r:id="rId8"/>
              </a:rPr>
              <a:t>A330</a:t>
            </a:r>
          </a:p>
          <a:p>
            <a:pPr marL="0" marR="0" lvl="0" indent="0" algn="ctr" rtl="0">
              <a:spcBef>
                <a:spcPts val="0"/>
              </a:spcBef>
              <a:spcAft>
                <a:spcPts val="0"/>
              </a:spcAft>
              <a:buNone/>
            </a:pPr>
            <a:r>
              <a:rPr lang="en-US"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hlinkClick r:id="rId8"/>
              </a:rPr>
              <a:t>KneeBoard</a:t>
            </a:r>
            <a:endParaRPr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endParaRPr>
          </a:p>
        </p:txBody>
      </p:sp>
      <p:graphicFrame>
        <p:nvGraphicFramePr>
          <p:cNvPr id="90" name="Google Shape;90;p1"/>
          <p:cNvGraphicFramePr/>
          <p:nvPr>
            <p:extLst>
              <p:ext uri="{D42A27DB-BD31-4B8C-83A1-F6EECF244321}">
                <p14:modId xmlns:p14="http://schemas.microsoft.com/office/powerpoint/2010/main" val="671789592"/>
              </p:ext>
            </p:extLst>
          </p:nvPr>
        </p:nvGraphicFramePr>
        <p:xfrm>
          <a:off x="185895" y="3233576"/>
          <a:ext cx="1969476" cy="2225704"/>
        </p:xfrm>
        <a:graphic>
          <a:graphicData uri="http://schemas.openxmlformats.org/drawingml/2006/table">
            <a:tbl>
              <a:tblPr firstRow="1" bandRow="1">
                <a:noFill/>
                <a:tableStyleId>{A521BE36-7E6F-4EC9-8D66-1CF97A6895EC}</a:tableStyleId>
              </a:tblPr>
              <a:tblGrid>
                <a:gridCol w="984738">
                  <a:extLst>
                    <a:ext uri="{9D8B030D-6E8A-4147-A177-3AD203B41FA5}">
                      <a16:colId xmlns:a16="http://schemas.microsoft.com/office/drawing/2014/main" val="20000"/>
                    </a:ext>
                  </a:extLst>
                </a:gridCol>
                <a:gridCol w="984738">
                  <a:extLst>
                    <a:ext uri="{9D8B030D-6E8A-4147-A177-3AD203B41FA5}">
                      <a16:colId xmlns:a16="http://schemas.microsoft.com/office/drawing/2014/main" val="20001"/>
                    </a:ext>
                  </a:extLst>
                </a:gridCol>
              </a:tblGrid>
              <a:tr h="278213">
                <a:tc gridSpan="2">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Supplement</a:t>
                      </a:r>
                      <a:endParaRPr sz="1400" b="1" u="none" strike="noStrike" cap="none" dirty="0">
                        <a:solidFill>
                          <a:schemeClr val="bg1"/>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0"/>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00B050"/>
                          </a:solidFill>
                          <a:latin typeface="Calibri"/>
                          <a:ea typeface="Calibri"/>
                          <a:cs typeface="Calibri"/>
                          <a:sym typeface="Calibri"/>
                          <a:hlinkClick r:id="rId9" action="ppaction://hlinksldjump">
                            <a:extLst>
                              <a:ext uri="{A12FA001-AC4F-418D-AE19-62706E023703}">
                                <ahyp:hlinkClr xmlns:ahyp="http://schemas.microsoft.com/office/drawing/2018/hyperlinkcolor" val="tx"/>
                              </a:ext>
                            </a:extLst>
                          </a:hlinkClick>
                        </a:rPr>
                        <a:t>Differences</a:t>
                      </a:r>
                      <a:endParaRPr lang="en-US" altLang="ko-Kore-KR" sz="1400" b="1" u="none" strike="noStrike" cap="none" dirty="0">
                        <a:solidFill>
                          <a:srgbClr val="00B050"/>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1728321702"/>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7030A0"/>
                          </a:solidFill>
                          <a:latin typeface="Calibri"/>
                          <a:ea typeface="Calibri"/>
                          <a:cs typeface="Calibri"/>
                          <a:sym typeface="Calibri"/>
                          <a:hlinkClick r:id="rId10" action="ppaction://hlinksldjump">
                            <a:extLst>
                              <a:ext uri="{A12FA001-AC4F-418D-AE19-62706E023703}">
                                <ahyp:hlinkClr xmlns:ahyp="http://schemas.microsoft.com/office/drawing/2018/hyperlinkcolor" val="tx"/>
                              </a:ext>
                            </a:extLst>
                          </a:hlinkClick>
                        </a:rPr>
                        <a:t>FUEL Consumption</a:t>
                      </a:r>
                      <a:endParaRPr lang="en-US" altLang="ko-Kore-KR" sz="1400" b="1" u="none" strike="noStrike" cap="none" dirty="0">
                        <a:solidFill>
                          <a:srgbClr val="7030A0"/>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966151611"/>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7030A0"/>
                          </a:solidFill>
                          <a:latin typeface="Calibri"/>
                          <a:ea typeface="Calibri"/>
                          <a:cs typeface="Calibri"/>
                          <a:sym typeface="Calibri"/>
                          <a:hlinkClick r:id="rId11" action="ppaction://hlinksldjump">
                            <a:extLst>
                              <a:ext uri="{A12FA001-AC4F-418D-AE19-62706E023703}">
                                <ahyp:hlinkClr xmlns:ahyp="http://schemas.microsoft.com/office/drawing/2018/hyperlinkcolor" val="tx"/>
                              </a:ext>
                            </a:extLst>
                          </a:hlinkClick>
                        </a:rPr>
                        <a:t>LP Aircon/ HP StartUnit</a:t>
                      </a:r>
                      <a:r>
                        <a:rPr lang="en-US" altLang="ko-Kore-KR" sz="1400" b="1" u="none" strike="noStrike" cap="none" dirty="0">
                          <a:solidFill>
                            <a:srgbClr val="7030A0"/>
                          </a:solidFill>
                          <a:latin typeface="Calibri"/>
                          <a:ea typeface="Calibri"/>
                          <a:cs typeface="Calibri"/>
                          <a:sym typeface="Calibri"/>
                        </a:rPr>
                        <a:t> </a:t>
                      </a:r>
                    </a:p>
                  </a:txBody>
                  <a:tcPr marL="91450" marR="91450" marT="0" marB="0" anchor="ctr"/>
                </a:tc>
                <a:tc hMerge="1">
                  <a:txBody>
                    <a:bodyPr/>
                    <a:lstStyle/>
                    <a:p>
                      <a:endParaRPr lang="ko-Kore-KR" altLang="en-US"/>
                    </a:p>
                  </a:txBody>
                  <a:tcPr/>
                </a:tc>
                <a:extLst>
                  <a:ext uri="{0D108BD9-81ED-4DB2-BD59-A6C34878D82A}">
                    <a16:rowId xmlns:a16="http://schemas.microsoft.com/office/drawing/2014/main" val="211395324"/>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0070C0"/>
                          </a:solidFill>
                          <a:latin typeface="Calibri"/>
                          <a:ea typeface="Calibri"/>
                          <a:cs typeface="Calibri"/>
                          <a:sym typeface="Calibri"/>
                          <a:hlinkClick r:id="rId12" action="ppaction://hlinksldjump">
                            <a:extLst>
                              <a:ext uri="{A12FA001-AC4F-418D-AE19-62706E023703}">
                                <ahyp:hlinkClr xmlns:ahyp="http://schemas.microsoft.com/office/drawing/2018/hyperlinkcolor" val="tx"/>
                              </a:ext>
                            </a:extLst>
                          </a:hlinkClick>
                        </a:rPr>
                        <a:t>Cold Temp Correction</a:t>
                      </a:r>
                      <a:endParaRPr lang="en-US" altLang="ko-Kore-K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2"/>
                  </a:ext>
                </a:extLst>
              </a:tr>
              <a:tr h="278213">
                <a:tc gridSpan="2">
                  <a:txBody>
                    <a:bodyPr/>
                    <a:lstStyle/>
                    <a:p>
                      <a:pPr marL="0" marR="0" lvl="0" indent="0" algn="ctr" rtl="0">
                        <a:spcBef>
                          <a:spcPts val="0"/>
                        </a:spcBef>
                        <a:spcAft>
                          <a:spcPts val="0"/>
                        </a:spcAft>
                        <a:buNone/>
                      </a:pPr>
                      <a:r>
                        <a:rPr lang="en-US" sz="1400" b="1" u="none" strike="noStrike" cap="none" dirty="0">
                          <a:solidFill>
                            <a:srgbClr val="0070C0"/>
                          </a:solidFill>
                          <a:latin typeface="Calibri"/>
                          <a:ea typeface="Calibri"/>
                          <a:cs typeface="Calibri"/>
                          <a:sym typeface="Calibri"/>
                          <a:hlinkClick r:id="rId13" action="ppaction://hlinksldjump">
                            <a:extLst>
                              <a:ext uri="{A12FA001-AC4F-418D-AE19-62706E023703}">
                                <ahyp:hlinkClr xmlns:ahyp="http://schemas.microsoft.com/office/drawing/2018/hyperlinkcolor" val="tx"/>
                              </a:ext>
                            </a:extLst>
                          </a:hlinkClick>
                        </a:rPr>
                        <a:t>Cold </a:t>
                      </a:r>
                      <a:r>
                        <a:rPr lang="en-US" sz="1400" b="1" u="none" strike="noStrike" cap="none" dirty="0" err="1">
                          <a:solidFill>
                            <a:srgbClr val="0070C0"/>
                          </a:solidFill>
                          <a:latin typeface="Calibri"/>
                          <a:ea typeface="Calibri"/>
                          <a:cs typeface="Calibri"/>
                          <a:sym typeface="Calibri"/>
                          <a:hlinkClick r:id="rId13" action="ppaction://hlinksldjump">
                            <a:extLst>
                              <a:ext uri="{A12FA001-AC4F-418D-AE19-62706E023703}">
                                <ahyp:hlinkClr xmlns:ahyp="http://schemas.microsoft.com/office/drawing/2018/hyperlinkcolor" val="tx"/>
                              </a:ext>
                            </a:extLst>
                          </a:hlinkClick>
                        </a:rPr>
                        <a:t>Wx</a:t>
                      </a:r>
                      <a:r>
                        <a:rPr lang="en-US" sz="1400" b="1" u="none" strike="noStrike" cap="none" dirty="0">
                          <a:solidFill>
                            <a:srgbClr val="0070C0"/>
                          </a:solidFill>
                          <a:latin typeface="Calibri"/>
                          <a:ea typeface="Calibri"/>
                          <a:cs typeface="Calibri"/>
                          <a:sym typeface="Calibri"/>
                          <a:hlinkClick r:id="rId13" action="ppaction://hlinksldjump">
                            <a:extLst>
                              <a:ext uri="{A12FA001-AC4F-418D-AE19-62706E023703}">
                                <ahyp:hlinkClr xmlns:ahyp="http://schemas.microsoft.com/office/drawing/2018/hyperlinkcolor" val="tx"/>
                              </a:ext>
                            </a:extLst>
                          </a:hlinkClick>
                        </a:rPr>
                        <a:t> Operation</a:t>
                      </a:r>
                      <a:endParaRP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3"/>
                  </a:ext>
                </a:extLst>
              </a:tr>
              <a:tr h="278213">
                <a:tc>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ENG ON </a:t>
                      </a:r>
                      <a:r>
                        <a:rPr lang="en-US" sz="900" b="1" u="none" strike="noStrike" cap="none" dirty="0">
                          <a:solidFill>
                            <a:srgbClr val="0070C0"/>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ENG OFF</a:t>
                      </a:r>
                      <a:r>
                        <a:rPr lang="en-US" sz="900" b="1" u="none" strike="noStrike" cap="none" dirty="0">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10004"/>
                  </a:ext>
                </a:extLst>
              </a:tr>
              <a:tr h="278213">
                <a:tc>
                  <a:txBody>
                    <a:bodyPr/>
                    <a:lstStyle/>
                    <a:p>
                      <a:pPr marL="0" marR="0" lvl="0" indent="0" algn="ctr" rtl="0">
                        <a:spcBef>
                          <a:spcPts val="0"/>
                        </a:spcBef>
                        <a:spcAft>
                          <a:spcPts val="0"/>
                        </a:spcAft>
                        <a:buNone/>
                      </a:pPr>
                      <a:r>
                        <a:rPr lang="en-US" sz="1400" b="1" u="none" strike="noStrike" cap="none" dirty="0">
                          <a:solidFill>
                            <a:srgbClr val="F28943"/>
                          </a:solidFill>
                          <a:latin typeface="Calibri"/>
                          <a:ea typeface="Calibri"/>
                          <a:cs typeface="Calibri"/>
                          <a:sym typeface="Calibri"/>
                          <a:hlinkClick r:id="rId16" action="ppaction://hlinksldjump">
                            <a:extLst>
                              <a:ext uri="{A12FA001-AC4F-418D-AE19-62706E023703}">
                                <ahyp:hlinkClr xmlns:ahyp="http://schemas.microsoft.com/office/drawing/2018/hyperlinkcolor" val="tx"/>
                              </a:ext>
                            </a:extLst>
                          </a:hlinkClick>
                        </a:rPr>
                        <a:t>QRH</a:t>
                      </a:r>
                      <a:endParaRPr sz="1400" b="1" u="none" strike="noStrike" cap="none" dirty="0">
                        <a:solidFill>
                          <a:srgbClr val="F28943"/>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400" b="1" u="none" strike="noStrike" cap="none" dirty="0">
                          <a:solidFill>
                            <a:schemeClr val="bg2"/>
                          </a:solidFill>
                          <a:latin typeface="Calibri"/>
                          <a:ea typeface="Calibri"/>
                          <a:cs typeface="Calibri"/>
                          <a:sym typeface="Calibri"/>
                          <a:hlinkClick r:id="rId17" action="ppaction://hlinksldjump"/>
                        </a:rPr>
                        <a:t>RESET</a:t>
                      </a:r>
                      <a:endParaRPr sz="1400" b="1" u="none" strike="noStrike" cap="none" dirty="0">
                        <a:solidFill>
                          <a:schemeClr val="bg2"/>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2972723870"/>
                  </a:ext>
                </a:extLst>
              </a:tr>
            </a:tbl>
          </a:graphicData>
        </a:graphic>
      </p:graphicFrame>
      <p:sp>
        <p:nvSpPr>
          <p:cNvPr id="91" name="Google Shape;91;p1"/>
          <p:cNvSpPr txBox="1"/>
          <p:nvPr/>
        </p:nvSpPr>
        <p:spPr>
          <a:xfrm>
            <a:off x="1384420" y="818320"/>
            <a:ext cx="920606" cy="24618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b="1" i="0" u="none" strike="noStrike" cap="none" dirty="0">
                <a:solidFill>
                  <a:schemeClr val="dk1"/>
                </a:solidFill>
                <a:latin typeface="Calibri"/>
                <a:ea typeface="Calibri"/>
                <a:cs typeface="Calibri"/>
                <a:sym typeface="Calibri"/>
              </a:rPr>
              <a:t>by </a:t>
            </a:r>
            <a:r>
              <a:rPr lang="en-US" sz="1000" b="1" i="0" u="none" strike="noStrike" cap="none" dirty="0" err="1">
                <a:solidFill>
                  <a:schemeClr val="dk1"/>
                </a:solidFill>
                <a:latin typeface="Calibri"/>
                <a:ea typeface="Calibri"/>
                <a:cs typeface="Calibri"/>
                <a:sym typeface="Calibri"/>
              </a:rPr>
              <a:t>Flyingdeuk</a:t>
            </a:r>
            <a:endParaRPr sz="1000" b="1" dirty="0">
              <a:solidFill>
                <a:schemeClr val="dk1"/>
              </a:solidFill>
              <a:latin typeface="Calibri"/>
              <a:ea typeface="Calibri"/>
              <a:cs typeface="Calibri"/>
              <a:sym typeface="Calibri"/>
            </a:endParaRPr>
          </a:p>
        </p:txBody>
      </p:sp>
      <p:sp>
        <p:nvSpPr>
          <p:cNvPr id="92" name="Google Shape;92;p1"/>
          <p:cNvSpPr txBox="1"/>
          <p:nvPr/>
        </p:nvSpPr>
        <p:spPr>
          <a:xfrm>
            <a:off x="1298961" y="58256"/>
            <a:ext cx="1025795" cy="24618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b="1" dirty="0">
                <a:solidFill>
                  <a:srgbClr val="0070C0"/>
                </a:solidFill>
                <a:latin typeface="Calibri"/>
                <a:ea typeface="Calibri"/>
                <a:cs typeface="Calibri"/>
                <a:sym typeface="Calibri"/>
              </a:rPr>
              <a:t>VER. 25.2.15</a:t>
            </a:r>
            <a:endParaRPr sz="1000" b="1" dirty="0">
              <a:solidFill>
                <a:srgbClr val="0070C0"/>
              </a:solidFill>
              <a:latin typeface="Calibri"/>
              <a:ea typeface="Calibri"/>
              <a:cs typeface="Calibri"/>
              <a:sym typeface="Calibri"/>
            </a:endParaRPr>
          </a:p>
        </p:txBody>
      </p:sp>
      <p:sp>
        <p:nvSpPr>
          <p:cNvPr id="2" name="TextBox 1">
            <a:extLst>
              <a:ext uri="{FF2B5EF4-FFF2-40B4-BE49-F238E27FC236}">
                <a16:creationId xmlns:a16="http://schemas.microsoft.com/office/drawing/2014/main" id="{0057724C-88B0-A932-6665-9CCC34DC2660}"/>
              </a:ext>
            </a:extLst>
          </p:cNvPr>
          <p:cNvSpPr txBox="1"/>
          <p:nvPr/>
        </p:nvSpPr>
        <p:spPr>
          <a:xfrm>
            <a:off x="84097" y="808050"/>
            <a:ext cx="1393563" cy="246221"/>
          </a:xfrm>
          <a:prstGeom prst="rect">
            <a:avLst/>
          </a:prstGeom>
          <a:noFill/>
        </p:spPr>
        <p:txBody>
          <a:bodyPr wrap="square" rtlCol="0">
            <a:spAutoFit/>
          </a:bodyPr>
          <a:lstStyle/>
          <a:p>
            <a:r>
              <a:rPr lang="en-US" altLang="ko-Kore-KR" sz="1000" u="none" strike="noStrike" cap="none" dirty="0">
                <a:latin typeface="Calibri"/>
                <a:ea typeface="Calibri"/>
                <a:cs typeface="Calibri"/>
                <a:sym typeface="Calibri"/>
              </a:rPr>
              <a:t>☝️ </a:t>
            </a:r>
            <a:r>
              <a:rPr kumimoji="1" lang="en-US" altLang="ko-Kore-KR" sz="900" b="1" u="sng" dirty="0">
                <a:solidFill>
                  <a:schemeClr val="accent1"/>
                </a:solidFill>
              </a:rPr>
              <a:t>Click for Update</a:t>
            </a:r>
            <a:endParaRPr kumimoji="1" lang="ko-Kore-KR" altLang="en-US" sz="900" b="1" u="sng" dirty="0">
              <a:solidFill>
                <a:schemeClr val="accent1"/>
              </a:solidFill>
            </a:endParaRPr>
          </a:p>
        </p:txBody>
      </p:sp>
    </p:spTree>
    <p:extLst>
      <p:ext uri="{BB962C8B-B14F-4D97-AF65-F5344CB8AC3E}">
        <p14:creationId xmlns:p14="http://schemas.microsoft.com/office/powerpoint/2010/main" val="17839529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3965341495"/>
              </p:ext>
            </p:extLst>
          </p:nvPr>
        </p:nvGraphicFramePr>
        <p:xfrm>
          <a:off x="98101" y="132865"/>
          <a:ext cx="2132650" cy="4096062"/>
        </p:xfrm>
        <a:graphic>
          <a:graphicData uri="http://schemas.openxmlformats.org/drawingml/2006/table">
            <a:tbl>
              <a:tblPr firstRow="1" bandRow="1">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972615961"/>
                    </a:ext>
                  </a:extLst>
                </a:gridCol>
              </a:tblGrid>
              <a:tr h="948086">
                <a:tc gridSpan="2">
                  <a:txBody>
                    <a:bodyPr/>
                    <a:lstStyle/>
                    <a:p>
                      <a:pPr marL="0" marR="0" lvl="0" indent="0" algn="ctr" rtl="0">
                        <a:spcBef>
                          <a:spcPts val="0"/>
                        </a:spcBef>
                        <a:spcAft>
                          <a:spcPts val="0"/>
                        </a:spcAft>
                        <a:buNone/>
                      </a:pPr>
                      <a:r>
                        <a:rPr lang="en-US" sz="2800" b="1" u="none" strike="noStrike" cap="none" dirty="0">
                          <a:solidFill>
                            <a:schemeClr val="bg1"/>
                          </a:solidFill>
                          <a:sym typeface="Calibri"/>
                        </a:rPr>
                        <a:t>Domestic</a:t>
                      </a:r>
                      <a:endParaRPr sz="28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786994">
                <a:tc>
                  <a:txBody>
                    <a:bodyPr/>
                    <a:lstStyle/>
                    <a:p>
                      <a:pPr marL="0" marR="0" lvl="0" indent="0" algn="ctr" rtl="0">
                        <a:spcBef>
                          <a:spcPts val="0"/>
                        </a:spcBef>
                        <a:spcAft>
                          <a:spcPts val="0"/>
                        </a:spcAft>
                        <a:buNone/>
                      </a:pPr>
                      <a:r>
                        <a:rPr lang="en-US" sz="2000" b="1" i="0" u="none" strike="noStrike" cap="none" dirty="0">
                          <a:solidFill>
                            <a:schemeClr val="bg1"/>
                          </a:solidFill>
                          <a:latin typeface="Calibri" panose="020F0502020204030204" pitchFamily="34" charset="0"/>
                          <a:ea typeface="+mj-ea"/>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sz="2000" b="1" i="0" u="none" strike="noStrike" cap="none" dirty="0">
                        <a:solidFill>
                          <a:schemeClr val="bg1"/>
                        </a:solidFill>
                        <a:latin typeface="Calibri" panose="020F0502020204030204" pitchFamily="34" charset="0"/>
                        <a:ea typeface="+mj-ea"/>
                        <a:cs typeface="Calibri" panose="020F0502020204030204" pitchFamily="34" charset="0"/>
                        <a:sym typeface="Calibri"/>
                      </a:endParaRPr>
                    </a:p>
                  </a:txBody>
                  <a:tcPr marL="0" marR="0" marT="0" marB="0" anchor="ctr"/>
                </a:tc>
                <a:tc>
                  <a:txBody>
                    <a:bodyPr/>
                    <a:lstStyle/>
                    <a:p>
                      <a:pPr marL="0" marR="0" lvl="0" indent="0" algn="ctr" rtl="0">
                        <a:spcBef>
                          <a:spcPts val="0"/>
                        </a:spcBef>
                        <a:spcAft>
                          <a:spcPts val="0"/>
                        </a:spcAft>
                        <a:buNone/>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0"/>
                  </a:ext>
                </a:extLst>
              </a:tr>
              <a:tr h="786994">
                <a:tc>
                  <a:txBody>
                    <a:bodyPr/>
                    <a:lstStyle/>
                    <a:p>
                      <a:pPr marL="0" marR="0" lvl="0" indent="0" algn="ctr" rtl="0">
                        <a:spcBef>
                          <a:spcPts val="0"/>
                        </a:spcBef>
                        <a:spcAft>
                          <a:spcPts val="0"/>
                        </a:spcAft>
                        <a:buNone/>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1"/>
                  </a:ext>
                </a:extLst>
              </a:tr>
              <a:tr h="78699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5"/>
                  </a:ext>
                </a:extLst>
              </a:tr>
              <a:tr h="78699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7"/>
                  </a:ext>
                </a:extLst>
              </a:tr>
            </a:tbl>
          </a:graphicData>
        </a:graphic>
      </p:graphicFrame>
      <p:graphicFrame>
        <p:nvGraphicFramePr>
          <p:cNvPr id="90" name="Google Shape;90;p1"/>
          <p:cNvGraphicFramePr/>
          <p:nvPr>
            <p:extLst>
              <p:ext uri="{D42A27DB-BD31-4B8C-83A1-F6EECF244321}">
                <p14:modId xmlns:p14="http://schemas.microsoft.com/office/powerpoint/2010/main" val="3099304272"/>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166FA5EE-DE6A-B27F-96EF-30D8A6622BEF}"/>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82617278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1830274576"/>
              </p:ext>
            </p:extLst>
          </p:nvPr>
        </p:nvGraphicFramePr>
        <p:xfrm>
          <a:off x="0" y="-1"/>
          <a:ext cx="2328875" cy="376285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50342">
                <a:tc>
                  <a:txBody>
                    <a:bodyPr/>
                    <a:lstStyle/>
                    <a:p>
                      <a:pPr marL="0" marR="0" lvl="0" indent="0" algn="l" rtl="0">
                        <a:spcBef>
                          <a:spcPts val="0"/>
                        </a:spcBef>
                        <a:spcAft>
                          <a:spcPts val="0"/>
                        </a:spcAft>
                        <a:buNone/>
                      </a:pPr>
                      <a:r>
                        <a:rPr lang="en-US" sz="1100" b="1" dirty="0">
                          <a:latin typeface="Calibri"/>
                          <a:ea typeface="Calibri"/>
                          <a:cs typeface="Calibri"/>
                          <a:sym typeface="Calibri"/>
                        </a:rPr>
                        <a:t>WELCOME PA</a:t>
                      </a:r>
                      <a:endParaRPr sz="11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622843">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622843">
                <a:tc>
                  <a:txBody>
                    <a:bodyPr/>
                    <a:lstStyle/>
                    <a:p>
                      <a:pPr marL="0" marR="0" lvl="0" indent="0" algn="l" rtl="0">
                        <a:lnSpc>
                          <a:spcPct val="100000"/>
                        </a:lnSpc>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Welcome aboard Korean Air.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3487273803"/>
              </p:ext>
            </p:extLst>
          </p:nvPr>
        </p:nvGraphicFramePr>
        <p:xfrm>
          <a:off x="109959" y="3860577"/>
          <a:ext cx="2112380" cy="861672"/>
        </p:xfrm>
        <a:graphic>
          <a:graphicData uri="http://schemas.openxmlformats.org/drawingml/2006/table">
            <a:tbl>
              <a:tblPr firstRow="1" bandRow="1">
                <a:noFill/>
                <a:tableStyleId>{A521BE36-7E6F-4EC9-8D66-1CF97A6895EC}</a:tableStyleId>
              </a:tblPr>
              <a:tblGrid>
                <a:gridCol w="447464">
                  <a:extLst>
                    <a:ext uri="{9D8B030D-6E8A-4147-A177-3AD203B41FA5}">
                      <a16:colId xmlns:a16="http://schemas.microsoft.com/office/drawing/2014/main" val="20000"/>
                    </a:ext>
                  </a:extLst>
                </a:gridCol>
                <a:gridCol w="1664916">
                  <a:extLst>
                    <a:ext uri="{9D8B030D-6E8A-4147-A177-3AD203B41FA5}">
                      <a16:colId xmlns:a16="http://schemas.microsoft.com/office/drawing/2014/main" val="20001"/>
                    </a:ext>
                  </a:extLst>
                </a:gridCol>
              </a:tblGrid>
              <a:tr h="184386">
                <a:tc gridSpan="2">
                  <a:txBody>
                    <a:bodyPr/>
                    <a:lstStyle/>
                    <a:p>
                      <a:pPr marL="0" marR="0" lvl="0" indent="0" algn="ctr" rtl="0">
                        <a:spcBef>
                          <a:spcPts val="0"/>
                        </a:spcBef>
                        <a:spcAft>
                          <a:spcPts val="0"/>
                        </a:spcAft>
                        <a:buNone/>
                      </a:pPr>
                      <a:r>
                        <a:rPr lang="en-US" sz="1400" b="0" dirty="0"/>
                        <a:t>Domestic</a:t>
                      </a:r>
                      <a:endParaRPr sz="1400" b="0" dirty="0"/>
                    </a:p>
                  </a:txBody>
                  <a:tcPr marL="0" marR="0" marT="0" marB="0"/>
                </a:tc>
                <a:tc hMerge="1">
                  <a:txBody>
                    <a:bodyPr/>
                    <a:lstStyle/>
                    <a:p>
                      <a:pPr marL="0" marR="0" lvl="0" indent="0" algn="ctr" rtl="0">
                        <a:spcBef>
                          <a:spcPts val="0"/>
                        </a:spcBef>
                        <a:spcAft>
                          <a:spcPts val="0"/>
                        </a:spcAft>
                        <a:buNone/>
                      </a:pPr>
                      <a:endParaRPr b="0" dirty="0"/>
                    </a:p>
                  </a:txBody>
                  <a:tcPr marL="0" marR="0" marT="0" marB="0"/>
                </a:tc>
                <a:extLst>
                  <a:ext uri="{0D108BD9-81ED-4DB2-BD59-A6C34878D82A}">
                    <a16:rowId xmlns:a16="http://schemas.microsoft.com/office/drawing/2014/main" val="1412390786"/>
                  </a:ext>
                </a:extLst>
              </a:tr>
              <a:tr h="162078">
                <a:tc>
                  <a:txBody>
                    <a:bodyPr/>
                    <a:lstStyle/>
                    <a:p>
                      <a:pPr marL="0" marR="0" lvl="0" indent="0" algn="ctr" rtl="0">
                        <a:spcBef>
                          <a:spcPts val="0"/>
                        </a:spcBef>
                        <a:spcAft>
                          <a:spcPts val="0"/>
                        </a:spcAft>
                        <a:buNone/>
                      </a:pPr>
                      <a:r>
                        <a:rPr lang="en-US" sz="900" b="0" dirty="0"/>
                        <a:t>GMP</a:t>
                      </a:r>
                      <a:endParaRPr sz="900" b="0" dirty="0"/>
                    </a:p>
                  </a:txBody>
                  <a:tcPr marL="0" marR="0" marT="0" marB="0"/>
                </a:tc>
                <a:tc>
                  <a:txBody>
                    <a:bodyPr/>
                    <a:lstStyle/>
                    <a:p>
                      <a:pPr marL="0" marR="0" lvl="0" indent="0" algn="ctr" rtl="0">
                        <a:spcBef>
                          <a:spcPts val="0"/>
                        </a:spcBef>
                        <a:spcAft>
                          <a:spcPts val="0"/>
                        </a:spcAft>
                        <a:buNone/>
                      </a:pPr>
                      <a:r>
                        <a:rPr lang="en-US" sz="900" b="0" dirty="0" err="1"/>
                        <a:t>서울</a:t>
                      </a:r>
                      <a:r>
                        <a:rPr lang="en-US" sz="900" b="0" dirty="0"/>
                        <a:t>/</a:t>
                      </a:r>
                      <a:r>
                        <a:rPr lang="en-US" sz="900" b="0" dirty="0" err="1"/>
                        <a:t>김포국제</a:t>
                      </a:r>
                      <a:endParaRPr sz="1600" b="0" dirty="0"/>
                    </a:p>
                  </a:txBody>
                  <a:tcPr marL="0" marR="0" marT="0" marB="0"/>
                </a:tc>
                <a:extLst>
                  <a:ext uri="{0D108BD9-81ED-4DB2-BD59-A6C34878D82A}">
                    <a16:rowId xmlns:a16="http://schemas.microsoft.com/office/drawing/2014/main" val="10000"/>
                  </a:ext>
                </a:extLst>
              </a:tr>
              <a:tr h="162078">
                <a:tc>
                  <a:txBody>
                    <a:bodyPr/>
                    <a:lstStyle/>
                    <a:p>
                      <a:pPr marL="0" marR="0" lvl="0" indent="0" algn="ctr" rtl="0">
                        <a:spcBef>
                          <a:spcPts val="0"/>
                        </a:spcBef>
                        <a:spcAft>
                          <a:spcPts val="0"/>
                        </a:spcAft>
                        <a:buNone/>
                      </a:pPr>
                      <a:r>
                        <a:rPr lang="en-US" sz="900" dirty="0"/>
                        <a:t>ICN</a:t>
                      </a:r>
                      <a:endParaRPr sz="900" dirty="0"/>
                    </a:p>
                  </a:txBody>
                  <a:tcPr marL="0" marR="0" marT="0" marB="0"/>
                </a:tc>
                <a:tc>
                  <a:txBody>
                    <a:bodyPr/>
                    <a:lstStyle/>
                    <a:p>
                      <a:pPr marL="0" marR="0" lvl="0" indent="0" algn="ctr" rtl="0">
                        <a:spcBef>
                          <a:spcPts val="0"/>
                        </a:spcBef>
                        <a:spcAft>
                          <a:spcPts val="0"/>
                        </a:spcAft>
                        <a:buNone/>
                      </a:pPr>
                      <a:r>
                        <a:rPr lang="en-US" sz="900" dirty="0" err="1"/>
                        <a:t>서울</a:t>
                      </a:r>
                      <a:r>
                        <a:rPr lang="en-US" sz="900" dirty="0"/>
                        <a:t>/</a:t>
                      </a:r>
                      <a:r>
                        <a:rPr lang="en-US" sz="900" dirty="0" err="1"/>
                        <a:t>인천국제</a:t>
                      </a:r>
                      <a:endParaRPr sz="1600" dirty="0"/>
                    </a:p>
                  </a:txBody>
                  <a:tcPr marL="0" marR="0" marT="0" marB="0"/>
                </a:tc>
                <a:extLst>
                  <a:ext uri="{0D108BD9-81ED-4DB2-BD59-A6C34878D82A}">
                    <a16:rowId xmlns:a16="http://schemas.microsoft.com/office/drawing/2014/main" val="10001"/>
                  </a:ext>
                </a:extLst>
              </a:tr>
              <a:tr h="162078">
                <a:tc>
                  <a:txBody>
                    <a:bodyPr/>
                    <a:lstStyle/>
                    <a:p>
                      <a:pPr marL="0" marR="0" lvl="0" indent="0" algn="ctr" rtl="0">
                        <a:spcBef>
                          <a:spcPts val="0"/>
                        </a:spcBef>
                        <a:spcAft>
                          <a:spcPts val="0"/>
                        </a:spcAft>
                        <a:buNone/>
                      </a:pPr>
                      <a:r>
                        <a:rPr lang="en-US" sz="900" dirty="0"/>
                        <a:t>CJU</a:t>
                      </a:r>
                      <a:endParaRPr sz="900" dirty="0"/>
                    </a:p>
                  </a:txBody>
                  <a:tcPr marL="0" marR="0" marT="0" marB="0"/>
                </a:tc>
                <a:tc>
                  <a:txBody>
                    <a:bodyPr/>
                    <a:lstStyle/>
                    <a:p>
                      <a:pPr marL="0" marR="0" lvl="0" indent="0" algn="ctr" rtl="0">
                        <a:spcBef>
                          <a:spcPts val="0"/>
                        </a:spcBef>
                        <a:spcAft>
                          <a:spcPts val="0"/>
                        </a:spcAft>
                        <a:buNone/>
                      </a:pPr>
                      <a:r>
                        <a:rPr lang="en-US" sz="900" dirty="0" err="1"/>
                        <a:t>제주국제</a:t>
                      </a:r>
                      <a:endParaRPr sz="1600" dirty="0"/>
                    </a:p>
                  </a:txBody>
                  <a:tcPr marL="0" marR="0" marT="0" marB="0"/>
                </a:tc>
                <a:extLst>
                  <a:ext uri="{0D108BD9-81ED-4DB2-BD59-A6C34878D82A}">
                    <a16:rowId xmlns:a16="http://schemas.microsoft.com/office/drawing/2014/main" val="10002"/>
                  </a:ext>
                </a:extLst>
              </a:tr>
              <a:tr h="162078">
                <a:tc>
                  <a:txBody>
                    <a:bodyPr/>
                    <a:lstStyle/>
                    <a:p>
                      <a:pPr marL="0" marR="0" lvl="0" indent="0" algn="ctr" rtl="0">
                        <a:spcBef>
                          <a:spcPts val="0"/>
                        </a:spcBef>
                        <a:spcAft>
                          <a:spcPts val="0"/>
                        </a:spcAft>
                        <a:buNone/>
                      </a:pPr>
                      <a:r>
                        <a:rPr lang="en-US" sz="900" dirty="0"/>
                        <a:t>PUS</a:t>
                      </a:r>
                      <a:endParaRPr sz="900" dirty="0"/>
                    </a:p>
                  </a:txBody>
                  <a:tcPr marL="0" marR="0" marT="0" marB="0"/>
                </a:tc>
                <a:tc>
                  <a:txBody>
                    <a:bodyPr/>
                    <a:lstStyle/>
                    <a:p>
                      <a:pPr marL="0" marR="0" lvl="0" indent="0" algn="ctr" rtl="0">
                        <a:spcBef>
                          <a:spcPts val="0"/>
                        </a:spcBef>
                        <a:spcAft>
                          <a:spcPts val="0"/>
                        </a:spcAft>
                        <a:buNone/>
                      </a:pPr>
                      <a:r>
                        <a:rPr lang="en-US" sz="900" dirty="0" err="1"/>
                        <a:t>부산</a:t>
                      </a:r>
                      <a:r>
                        <a:rPr lang="en-US" sz="900" dirty="0"/>
                        <a:t>/</a:t>
                      </a:r>
                      <a:r>
                        <a:rPr lang="en-US" sz="900" dirty="0" err="1"/>
                        <a:t>김해국제</a:t>
                      </a:r>
                      <a:endParaRPr sz="900" dirty="0"/>
                    </a:p>
                  </a:txBody>
                  <a:tcPr marL="0" marR="0" marT="0" marB="0"/>
                </a:tc>
                <a:extLst>
                  <a:ext uri="{0D108BD9-81ED-4DB2-BD59-A6C34878D82A}">
                    <a16:rowId xmlns:a16="http://schemas.microsoft.com/office/drawing/2014/main" val="10003"/>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702671" y="5194211"/>
            <a:ext cx="1085619"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Domestic</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TextBox 1">
            <a:extLst>
              <a:ext uri="{FF2B5EF4-FFF2-40B4-BE49-F238E27FC236}">
                <a16:creationId xmlns:a16="http://schemas.microsoft.com/office/drawing/2014/main" id="{88375B34-8C64-6DD0-9FBE-ACB2C6F75CC8}"/>
              </a:ext>
            </a:extLst>
          </p:cNvPr>
          <p:cNvSpPr txBox="1"/>
          <p:nvPr/>
        </p:nvSpPr>
        <p:spPr>
          <a:xfrm>
            <a:off x="1708763" y="5146017"/>
            <a:ext cx="722812" cy="338554"/>
          </a:xfrm>
          <a:prstGeom prst="rect">
            <a:avLst/>
          </a:prstGeom>
          <a:noFill/>
        </p:spPr>
        <p:txBody>
          <a:bodyPr wrap="square" rtlCol="0">
            <a:spAutoFit/>
          </a:bodyPr>
          <a:lstStyle/>
          <a:p>
            <a:r>
              <a:rPr kumimoji="1" lang="ko-Kore-KR" altLang="en-US" sz="800" b="1" dirty="0">
                <a:solidFill>
                  <a:srgbClr val="FF0000"/>
                </a:solidFill>
              </a:rPr>
              <a:t>도착</a:t>
            </a:r>
            <a:r>
              <a:rPr kumimoji="1" lang="ko-KR" altLang="en-US" sz="800" b="1" dirty="0">
                <a:solidFill>
                  <a:srgbClr val="FF0000"/>
                </a:solidFill>
              </a:rPr>
              <a:t> 방송 </a:t>
            </a:r>
            <a:r>
              <a:rPr kumimoji="1" lang="en-US" altLang="ko-KR" sz="800" b="1" dirty="0">
                <a:solidFill>
                  <a:srgbClr val="FF0000"/>
                </a:solidFill>
              </a:rPr>
              <a:t>Next Page</a:t>
            </a:r>
            <a:endParaRPr kumimoji="1" lang="ko-Kore-KR" altLang="en-US" sz="800" b="1" dirty="0">
              <a:solidFill>
                <a:srgbClr val="FF0000"/>
              </a:solidFill>
            </a:endParaRPr>
          </a:p>
        </p:txBody>
      </p:sp>
      <p:sp>
        <p:nvSpPr>
          <p:cNvPr id="4" name="직사각형 3">
            <a:hlinkClick r:id="" action="ppaction://hlinkshowjump?jump=firstslide"/>
            <a:extLst>
              <a:ext uri="{FF2B5EF4-FFF2-40B4-BE49-F238E27FC236}">
                <a16:creationId xmlns:a16="http://schemas.microsoft.com/office/drawing/2014/main" id="{CCDF1224-C7E5-5FD7-658D-99524AF467D7}"/>
              </a:ext>
            </a:extLst>
          </p:cNvPr>
          <p:cNvSpPr/>
          <p:nvPr/>
        </p:nvSpPr>
        <p:spPr>
          <a:xfrm>
            <a:off x="59469" y="5182349"/>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93675017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1763560716"/>
              </p:ext>
            </p:extLst>
          </p:nvPr>
        </p:nvGraphicFramePr>
        <p:xfrm>
          <a:off x="0" y="0"/>
          <a:ext cx="2328876" cy="4921399"/>
        </p:xfrm>
        <a:graphic>
          <a:graphicData uri="http://schemas.openxmlformats.org/drawingml/2006/table">
            <a:tbl>
              <a:tblPr firstRow="1" bandRow="1">
                <a:noFill/>
                <a:tableStyleId>{A521BE36-7E6F-4EC9-8D66-1CF97A6895EC}</a:tableStyleId>
              </a:tblPr>
              <a:tblGrid>
                <a:gridCol w="1164438">
                  <a:extLst>
                    <a:ext uri="{9D8B030D-6E8A-4147-A177-3AD203B41FA5}">
                      <a16:colId xmlns:a16="http://schemas.microsoft.com/office/drawing/2014/main" val="20000"/>
                    </a:ext>
                  </a:extLst>
                </a:gridCol>
                <a:gridCol w="272476">
                  <a:extLst>
                    <a:ext uri="{9D8B030D-6E8A-4147-A177-3AD203B41FA5}">
                      <a16:colId xmlns:a16="http://schemas.microsoft.com/office/drawing/2014/main" val="2595559527"/>
                    </a:ext>
                  </a:extLst>
                </a:gridCol>
                <a:gridCol w="891962">
                  <a:extLst>
                    <a:ext uri="{9D8B030D-6E8A-4147-A177-3AD203B41FA5}">
                      <a16:colId xmlns:a16="http://schemas.microsoft.com/office/drawing/2014/main" val="1608007032"/>
                    </a:ext>
                  </a:extLst>
                </a:gridCol>
              </a:tblGrid>
              <a:tr h="0">
                <a:tc gridSpan="3">
                  <a:txBody>
                    <a:bodyPr/>
                    <a:lstStyle/>
                    <a:p>
                      <a:pPr marL="0" marR="0" lvl="0" indent="0" algn="l" rtl="0">
                        <a:spcBef>
                          <a:spcPts val="0"/>
                        </a:spcBef>
                        <a:spcAft>
                          <a:spcPts val="0"/>
                        </a:spcAft>
                        <a:buNone/>
                      </a:pPr>
                      <a:r>
                        <a:rPr lang="ko-KR" altLang="en-US" sz="1000" b="1" dirty="0">
                          <a:latin typeface="Calibri"/>
                          <a:ea typeface="Calibri"/>
                          <a:cs typeface="Calibri"/>
                          <a:sym typeface="Calibri"/>
                        </a:rPr>
                        <a:t>도착</a:t>
                      </a:r>
                      <a:r>
                        <a:rPr lang="en-US" sz="1000" b="1" dirty="0">
                          <a:latin typeface="Calibri"/>
                          <a:ea typeface="Calibri"/>
                          <a:cs typeface="Calibri"/>
                          <a:sym typeface="Calibri"/>
                        </a:rPr>
                        <a:t> </a:t>
                      </a:r>
                      <a:r>
                        <a:rPr lang="ko-KR" altLang="en-US" sz="1000" b="1" dirty="0">
                          <a:latin typeface="Calibri"/>
                          <a:ea typeface="Calibri"/>
                          <a:cs typeface="Calibri"/>
                          <a:sym typeface="Calibri"/>
                        </a:rPr>
                        <a:t>방송 </a:t>
                      </a:r>
                      <a:r>
                        <a:rPr lang="en-US" altLang="ko-KR" sz="1000" b="1" dirty="0">
                          <a:latin typeface="Calibri"/>
                          <a:ea typeface="Calibri"/>
                          <a:cs typeface="Calibri"/>
                          <a:sym typeface="Calibri"/>
                        </a:rPr>
                        <a:t>(5</a:t>
                      </a:r>
                      <a:r>
                        <a:rPr lang="ko-KR" altLang="en-US" sz="1000" b="1" dirty="0">
                          <a:latin typeface="Calibri"/>
                          <a:ea typeface="Calibri"/>
                          <a:cs typeface="Calibri"/>
                          <a:sym typeface="Calibri"/>
                        </a:rPr>
                        <a:t>시간이상</a:t>
                      </a:r>
                      <a:r>
                        <a:rPr lang="en-US" altLang="ko-KR" sz="1000" b="1" dirty="0">
                          <a:latin typeface="Calibri"/>
                          <a:ea typeface="Calibri"/>
                          <a:cs typeface="Calibri"/>
                          <a:sym typeface="Calibri"/>
                        </a:rPr>
                        <a:t>,</a:t>
                      </a:r>
                      <a:r>
                        <a:rPr lang="ko-KR" altLang="en-US" sz="1000" b="1" dirty="0">
                          <a:latin typeface="Calibri"/>
                          <a:ea typeface="Calibri"/>
                          <a:cs typeface="Calibri"/>
                          <a:sym typeface="Calibri"/>
                        </a:rPr>
                        <a:t> </a:t>
                      </a:r>
                      <a:r>
                        <a:rPr lang="en-US" altLang="ko-KR" sz="1000" b="1" dirty="0">
                          <a:latin typeface="Calibri"/>
                          <a:ea typeface="Calibri"/>
                          <a:cs typeface="Calibri"/>
                          <a:sym typeface="Calibri"/>
                        </a:rPr>
                        <a:t>40</a:t>
                      </a:r>
                      <a:r>
                        <a:rPr lang="ko-KR" altLang="en-US" sz="1000" b="1" dirty="0">
                          <a:latin typeface="Calibri"/>
                          <a:ea typeface="Calibri"/>
                          <a:cs typeface="Calibri"/>
                          <a:sym typeface="Calibri"/>
                        </a:rPr>
                        <a:t>분전</a:t>
                      </a:r>
                      <a:r>
                        <a:rPr lang="en-US" altLang="ko-KR" sz="1000" b="1" dirty="0">
                          <a:latin typeface="Calibri"/>
                          <a:ea typeface="Calibri"/>
                          <a:cs typeface="Calibri"/>
                          <a:sym typeface="Calibri"/>
                        </a:rPr>
                        <a:t>)</a:t>
                      </a:r>
                    </a:p>
                    <a:p>
                      <a:pPr marL="0" marR="0" lvl="0" indent="0" algn="l" rtl="0">
                        <a:spcBef>
                          <a:spcPts val="0"/>
                        </a:spcBef>
                        <a:spcAft>
                          <a:spcPts val="0"/>
                        </a:spcAft>
                        <a:buNone/>
                      </a:pPr>
                      <a:r>
                        <a:rPr lang="ko-KR" altLang="en-US" sz="1000" b="0" dirty="0">
                          <a:solidFill>
                            <a:srgbClr val="FFC000"/>
                          </a:solidFill>
                          <a:latin typeface="Calibri"/>
                          <a:ea typeface="Calibri"/>
                          <a:cs typeface="Calibri"/>
                          <a:sym typeface="Calibri"/>
                        </a:rPr>
                        <a:t>출발지 기준 </a:t>
                      </a:r>
                      <a:r>
                        <a:rPr lang="en-US" altLang="ko-KR" sz="1000" b="0" dirty="0">
                          <a:solidFill>
                            <a:srgbClr val="FFC000"/>
                          </a:solidFill>
                          <a:latin typeface="Calibri"/>
                          <a:ea typeface="Calibri"/>
                          <a:cs typeface="Calibri"/>
                          <a:sym typeface="Calibri"/>
                        </a:rPr>
                        <a:t>2200-0800</a:t>
                      </a:r>
                      <a:r>
                        <a:rPr lang="ko-KR" altLang="en-US" sz="1000" b="0" dirty="0">
                          <a:solidFill>
                            <a:srgbClr val="FFC000"/>
                          </a:solidFill>
                          <a:latin typeface="Calibri"/>
                          <a:ea typeface="Calibri"/>
                          <a:cs typeface="Calibri"/>
                          <a:sym typeface="Calibri"/>
                        </a:rPr>
                        <a:t> </a:t>
                      </a:r>
                      <a:r>
                        <a:rPr lang="en-US" altLang="ko-KR" sz="1000" b="0" dirty="0">
                          <a:solidFill>
                            <a:srgbClr val="FFC000"/>
                          </a:solidFill>
                          <a:latin typeface="Calibri"/>
                          <a:ea typeface="Calibri"/>
                          <a:cs typeface="Calibri"/>
                          <a:sym typeface="Calibri"/>
                        </a:rPr>
                        <a:t>Quiet Hour</a:t>
                      </a:r>
                      <a:r>
                        <a:rPr lang="ko-KR" altLang="en-US" sz="1000" b="0" dirty="0">
                          <a:solidFill>
                            <a:srgbClr val="FFC000"/>
                          </a:solidFill>
                          <a:latin typeface="Calibri"/>
                          <a:ea typeface="Calibri"/>
                          <a:cs typeface="Calibri"/>
                          <a:sym typeface="Calibri"/>
                        </a:rPr>
                        <a:t> </a:t>
                      </a:r>
                      <a:endParaRPr sz="1000" b="0" dirty="0">
                        <a:solidFill>
                          <a:srgbClr val="FFC000"/>
                        </a:solidFill>
                        <a:latin typeface="Calibri"/>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574756">
                <a:tc gridSpan="3">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ko-KR" altLang="en-US" sz="800" b="1" dirty="0">
                          <a:latin typeface="Calibri"/>
                          <a:ea typeface="Calibri"/>
                          <a:cs typeface="Calibri"/>
                          <a:sym typeface="Calibri"/>
                        </a:rPr>
                        <a:t>저는 기장입니다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우리 비행기는 앞으로 약 </a:t>
                      </a:r>
                      <a:r>
                        <a:rPr lang="en-US" altLang="ko-KR" sz="800" b="1" dirty="0">
                          <a:latin typeface="Calibri"/>
                          <a:ea typeface="Calibri"/>
                          <a:cs typeface="Calibri"/>
                          <a:sym typeface="Calibri"/>
                        </a:rPr>
                        <a:t>(40)</a:t>
                      </a:r>
                      <a:r>
                        <a:rPr lang="ko-KR" altLang="en-US" sz="800" b="1" dirty="0">
                          <a:latin typeface="Calibri"/>
                          <a:ea typeface="Calibri"/>
                          <a:cs typeface="Calibri"/>
                          <a:sym typeface="Calibri"/>
                        </a:rPr>
                        <a:t>분 후에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국제공항에 착륙 예정입니다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현재 공항의 날씨는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 기온은 섭씨 </a:t>
                      </a:r>
                      <a:r>
                        <a:rPr lang="en-US" altLang="ko-KR" sz="800" b="1" dirty="0">
                          <a:latin typeface="Calibri"/>
                          <a:ea typeface="Calibri"/>
                          <a:cs typeface="Calibri"/>
                          <a:sym typeface="Calibri"/>
                        </a:rPr>
                        <a:t>__</a:t>
                      </a:r>
                      <a:r>
                        <a:rPr lang="ko-KR" altLang="en-US" sz="800" b="1" dirty="0">
                          <a:latin typeface="Calibri"/>
                          <a:ea typeface="Calibri"/>
                          <a:cs typeface="Calibri"/>
                          <a:sym typeface="Calibri"/>
                        </a:rPr>
                        <a:t>도 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en-US" altLang="ko-KR" sz="800" b="1" dirty="0">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323911">
                <a:tc gridSpan="2">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맑으며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다소</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흐리며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이슬</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비가 내리며</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소나기가 내리며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바람이 불고 있으며</a:t>
                      </a:r>
                      <a:endParaRPr lang="en-US" altLang="ko-KR" sz="600" b="1" dirty="0">
                        <a:latin typeface="Calibri"/>
                        <a:ea typeface="Calibri"/>
                        <a:cs typeface="Calibri"/>
                        <a:sym typeface="Calibri"/>
                      </a:endParaRPr>
                    </a:p>
                  </a:txBody>
                  <a:tcPr marL="36000" marR="36000" marT="36000" marB="36000"/>
                </a:tc>
                <a:tc hMerge="1">
                  <a:txBody>
                    <a:bodyPr/>
                    <a:lstStyle/>
                    <a:p>
                      <a:endParaRPr lang="ko-Kore-KR" altLang="en-US"/>
                    </a:p>
                  </a:txBody>
                  <a:tcPr/>
                </a:tc>
                <a:tc>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눈이 오고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안개가 끼어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황사가 있으며</a:t>
                      </a:r>
                      <a:endParaRPr lang="en-US" altLang="ko-KR" sz="6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3804322827"/>
                  </a:ext>
                </a:extLst>
              </a:tr>
              <a:tr h="356733">
                <a:tc gridSpan="3">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지금 이곳의 시각은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월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일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요일</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오전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오후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시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분 입니다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고맙습니다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591553393"/>
                  </a:ext>
                </a:extLst>
              </a:tr>
              <a:tr h="280822">
                <a:tc gridSpan="3">
                  <a:txBody>
                    <a:bodyPr/>
                    <a:lstStyle/>
                    <a:p>
                      <a:pPr marL="0" marR="0" lvl="0" indent="0" algn="l" rtl="0">
                        <a:lnSpc>
                          <a:spcPct val="150000"/>
                        </a:lnSpc>
                        <a:spcBef>
                          <a:spcPts val="0"/>
                        </a:spcBef>
                        <a:spcAft>
                          <a:spcPts val="0"/>
                        </a:spcAft>
                        <a:buNone/>
                      </a:pPr>
                      <a:r>
                        <a:rPr lang="en-US" altLang="ko-KR" sz="800" b="1" dirty="0">
                          <a:latin typeface="Calibri"/>
                          <a:ea typeface="Calibri"/>
                          <a:cs typeface="Calibri"/>
                          <a:sym typeface="Calibri"/>
                        </a:rPr>
                        <a:t>L</a:t>
                      </a:r>
                      <a:r>
                        <a:rPr lang="en-US" sz="800" b="1" dirty="0">
                          <a:latin typeface="Calibri"/>
                          <a:ea typeface="Calibri"/>
                          <a:cs typeface="Calibri"/>
                          <a:sym typeface="Calibri"/>
                        </a:rPr>
                        <a:t>adies and gentlemen</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R" sz="800" b="1" dirty="0">
                          <a:latin typeface="Calibri"/>
                          <a:ea typeface="Calibri"/>
                          <a:cs typeface="Calibri"/>
                          <a:sym typeface="Calibri"/>
                        </a:rPr>
                        <a:t>t</a:t>
                      </a:r>
                      <a:r>
                        <a:rPr lang="en-US" sz="800" b="1" dirty="0">
                          <a:latin typeface="Calibri"/>
                          <a:ea typeface="Calibri"/>
                          <a:cs typeface="Calibri"/>
                          <a:sym typeface="Calibri"/>
                        </a:rPr>
                        <a:t>his is </a:t>
                      </a:r>
                      <a:r>
                        <a:rPr lang="en-US" altLang="ko-KR" sz="800" b="1" u="sng" dirty="0">
                          <a:latin typeface="Calibri"/>
                          <a:ea typeface="Calibri"/>
                          <a:cs typeface="Calibri"/>
                          <a:sym typeface="Calibri"/>
                        </a:rPr>
                        <a:t>the</a:t>
                      </a:r>
                      <a:r>
                        <a:rPr lang="ko-KR" altLang="en-US" sz="800" b="1" dirty="0">
                          <a:latin typeface="Calibri"/>
                          <a:ea typeface="Calibri"/>
                          <a:cs typeface="Calibri"/>
                          <a:sym typeface="Calibri"/>
                        </a:rPr>
                        <a:t> </a:t>
                      </a:r>
                      <a:r>
                        <a:rPr lang="en-US" sz="800" b="1" dirty="0">
                          <a:latin typeface="Calibri"/>
                          <a:ea typeface="Calibri"/>
                          <a:cs typeface="Calibri"/>
                          <a:sym typeface="Calibri"/>
                        </a:rPr>
                        <a:t>captain</a:t>
                      </a:r>
                      <a:r>
                        <a:rPr lang="ko-KR" altLang="en-US" sz="800" b="1" dirty="0">
                          <a:latin typeface="Calibri"/>
                          <a:ea typeface="Calibri"/>
                          <a:cs typeface="Calibri"/>
                          <a:sym typeface="Calibri"/>
                        </a:rPr>
                        <a:t> </a:t>
                      </a:r>
                      <a:r>
                        <a:rPr lang="en-US" sz="800" b="1" dirty="0">
                          <a:latin typeface="Calibri"/>
                          <a:ea typeface="Calibri"/>
                          <a:cs typeface="Calibri"/>
                          <a:sym typeface="Calibri"/>
                        </a:rPr>
                        <a:t>speaking. </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We expect to land at __ international airport in about (40) minutes.</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temperature at ___ is __ degrees Celsius, or __ degrees Fahrenheit </a:t>
                      </a:r>
                      <a:r>
                        <a:rPr lang="en-US" altLang="ko-KR" sz="700" b="0" dirty="0">
                          <a:solidFill>
                            <a:srgbClr val="00B050"/>
                          </a:solidFill>
                          <a:latin typeface="Calibri"/>
                          <a:ea typeface="Calibri"/>
                          <a:cs typeface="Calibri"/>
                          <a:sym typeface="Calibri"/>
                        </a:rPr>
                        <a:t>(NAVBLUE </a:t>
                      </a:r>
                      <a:r>
                        <a:rPr lang="ko-KR" altLang="en-US" sz="700" b="0" dirty="0">
                          <a:solidFill>
                            <a:srgbClr val="00B050"/>
                          </a:solidFill>
                          <a:latin typeface="Calibri"/>
                          <a:ea typeface="Calibri"/>
                          <a:cs typeface="Calibri"/>
                          <a:sym typeface="Calibri"/>
                        </a:rPr>
                        <a:t>참조</a:t>
                      </a:r>
                      <a:r>
                        <a:rPr lang="en-US" altLang="ko-KR" sz="700" b="0" dirty="0">
                          <a:solidFill>
                            <a:srgbClr val="00B050"/>
                          </a:solidFill>
                          <a:latin typeface="Calibri"/>
                          <a:ea typeface="Calibri"/>
                          <a:cs typeface="Calibri"/>
                          <a:sym typeface="Calibri"/>
                        </a:rPr>
                        <a:t>)</a:t>
                      </a:r>
                      <a:endParaRPr lang="en-US" altLang="ko-Kore-KR" sz="700" b="0" dirty="0">
                        <a:solidFill>
                          <a:srgbClr val="00B050"/>
                        </a:solidFill>
                        <a:latin typeface="Calibri"/>
                        <a:ea typeface="Calibri"/>
                        <a:cs typeface="Calibri"/>
                        <a:sym typeface="Calibri"/>
                      </a:endParaRP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and it is </a:t>
                      </a: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___. </a:t>
                      </a: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13012">
                <a:tc>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(mostly) clear</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(partly) cloudy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drizzling / raining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windy</a:t>
                      </a:r>
                      <a:endParaRPr lang="ko-Kore-KR" altLang="en-US" sz="800" b="1" dirty="0">
                        <a:latin typeface="Calibri"/>
                        <a:ea typeface="Calibri"/>
                        <a:cs typeface="Calibri"/>
                        <a:sym typeface="Calibri"/>
                      </a:endParaRPr>
                    </a:p>
                  </a:txBody>
                  <a:tcPr marL="36000" marR="36000" marT="36000" marB="36000"/>
                </a:tc>
                <a:tc gridSpan="2">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snowing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foggy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hazy or smoggy</a:t>
                      </a:r>
                    </a:p>
                  </a:txBody>
                  <a:tcPr marL="36000" marR="36000" marT="36000" marB="36000"/>
                </a:tc>
                <a:tc hMerge="1">
                  <a:txBody>
                    <a:bodyPr/>
                    <a:lstStyle/>
                    <a:p>
                      <a:endParaRPr lang="ko-Kore-KR" altLang="en-US"/>
                    </a:p>
                  </a:txBody>
                  <a:tcPr/>
                </a:tc>
                <a:extLst>
                  <a:ext uri="{0D108BD9-81ED-4DB2-BD59-A6C34878D82A}">
                    <a16:rowId xmlns:a16="http://schemas.microsoft.com/office/drawing/2014/main" val="4104669382"/>
                  </a:ext>
                </a:extLst>
              </a:tr>
              <a:tr h="500625">
                <a:tc gridSpan="3">
                  <a:txBody>
                    <a:bodyPr/>
                    <a:lstStyle/>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time is __ : __ </a:t>
                      </a:r>
                      <a:r>
                        <a:rPr lang="en-US" altLang="ko-Kore-KR" sz="800" b="1" dirty="0" err="1">
                          <a:latin typeface="Calibri"/>
                          <a:ea typeface="Calibri"/>
                          <a:cs typeface="Calibri"/>
                          <a:sym typeface="Calibri"/>
                        </a:rPr>
                        <a:t>a.m</a:t>
                      </a:r>
                      <a:r>
                        <a:rPr lang="en-US" altLang="ko-Kore-KR" sz="800" b="1" dirty="0">
                          <a:latin typeface="Calibri"/>
                          <a:ea typeface="Calibri"/>
                          <a:cs typeface="Calibri"/>
                          <a:sym typeface="Calibri"/>
                        </a:rPr>
                        <a:t>(</a:t>
                      </a:r>
                      <a:r>
                        <a:rPr lang="en-US" altLang="ko-Kore-KR" sz="800" b="1" dirty="0" err="1">
                          <a:latin typeface="Calibri"/>
                          <a:ea typeface="Calibri"/>
                          <a:cs typeface="Calibri"/>
                          <a:sym typeface="Calibri"/>
                        </a:rPr>
                        <a:t>p.m</a:t>
                      </a:r>
                      <a:r>
                        <a:rPr lang="en-US" altLang="ko-Kore-KR" sz="800" b="1" dirty="0">
                          <a:latin typeface="Calibri"/>
                          <a:ea typeface="Calibri"/>
                          <a:cs typeface="Calibri"/>
                          <a:sym typeface="Calibri"/>
                        </a:rPr>
                        <a:t>), on (day-of-the-week), (month)(date).</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Thank you for flying with us today.</a:t>
                      </a:r>
                      <a:endParaRPr lang="ko-Kore-KR" altLang="en-US" sz="800" b="1" dirty="0">
                        <a:latin typeface="Calibri"/>
                        <a:ea typeface="Calibri"/>
                        <a:cs typeface="Calibri"/>
                        <a:sym typeface="Calibri"/>
                      </a:endParaRPr>
                    </a:p>
                  </a:txBody>
                  <a:tcPr marL="36000" marR="36000" marT="36000" marB="36000"/>
                </a:tc>
                <a:tc hMerge="1">
                  <a:txBody>
                    <a:bodyPr/>
                    <a:lstStyle/>
                    <a:p>
                      <a:pPr marL="0" marR="0" lvl="0" indent="0" algn="l" rtl="0">
                        <a:spcBef>
                          <a:spcPts val="0"/>
                        </a:spcBef>
                        <a:spcAft>
                          <a:spcPts val="0"/>
                        </a:spcAft>
                        <a:buNone/>
                      </a:pPr>
                      <a:endParaRPr lang="ko-Kore-KR" altLang="en-US" sz="800" b="1" dirty="0">
                        <a:latin typeface="Calibri"/>
                        <a:ea typeface="Calibri"/>
                        <a:cs typeface="Calibri"/>
                        <a:sym typeface="Calibri"/>
                      </a:endParaRPr>
                    </a:p>
                  </a:txBody>
                  <a:tcPr marL="36000" marR="36000" marT="36000" marB="36000"/>
                </a:tc>
                <a:tc hMerge="1">
                  <a:txBody>
                    <a:bodyPr/>
                    <a:lstStyle/>
                    <a:p>
                      <a:endParaRPr lang="ko-Kore-KR" altLang="en-US"/>
                    </a:p>
                  </a:txBody>
                  <a:tcPr/>
                </a:tc>
                <a:extLst>
                  <a:ext uri="{0D108BD9-81ED-4DB2-BD59-A6C34878D82A}">
                    <a16:rowId xmlns:a16="http://schemas.microsoft.com/office/drawing/2014/main" val="2371547286"/>
                  </a:ext>
                </a:extLst>
              </a:tr>
            </a:tbl>
          </a:graphicData>
        </a:graphic>
      </p:graphicFrame>
      <p:sp>
        <p:nvSpPr>
          <p:cNvPr id="2" name="직사각형 1">
            <a:hlinkClick r:id="" action="ppaction://hlinkshowjump?jump=firstslide"/>
            <a:extLst>
              <a:ext uri="{FF2B5EF4-FFF2-40B4-BE49-F238E27FC236}">
                <a16:creationId xmlns:a16="http://schemas.microsoft.com/office/drawing/2014/main" id="{2A58EF91-7A59-ED4B-8C85-329D79A12166}"/>
              </a:ext>
            </a:extLst>
          </p:cNvPr>
          <p:cNvSpPr/>
          <p:nvPr/>
        </p:nvSpPr>
        <p:spPr>
          <a:xfrm>
            <a:off x="702671" y="5277971"/>
            <a:ext cx="1085619"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Domestic</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8277057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4125462623"/>
              </p:ext>
            </p:extLst>
          </p:nvPr>
        </p:nvGraphicFramePr>
        <p:xfrm>
          <a:off x="98101" y="132866"/>
          <a:ext cx="2132650" cy="2633576"/>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400549661"/>
                    </a:ext>
                  </a:extLst>
                </a:gridCol>
              </a:tblGrid>
              <a:tr h="607748">
                <a:tc gridSpan="2">
                  <a:txBody>
                    <a:bodyPr/>
                    <a:lstStyle/>
                    <a:p>
                      <a:pPr marL="0" marR="0" lvl="0" indent="0" algn="ctr" rtl="0">
                        <a:spcBef>
                          <a:spcPts val="0"/>
                        </a:spcBef>
                        <a:spcAft>
                          <a:spcPts val="0"/>
                        </a:spcAft>
                        <a:buNone/>
                      </a:pPr>
                      <a:r>
                        <a:rPr lang="en-US" sz="2400" b="1" u="none" strike="noStrike" cap="none" dirty="0">
                          <a:solidFill>
                            <a:schemeClr val="bg1"/>
                          </a:solidFill>
                          <a:latin typeface="Calibri"/>
                          <a:ea typeface="Calibri"/>
                          <a:cs typeface="Calibri"/>
                          <a:sym typeface="Calibri"/>
                        </a:rPr>
                        <a:t>Japan</a:t>
                      </a:r>
                      <a:endParaRPr sz="24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KIX</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8"/>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9"/>
                  </a:ext>
                </a:extLst>
              </a:tr>
              <a:tr h="50645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HND</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63828124"/>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FUK</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bl>
          </a:graphicData>
        </a:graphic>
      </p:graphicFrame>
      <p:sp>
        <p:nvSpPr>
          <p:cNvPr id="3" name="직사각형 2">
            <a:hlinkClick r:id="" action="ppaction://hlinkshowjump?jump=firstslide"/>
            <a:extLst>
              <a:ext uri="{FF2B5EF4-FFF2-40B4-BE49-F238E27FC236}">
                <a16:creationId xmlns:a16="http://schemas.microsoft.com/office/drawing/2014/main" id="{FF3491A8-D925-6BB2-F309-8A3F0C288540}"/>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90;p1">
            <a:extLst>
              <a:ext uri="{FF2B5EF4-FFF2-40B4-BE49-F238E27FC236}">
                <a16:creationId xmlns:a16="http://schemas.microsoft.com/office/drawing/2014/main" id="{DF6841FC-4A97-859B-2F3D-4E93557EA573}"/>
              </a:ext>
            </a:extLst>
          </p:cNvPr>
          <p:cNvGraphicFramePr/>
          <p:nvPr>
            <p:extLst>
              <p:ext uri="{D42A27DB-BD31-4B8C-83A1-F6EECF244321}">
                <p14:modId xmlns:p14="http://schemas.microsoft.com/office/powerpoint/2010/main" val="3303227892"/>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41689005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3333811122"/>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rtl="0">
                        <a:spcBef>
                          <a:spcPts val="0"/>
                        </a:spcBef>
                        <a:spcAft>
                          <a:spcPts val="0"/>
                        </a:spcAft>
                        <a:buNone/>
                      </a:pPr>
                      <a:r>
                        <a:rPr lang="en-US" sz="1200" b="1" dirty="0">
                          <a:latin typeface="Calibri"/>
                          <a:ea typeface="Calibri"/>
                          <a:cs typeface="Calibri"/>
                          <a:sym typeface="Calibri"/>
                        </a:rPr>
                        <a:t>WELCOME PA</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1273796782"/>
              </p:ext>
            </p:extLst>
          </p:nvPr>
        </p:nvGraphicFramePr>
        <p:xfrm>
          <a:off x="81023" y="3816134"/>
          <a:ext cx="2129742" cy="1391059"/>
        </p:xfrm>
        <a:graphic>
          <a:graphicData uri="http://schemas.openxmlformats.org/drawingml/2006/table">
            <a:tbl>
              <a:tblPr firstRow="1" bandRow="1">
                <a:noFill/>
                <a:tableStyleId>{A521BE36-7E6F-4EC9-8D66-1CF97A6895EC}</a:tableStyleId>
              </a:tblPr>
              <a:tblGrid>
                <a:gridCol w="451142">
                  <a:extLst>
                    <a:ext uri="{9D8B030D-6E8A-4147-A177-3AD203B41FA5}">
                      <a16:colId xmlns:a16="http://schemas.microsoft.com/office/drawing/2014/main" val="20000"/>
                    </a:ext>
                  </a:extLst>
                </a:gridCol>
                <a:gridCol w="1678600">
                  <a:extLst>
                    <a:ext uri="{9D8B030D-6E8A-4147-A177-3AD203B41FA5}">
                      <a16:colId xmlns:a16="http://schemas.microsoft.com/office/drawing/2014/main" val="20001"/>
                    </a:ext>
                  </a:extLst>
                </a:gridCol>
              </a:tblGrid>
              <a:tr h="205867">
                <a:tc gridSpan="2">
                  <a:txBody>
                    <a:bodyPr/>
                    <a:lstStyle/>
                    <a:p>
                      <a:pPr marL="0" marR="0" lvl="0" indent="0" algn="ctr" rtl="0">
                        <a:spcBef>
                          <a:spcPts val="0"/>
                        </a:spcBef>
                        <a:spcAft>
                          <a:spcPts val="0"/>
                        </a:spcAft>
                        <a:buNone/>
                      </a:pPr>
                      <a:r>
                        <a:rPr lang="en-US" sz="1100" b="0" dirty="0">
                          <a:solidFill>
                            <a:schemeClr val="bg1"/>
                          </a:solidFill>
                        </a:rPr>
                        <a:t>Japan</a:t>
                      </a:r>
                      <a:endParaRPr sz="1100" b="0" dirty="0">
                        <a:solidFill>
                          <a:schemeClr val="bg1"/>
                        </a:solidFill>
                      </a:endParaRPr>
                    </a:p>
                  </a:txBody>
                  <a:tcPr marL="0" marR="0" marT="0" marB="0" anchor="ctr"/>
                </a:tc>
                <a:tc hMerge="1">
                  <a:txBody>
                    <a:bodyPr/>
                    <a:lstStyle/>
                    <a:p>
                      <a:pPr marL="0" marR="0" lvl="0" indent="0" algn="ctr" rtl="0">
                        <a:spcBef>
                          <a:spcPts val="0"/>
                        </a:spcBef>
                        <a:spcAft>
                          <a:spcPts val="0"/>
                        </a:spcAft>
                        <a:buNone/>
                      </a:pPr>
                      <a:endParaRPr sz="800" b="0" dirty="0">
                        <a:solidFill>
                          <a:srgbClr val="0070C0"/>
                        </a:solidFill>
                      </a:endParaRPr>
                    </a:p>
                  </a:txBody>
                  <a:tcPr marL="0" marR="0" marT="0" marB="0"/>
                </a:tc>
                <a:extLst>
                  <a:ext uri="{0D108BD9-81ED-4DB2-BD59-A6C34878D82A}">
                    <a16:rowId xmlns:a16="http://schemas.microsoft.com/office/drawing/2014/main" val="4210945862"/>
                  </a:ext>
                </a:extLst>
              </a:tr>
              <a:tr h="197532">
                <a:tc>
                  <a:txBody>
                    <a:bodyPr/>
                    <a:lstStyle/>
                    <a:p>
                      <a:pPr marL="0" marR="0" lvl="0" indent="0" algn="ctr" rtl="0">
                        <a:spcBef>
                          <a:spcPts val="0"/>
                        </a:spcBef>
                        <a:spcAft>
                          <a:spcPts val="0"/>
                        </a:spcAft>
                        <a:buNone/>
                      </a:pPr>
                      <a:r>
                        <a:rPr lang="en-US" sz="900" b="0" dirty="0">
                          <a:solidFill>
                            <a:srgbClr val="0070C0"/>
                          </a:solidFill>
                        </a:rPr>
                        <a:t>KIX</a:t>
                      </a:r>
                      <a:endParaRPr sz="900" b="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오사카</a:t>
                      </a:r>
                      <a:r>
                        <a:rPr lang="en-US" sz="900" b="0" dirty="0">
                          <a:solidFill>
                            <a:srgbClr val="0070C0"/>
                          </a:solidFill>
                        </a:rPr>
                        <a:t>/</a:t>
                      </a:r>
                      <a:r>
                        <a:rPr lang="en-US" sz="900" b="0" dirty="0" err="1">
                          <a:solidFill>
                            <a:srgbClr val="0070C0"/>
                          </a:solidFill>
                        </a:rPr>
                        <a:t>간사이</a:t>
                      </a:r>
                      <a:endParaRPr sz="900" b="0" dirty="0">
                        <a:solidFill>
                          <a:srgbClr val="0070C0"/>
                        </a:solidFill>
                      </a:endParaRPr>
                    </a:p>
                  </a:txBody>
                  <a:tcPr marL="0" marR="0" marT="0" marB="0" anchor="ctr"/>
                </a:tc>
                <a:extLst>
                  <a:ext uri="{0D108BD9-81ED-4DB2-BD59-A6C34878D82A}">
                    <a16:rowId xmlns:a16="http://schemas.microsoft.com/office/drawing/2014/main" val="10007"/>
                  </a:ext>
                </a:extLst>
              </a:tr>
              <a:tr h="197532">
                <a:tc>
                  <a:txBody>
                    <a:bodyPr/>
                    <a:lstStyle/>
                    <a:p>
                      <a:pPr marL="0" marR="0" lvl="0" indent="0" algn="ctr" rtl="0">
                        <a:spcBef>
                          <a:spcPts val="0"/>
                        </a:spcBef>
                        <a:spcAft>
                          <a:spcPts val="0"/>
                        </a:spcAft>
                        <a:buNone/>
                      </a:pPr>
                      <a:r>
                        <a:rPr lang="en-US" sz="900" dirty="0">
                          <a:solidFill>
                            <a:srgbClr val="0070C0"/>
                          </a:solidFill>
                        </a:rPr>
                        <a:t>HND</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하네다</a:t>
                      </a:r>
                      <a:endParaRPr sz="900" b="0" dirty="0">
                        <a:solidFill>
                          <a:srgbClr val="0070C0"/>
                        </a:solidFill>
                      </a:endParaRPr>
                    </a:p>
                  </a:txBody>
                  <a:tcPr marL="0" marR="0" marT="0" marB="0" anchor="ctr"/>
                </a:tc>
                <a:extLst>
                  <a:ext uri="{0D108BD9-81ED-4DB2-BD59-A6C34878D82A}">
                    <a16:rowId xmlns:a16="http://schemas.microsoft.com/office/drawing/2014/main" val="1188143320"/>
                  </a:ext>
                </a:extLst>
              </a:tr>
              <a:tr h="197532">
                <a:tc>
                  <a:txBody>
                    <a:bodyPr/>
                    <a:lstStyle/>
                    <a:p>
                      <a:pPr marL="0" marR="0" lvl="0" indent="0" algn="ctr" rtl="0">
                        <a:spcBef>
                          <a:spcPts val="0"/>
                        </a:spcBef>
                        <a:spcAft>
                          <a:spcPts val="0"/>
                        </a:spcAft>
                        <a:buNone/>
                      </a:pPr>
                      <a:r>
                        <a:rPr lang="en-US" sz="900" dirty="0">
                          <a:solidFill>
                            <a:srgbClr val="0070C0"/>
                          </a:solidFill>
                        </a:rPr>
                        <a:t>NRT</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나리타</a:t>
                      </a:r>
                      <a:endParaRPr sz="900" b="0" dirty="0">
                        <a:solidFill>
                          <a:srgbClr val="0070C0"/>
                        </a:solidFill>
                      </a:endParaRPr>
                    </a:p>
                  </a:txBody>
                  <a:tcPr marL="0" marR="0" marT="0" marB="0" anchor="ctr"/>
                </a:tc>
                <a:extLst>
                  <a:ext uri="{0D108BD9-81ED-4DB2-BD59-A6C34878D82A}">
                    <a16:rowId xmlns:a16="http://schemas.microsoft.com/office/drawing/2014/main" val="3275921985"/>
                  </a:ext>
                </a:extLst>
              </a:tr>
              <a:tr h="197532">
                <a:tc>
                  <a:txBody>
                    <a:bodyPr/>
                    <a:lstStyle/>
                    <a:p>
                      <a:pPr marL="0" marR="0" lvl="0" indent="0" algn="ctr" rtl="0">
                        <a:spcBef>
                          <a:spcPts val="0"/>
                        </a:spcBef>
                        <a:spcAft>
                          <a:spcPts val="0"/>
                        </a:spcAft>
                        <a:buNone/>
                      </a:pPr>
                      <a:r>
                        <a:rPr lang="en-US" sz="900" dirty="0">
                          <a:solidFill>
                            <a:srgbClr val="0070C0"/>
                          </a:solidFill>
                        </a:rPr>
                        <a:t>CTS</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삿포로</a:t>
                      </a:r>
                      <a:r>
                        <a:rPr lang="en-US" sz="900" b="0" dirty="0">
                          <a:solidFill>
                            <a:srgbClr val="0070C0"/>
                          </a:solidFill>
                        </a:rPr>
                        <a:t>/</a:t>
                      </a:r>
                      <a:r>
                        <a:rPr lang="en-US" sz="900" b="0" dirty="0" err="1">
                          <a:solidFill>
                            <a:srgbClr val="0070C0"/>
                          </a:solidFill>
                        </a:rPr>
                        <a:t>신</a:t>
                      </a:r>
                      <a:r>
                        <a:rPr lang="en-US" sz="900" b="0" dirty="0">
                          <a:solidFill>
                            <a:srgbClr val="0070C0"/>
                          </a:solidFill>
                        </a:rPr>
                        <a:t>(New) </a:t>
                      </a:r>
                      <a:r>
                        <a:rPr lang="en-US" sz="900" b="0" dirty="0" err="1">
                          <a:solidFill>
                            <a:srgbClr val="0070C0"/>
                          </a:solidFill>
                        </a:rPr>
                        <a:t>치토세</a:t>
                      </a:r>
                      <a:endParaRPr sz="900" b="0" dirty="0">
                        <a:solidFill>
                          <a:srgbClr val="0070C0"/>
                        </a:solidFill>
                      </a:endParaRPr>
                    </a:p>
                  </a:txBody>
                  <a:tcPr marL="0" marR="0" marT="0" marB="0" anchor="ctr"/>
                </a:tc>
                <a:extLst>
                  <a:ext uri="{0D108BD9-81ED-4DB2-BD59-A6C34878D82A}">
                    <a16:rowId xmlns:a16="http://schemas.microsoft.com/office/drawing/2014/main" val="2751862034"/>
                  </a:ext>
                </a:extLst>
              </a:tr>
              <a:tr h="197532">
                <a:tc>
                  <a:txBody>
                    <a:bodyPr/>
                    <a:lstStyle/>
                    <a:p>
                      <a:pPr marL="0" marR="0" lvl="0" indent="0" algn="ctr" rtl="0">
                        <a:spcBef>
                          <a:spcPts val="0"/>
                        </a:spcBef>
                        <a:spcAft>
                          <a:spcPts val="0"/>
                        </a:spcAft>
                        <a:buNone/>
                      </a:pPr>
                      <a:r>
                        <a:rPr lang="en-US" sz="900" dirty="0">
                          <a:solidFill>
                            <a:srgbClr val="0070C0"/>
                          </a:solidFill>
                        </a:rPr>
                        <a:t>NGO</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0070C0"/>
                          </a:solidFill>
                        </a:rPr>
                        <a:t>나고야</a:t>
                      </a:r>
                      <a:r>
                        <a:rPr lang="en-US" altLang="ko-KR" sz="900" b="0" dirty="0">
                          <a:solidFill>
                            <a:srgbClr val="0070C0"/>
                          </a:solidFill>
                        </a:rPr>
                        <a:t>/</a:t>
                      </a:r>
                      <a:r>
                        <a:rPr lang="ko-KR" altLang="en-US" sz="900" b="0" dirty="0">
                          <a:solidFill>
                            <a:srgbClr val="0070C0"/>
                          </a:solidFill>
                        </a:rPr>
                        <a:t>주부</a:t>
                      </a:r>
                      <a:r>
                        <a:rPr lang="en-US" altLang="ko-KR" sz="900" b="0" dirty="0">
                          <a:solidFill>
                            <a:srgbClr val="0070C0"/>
                          </a:solidFill>
                        </a:rPr>
                        <a:t>(Chubu </a:t>
                      </a:r>
                      <a:r>
                        <a:rPr lang="en-US" altLang="ko-KR" sz="900" b="0" dirty="0" err="1">
                          <a:solidFill>
                            <a:srgbClr val="0070C0"/>
                          </a:solidFill>
                        </a:rPr>
                        <a:t>Centrair</a:t>
                      </a:r>
                      <a:r>
                        <a:rPr lang="en-US" altLang="ko-KR" sz="900" b="0" dirty="0">
                          <a:solidFill>
                            <a:srgbClr val="0070C0"/>
                          </a:solidFill>
                        </a:rPr>
                        <a:t>)</a:t>
                      </a:r>
                      <a:endParaRPr sz="900" b="0" dirty="0">
                        <a:solidFill>
                          <a:srgbClr val="0070C0"/>
                        </a:solidFill>
                      </a:endParaRPr>
                    </a:p>
                  </a:txBody>
                  <a:tcPr marL="0" marR="0" marT="0" marB="0" anchor="ctr"/>
                </a:tc>
                <a:extLst>
                  <a:ext uri="{0D108BD9-81ED-4DB2-BD59-A6C34878D82A}">
                    <a16:rowId xmlns:a16="http://schemas.microsoft.com/office/drawing/2014/main" val="2116662300"/>
                  </a:ext>
                </a:extLst>
              </a:tr>
              <a:tr h="197532">
                <a:tc>
                  <a:txBody>
                    <a:bodyPr/>
                    <a:lstStyle/>
                    <a:p>
                      <a:pPr marL="0" marR="0" lvl="0" indent="0" algn="ctr" rtl="0">
                        <a:spcBef>
                          <a:spcPts val="0"/>
                        </a:spcBef>
                        <a:spcAft>
                          <a:spcPts val="0"/>
                        </a:spcAft>
                        <a:buNone/>
                      </a:pPr>
                      <a:r>
                        <a:rPr lang="en-US" sz="900" dirty="0">
                          <a:solidFill>
                            <a:srgbClr val="0070C0"/>
                          </a:solidFill>
                        </a:rPr>
                        <a:t>FUK</a:t>
                      </a:r>
                      <a:endParaRPr sz="900" dirty="0"/>
                    </a:p>
                  </a:txBody>
                  <a:tcPr marL="0" marR="0" marT="0" marB="0" anchor="ctr"/>
                </a:tc>
                <a:tc>
                  <a:txBody>
                    <a:bodyPr/>
                    <a:lstStyle/>
                    <a:p>
                      <a:pPr marL="0" marR="0" lvl="0" indent="0" algn="ctr" rtl="0">
                        <a:spcBef>
                          <a:spcPts val="0"/>
                        </a:spcBef>
                        <a:spcAft>
                          <a:spcPts val="0"/>
                        </a:spcAft>
                        <a:buNone/>
                      </a:pPr>
                      <a:r>
                        <a:rPr lang="ko-KR" altLang="en-US" sz="900" dirty="0">
                          <a:solidFill>
                            <a:srgbClr val="0070C0"/>
                          </a:solidFill>
                        </a:rPr>
                        <a:t>후쿠오카</a:t>
                      </a:r>
                      <a:endParaRPr sz="900" dirty="0"/>
                    </a:p>
                  </a:txBody>
                  <a:tcPr marL="0" marR="0" marT="0" marB="0" anchor="ctr"/>
                </a:tc>
                <a:extLst>
                  <a:ext uri="{0D108BD9-81ED-4DB2-BD59-A6C34878D82A}">
                    <a16:rowId xmlns:a16="http://schemas.microsoft.com/office/drawing/2014/main" val="132924141"/>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38239254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68633629"/>
              </p:ext>
            </p:extLst>
          </p:nvPr>
        </p:nvGraphicFramePr>
        <p:xfrm>
          <a:off x="104230" y="114852"/>
          <a:ext cx="2115458" cy="4114077"/>
        </p:xfrm>
        <a:graphic>
          <a:graphicData uri="http://schemas.openxmlformats.org/drawingml/2006/table">
            <a:tbl>
              <a:tblPr firstRow="1" bandRow="1">
                <a:noFill/>
                <a:tableStyleId>{A521BE36-7E6F-4EC9-8D66-1CF97A6895EC}</a:tableStyleId>
              </a:tblPr>
              <a:tblGrid>
                <a:gridCol w="1057729">
                  <a:extLst>
                    <a:ext uri="{9D8B030D-6E8A-4147-A177-3AD203B41FA5}">
                      <a16:colId xmlns:a16="http://schemas.microsoft.com/office/drawing/2014/main" val="20000"/>
                    </a:ext>
                  </a:extLst>
                </a:gridCol>
                <a:gridCol w="1057729">
                  <a:extLst>
                    <a:ext uri="{9D8B030D-6E8A-4147-A177-3AD203B41FA5}">
                      <a16:colId xmlns:a16="http://schemas.microsoft.com/office/drawing/2014/main" val="2763461019"/>
                    </a:ext>
                  </a:extLst>
                </a:gridCol>
              </a:tblGrid>
              <a:tr h="351186">
                <a:tc gridSpan="2">
                  <a:txBody>
                    <a:bodyPr/>
                    <a:lstStyle/>
                    <a:p>
                      <a:pPr marL="0" marR="0" lvl="0" indent="0" algn="ctr" rtl="0">
                        <a:spcBef>
                          <a:spcPts val="0"/>
                        </a:spcBef>
                        <a:spcAft>
                          <a:spcPts val="0"/>
                        </a:spcAft>
                        <a:buNone/>
                      </a:pPr>
                      <a:r>
                        <a:rPr lang="en-US" sz="1800" b="1" u="none" strike="noStrike" cap="none" dirty="0">
                          <a:solidFill>
                            <a:schemeClr val="bg1"/>
                          </a:solidFill>
                          <a:latin typeface="Calibri"/>
                          <a:ea typeface="Calibri"/>
                          <a:cs typeface="Calibri"/>
                          <a:sym typeface="Calibri"/>
                        </a:rPr>
                        <a:t>China </a:t>
                      </a:r>
                      <a:endParaRPr sz="18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418099">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SHA</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0"/>
                  </a:ext>
                </a:extLst>
              </a:tr>
              <a:tr h="418099">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GMP</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PEK</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2"/>
                  </a:ext>
                </a:extLst>
              </a:tr>
              <a:tr h="418099">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TAO</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5"/>
                  </a:ext>
                </a:extLst>
              </a:tr>
              <a:tr h="418099">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PEK</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6"/>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SHE</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7"/>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PVG</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8"/>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HKG</a:t>
                      </a: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9315092"/>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DLC</a:t>
                      </a: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252244187"/>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KMG</a:t>
                      </a: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830567129"/>
                  </a:ext>
                </a:extLst>
              </a:tr>
            </a:tbl>
          </a:graphicData>
        </a:graphic>
      </p:graphicFrame>
      <p:sp>
        <p:nvSpPr>
          <p:cNvPr id="2" name="직사각형 1">
            <a:hlinkClick r:id="" action="ppaction://hlinkshowjump?jump=firstslide"/>
            <a:extLst>
              <a:ext uri="{FF2B5EF4-FFF2-40B4-BE49-F238E27FC236}">
                <a16:creationId xmlns:a16="http://schemas.microsoft.com/office/drawing/2014/main" id="{CFFB510E-55D5-1848-D7FB-A831C6EC3DAC}"/>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90;p1">
            <a:extLst>
              <a:ext uri="{FF2B5EF4-FFF2-40B4-BE49-F238E27FC236}">
                <a16:creationId xmlns:a16="http://schemas.microsoft.com/office/drawing/2014/main" id="{87F02D1E-B645-12DD-A165-59B69450880B}"/>
              </a:ext>
            </a:extLst>
          </p:cNvPr>
          <p:cNvGraphicFramePr/>
          <p:nvPr>
            <p:extLst>
              <p:ext uri="{D42A27DB-BD31-4B8C-83A1-F6EECF244321}">
                <p14:modId xmlns:p14="http://schemas.microsoft.com/office/powerpoint/2010/main" val="2921308763"/>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239836938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1544448594"/>
              </p:ext>
            </p:extLst>
          </p:nvPr>
        </p:nvGraphicFramePr>
        <p:xfrm>
          <a:off x="121884" y="3798834"/>
          <a:ext cx="2069883" cy="1380430"/>
        </p:xfrm>
        <a:graphic>
          <a:graphicData uri="http://schemas.openxmlformats.org/drawingml/2006/table">
            <a:tbl>
              <a:tblPr firstRow="1" bandRow="1">
                <a:noFill/>
                <a:tableStyleId>{A521BE36-7E6F-4EC9-8D66-1CF97A6895EC}</a:tableStyleId>
              </a:tblPr>
              <a:tblGrid>
                <a:gridCol w="520867">
                  <a:extLst>
                    <a:ext uri="{9D8B030D-6E8A-4147-A177-3AD203B41FA5}">
                      <a16:colId xmlns:a16="http://schemas.microsoft.com/office/drawing/2014/main" val="20002"/>
                    </a:ext>
                  </a:extLst>
                </a:gridCol>
                <a:gridCol w="1549016">
                  <a:extLst>
                    <a:ext uri="{9D8B030D-6E8A-4147-A177-3AD203B41FA5}">
                      <a16:colId xmlns:a16="http://schemas.microsoft.com/office/drawing/2014/main" val="20003"/>
                    </a:ext>
                  </a:extLst>
                </a:gridCol>
              </a:tblGrid>
              <a:tr h="138043">
                <a:tc grid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1" dirty="0">
                          <a:solidFill>
                            <a:schemeClr val="bg1"/>
                          </a:solidFill>
                        </a:rPr>
                        <a:t>China</a:t>
                      </a:r>
                    </a:p>
                  </a:txBody>
                  <a:tcPr marL="0" marR="0" marT="0" marB="0"/>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0" dirty="0">
                          <a:solidFill>
                            <a:schemeClr val="bg1"/>
                          </a:solidFill>
                        </a:rPr>
                        <a:t>China</a:t>
                      </a:r>
                    </a:p>
                  </a:txBody>
                  <a:tcPr marL="0" marR="0" marT="0" marB="0"/>
                </a:tc>
                <a:extLst>
                  <a:ext uri="{0D108BD9-81ED-4DB2-BD59-A6C34878D82A}">
                    <a16:rowId xmlns:a16="http://schemas.microsoft.com/office/drawing/2014/main" val="2912171646"/>
                  </a:ext>
                </a:extLst>
              </a:tr>
              <a:tr h="138043">
                <a:tc>
                  <a:txBody>
                    <a:bodyPr/>
                    <a:lstStyle/>
                    <a:p>
                      <a:pPr marL="0" marR="0" lvl="0" indent="0" algn="ctr" rtl="0">
                        <a:spcBef>
                          <a:spcPts val="0"/>
                        </a:spcBef>
                        <a:spcAft>
                          <a:spcPts val="0"/>
                        </a:spcAft>
                        <a:buNone/>
                      </a:pPr>
                      <a:r>
                        <a:rPr lang="en-US" sz="900" dirty="0">
                          <a:solidFill>
                            <a:srgbClr val="00B050"/>
                          </a:solidFill>
                        </a:rPr>
                        <a:t>SHA</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상하이</a:t>
                      </a:r>
                      <a:r>
                        <a:rPr lang="en-US" altLang="ko-KR" sz="900" b="0" dirty="0">
                          <a:solidFill>
                            <a:srgbClr val="00B050"/>
                          </a:solidFill>
                        </a:rPr>
                        <a:t>/</a:t>
                      </a:r>
                      <a:r>
                        <a:rPr lang="ko-KR" altLang="en-US" sz="900" b="0" dirty="0" err="1">
                          <a:solidFill>
                            <a:srgbClr val="00B050"/>
                          </a:solidFill>
                        </a:rPr>
                        <a:t>홍차오</a:t>
                      </a:r>
                      <a:endParaRPr sz="900" b="0" dirty="0">
                        <a:solidFill>
                          <a:srgbClr val="00B050"/>
                        </a:solidFill>
                      </a:endParaRPr>
                    </a:p>
                  </a:txBody>
                  <a:tcPr marL="0" marR="0" marT="0" marB="0"/>
                </a:tc>
                <a:extLst>
                  <a:ext uri="{0D108BD9-81ED-4DB2-BD59-A6C34878D82A}">
                    <a16:rowId xmlns:a16="http://schemas.microsoft.com/office/drawing/2014/main" val="10000"/>
                  </a:ext>
                </a:extLst>
              </a:tr>
              <a:tr h="138043">
                <a:tc>
                  <a:txBody>
                    <a:bodyPr/>
                    <a:lstStyle/>
                    <a:p>
                      <a:pPr marL="0" marR="0" lvl="0" indent="0" algn="ctr" rtl="0">
                        <a:spcBef>
                          <a:spcPts val="0"/>
                        </a:spcBef>
                        <a:spcAft>
                          <a:spcPts val="0"/>
                        </a:spcAft>
                        <a:buNone/>
                      </a:pPr>
                      <a:r>
                        <a:rPr lang="en-US" sz="900" dirty="0">
                          <a:solidFill>
                            <a:srgbClr val="00B050"/>
                          </a:solidFill>
                        </a:rPr>
                        <a:t>TAO</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칭다오</a:t>
                      </a:r>
                      <a:r>
                        <a:rPr lang="en-US" altLang="ko-KR" sz="900" b="0" dirty="0">
                          <a:solidFill>
                            <a:srgbClr val="00B050"/>
                          </a:solidFill>
                        </a:rPr>
                        <a:t>/</a:t>
                      </a:r>
                      <a:r>
                        <a:rPr lang="ko-KR" altLang="en-US" sz="900" b="0" dirty="0" err="1">
                          <a:solidFill>
                            <a:srgbClr val="00B050"/>
                          </a:solidFill>
                        </a:rPr>
                        <a:t>자오동</a:t>
                      </a:r>
                      <a:endParaRPr sz="900" b="0" dirty="0">
                        <a:solidFill>
                          <a:srgbClr val="00B050"/>
                        </a:solidFill>
                      </a:endParaRPr>
                    </a:p>
                  </a:txBody>
                  <a:tcPr marL="0" marR="0" marT="0" marB="0"/>
                </a:tc>
                <a:extLst>
                  <a:ext uri="{0D108BD9-81ED-4DB2-BD59-A6C34878D82A}">
                    <a16:rowId xmlns:a16="http://schemas.microsoft.com/office/drawing/2014/main" val="10002"/>
                  </a:ext>
                </a:extLst>
              </a:tr>
              <a:tr h="138043">
                <a:tc>
                  <a:txBody>
                    <a:bodyPr/>
                    <a:lstStyle/>
                    <a:p>
                      <a:pPr marL="0" marR="0" lvl="0" indent="0" algn="ctr" rtl="0">
                        <a:spcBef>
                          <a:spcPts val="0"/>
                        </a:spcBef>
                        <a:spcAft>
                          <a:spcPts val="0"/>
                        </a:spcAft>
                        <a:buNone/>
                      </a:pPr>
                      <a:r>
                        <a:rPr lang="en-US" sz="900" dirty="0">
                          <a:solidFill>
                            <a:srgbClr val="00B050"/>
                          </a:solidFill>
                        </a:rPr>
                        <a:t>PEK</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베이징</a:t>
                      </a:r>
                      <a:r>
                        <a:rPr lang="en-US" altLang="ko-KR" sz="900" b="0" dirty="0">
                          <a:solidFill>
                            <a:srgbClr val="00B050"/>
                          </a:solidFill>
                        </a:rPr>
                        <a:t>/</a:t>
                      </a:r>
                      <a:r>
                        <a:rPr lang="ko-KR" altLang="en-US" sz="900" b="0" dirty="0" err="1">
                          <a:solidFill>
                            <a:srgbClr val="00B050"/>
                          </a:solidFill>
                        </a:rPr>
                        <a:t>소우뚜</a:t>
                      </a:r>
                      <a:r>
                        <a:rPr lang="en-US" altLang="ko-KR" sz="900" b="0" dirty="0">
                          <a:solidFill>
                            <a:srgbClr val="00B050"/>
                          </a:solidFill>
                        </a:rPr>
                        <a:t>(Capital)</a:t>
                      </a:r>
                      <a:endParaRPr sz="900" b="0" dirty="0">
                        <a:solidFill>
                          <a:srgbClr val="00B050"/>
                        </a:solidFill>
                      </a:endParaRPr>
                    </a:p>
                  </a:txBody>
                  <a:tcPr marL="0" marR="0" marT="0" marB="0" anchor="ctr"/>
                </a:tc>
                <a:extLst>
                  <a:ext uri="{0D108BD9-81ED-4DB2-BD59-A6C34878D82A}">
                    <a16:rowId xmlns:a16="http://schemas.microsoft.com/office/drawing/2014/main" val="10003"/>
                  </a:ext>
                </a:extLst>
              </a:tr>
              <a:tr h="138043">
                <a:tc>
                  <a:txBody>
                    <a:bodyPr/>
                    <a:lstStyle/>
                    <a:p>
                      <a:pPr marL="0" marR="0" lvl="0" indent="0" algn="ctr" rtl="0">
                        <a:spcBef>
                          <a:spcPts val="0"/>
                        </a:spcBef>
                        <a:spcAft>
                          <a:spcPts val="0"/>
                        </a:spcAft>
                        <a:buNone/>
                      </a:pPr>
                      <a:r>
                        <a:rPr lang="en-US" sz="900" dirty="0">
                          <a:solidFill>
                            <a:srgbClr val="00B050"/>
                          </a:solidFill>
                        </a:rPr>
                        <a:t>SHE</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선양</a:t>
                      </a:r>
                      <a:r>
                        <a:rPr lang="en-US" altLang="ko-KR" sz="900" b="0" dirty="0">
                          <a:solidFill>
                            <a:srgbClr val="00B050"/>
                          </a:solidFill>
                        </a:rPr>
                        <a:t>/</a:t>
                      </a:r>
                      <a:r>
                        <a:rPr lang="ko-KR" altLang="en-US" sz="900" b="0" dirty="0" err="1">
                          <a:solidFill>
                            <a:srgbClr val="00B050"/>
                          </a:solidFill>
                        </a:rPr>
                        <a:t>탸오쎈</a:t>
                      </a:r>
                      <a:endParaRPr sz="900" b="0" dirty="0">
                        <a:solidFill>
                          <a:srgbClr val="00B050"/>
                        </a:solidFill>
                      </a:endParaRPr>
                    </a:p>
                  </a:txBody>
                  <a:tcPr marL="0" marR="0" marT="0" marB="0" anchor="ctr"/>
                </a:tc>
                <a:extLst>
                  <a:ext uri="{0D108BD9-81ED-4DB2-BD59-A6C34878D82A}">
                    <a16:rowId xmlns:a16="http://schemas.microsoft.com/office/drawing/2014/main" val="10004"/>
                  </a:ext>
                </a:extLst>
              </a:tr>
              <a:tr h="138043">
                <a:tc>
                  <a:txBody>
                    <a:bodyPr/>
                    <a:lstStyle/>
                    <a:p>
                      <a:pPr marL="0" marR="0" lvl="0" indent="0" algn="ctr" rtl="0">
                        <a:spcBef>
                          <a:spcPts val="0"/>
                        </a:spcBef>
                        <a:spcAft>
                          <a:spcPts val="0"/>
                        </a:spcAft>
                        <a:buNone/>
                      </a:pPr>
                      <a:r>
                        <a:rPr lang="en-US" sz="900" dirty="0">
                          <a:solidFill>
                            <a:srgbClr val="00B050"/>
                          </a:solidFill>
                        </a:rPr>
                        <a:t>PVG</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상하이</a:t>
                      </a:r>
                      <a:r>
                        <a:rPr lang="en-US" altLang="ko-KR" sz="900" b="0" dirty="0">
                          <a:solidFill>
                            <a:srgbClr val="00B050"/>
                          </a:solidFill>
                        </a:rPr>
                        <a:t>/</a:t>
                      </a:r>
                      <a:r>
                        <a:rPr lang="ko-KR" altLang="en-US" sz="900" b="0" dirty="0" err="1">
                          <a:solidFill>
                            <a:srgbClr val="00B050"/>
                          </a:solidFill>
                        </a:rPr>
                        <a:t>푸동</a:t>
                      </a:r>
                      <a:endParaRPr sz="900" b="0" dirty="0">
                        <a:solidFill>
                          <a:srgbClr val="00B050"/>
                        </a:solidFill>
                      </a:endParaRPr>
                    </a:p>
                  </a:txBody>
                  <a:tcPr marL="0" marR="0" marT="0" marB="0" anchor="ctr"/>
                </a:tc>
                <a:extLst>
                  <a:ext uri="{0D108BD9-81ED-4DB2-BD59-A6C34878D82A}">
                    <a16:rowId xmlns:a16="http://schemas.microsoft.com/office/drawing/2014/main" val="10005"/>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HKG</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홍콩</a:t>
                      </a:r>
                      <a:endParaRPr lang="en-US" altLang="ko-Kore-KR" sz="900" dirty="0">
                        <a:solidFill>
                          <a:srgbClr val="AA47F5"/>
                        </a:solidFill>
                      </a:endParaRPr>
                    </a:p>
                  </a:txBody>
                  <a:tcPr marL="0" marR="0" marT="0" marB="0" anchor="ctr"/>
                </a:tc>
                <a:extLst>
                  <a:ext uri="{0D108BD9-81ED-4DB2-BD59-A6C34878D82A}">
                    <a16:rowId xmlns:a16="http://schemas.microsoft.com/office/drawing/2014/main" val="3246085828"/>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TSN</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톈진</a:t>
                      </a:r>
                      <a:r>
                        <a:rPr lang="en-US" altLang="ko-KR" sz="900" dirty="0">
                          <a:solidFill>
                            <a:srgbClr val="00B050"/>
                          </a:solidFill>
                        </a:rPr>
                        <a:t>/</a:t>
                      </a:r>
                      <a:r>
                        <a:rPr lang="ko-KR" altLang="en-US" sz="900" dirty="0" err="1">
                          <a:solidFill>
                            <a:srgbClr val="00B050"/>
                          </a:solidFill>
                        </a:rPr>
                        <a:t>빈하이</a:t>
                      </a:r>
                      <a:endParaRPr lang="en-US" altLang="ko-Kore-KR" sz="900" dirty="0">
                        <a:solidFill>
                          <a:srgbClr val="AA47F5"/>
                        </a:solidFill>
                      </a:endParaRPr>
                    </a:p>
                  </a:txBody>
                  <a:tcPr marL="0" marR="0" marT="0" marB="0" anchor="ctr"/>
                </a:tc>
                <a:extLst>
                  <a:ext uri="{0D108BD9-81ED-4DB2-BD59-A6C34878D82A}">
                    <a16:rowId xmlns:a16="http://schemas.microsoft.com/office/drawing/2014/main" val="232204917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DLC</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다롄</a:t>
                      </a:r>
                      <a:r>
                        <a:rPr lang="en-US" altLang="ko-KR" sz="900" dirty="0">
                          <a:solidFill>
                            <a:srgbClr val="00B050"/>
                          </a:solidFill>
                        </a:rPr>
                        <a:t>/</a:t>
                      </a:r>
                      <a:r>
                        <a:rPr lang="ko-KR" altLang="en-US" sz="900" dirty="0" err="1">
                          <a:solidFill>
                            <a:srgbClr val="00B050"/>
                          </a:solidFill>
                        </a:rPr>
                        <a:t>쪼우쑤이쯔</a:t>
                      </a:r>
                      <a:endParaRPr lang="en-US" altLang="ko-Kore-KR" sz="900" dirty="0">
                        <a:solidFill>
                          <a:srgbClr val="AA47F5"/>
                        </a:solidFill>
                      </a:endParaRPr>
                    </a:p>
                  </a:txBody>
                  <a:tcPr marL="0" marR="0" marT="0" marB="0" anchor="ctr"/>
                </a:tc>
                <a:extLst>
                  <a:ext uri="{0D108BD9-81ED-4DB2-BD59-A6C34878D82A}">
                    <a16:rowId xmlns:a16="http://schemas.microsoft.com/office/drawing/2014/main" val="194453890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KMG</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쿤밍</a:t>
                      </a:r>
                      <a:r>
                        <a:rPr lang="en-US" altLang="ko-KR" sz="900" dirty="0">
                          <a:solidFill>
                            <a:srgbClr val="00B050"/>
                          </a:solidFill>
                        </a:rPr>
                        <a:t>/</a:t>
                      </a:r>
                      <a:r>
                        <a:rPr lang="ko-KR" altLang="en-US" sz="900" dirty="0" err="1">
                          <a:solidFill>
                            <a:srgbClr val="00B050"/>
                          </a:solidFill>
                        </a:rPr>
                        <a:t>창쉐이</a:t>
                      </a:r>
                      <a:endParaRPr lang="en-US" altLang="ko-Kore-KR" sz="900" dirty="0">
                        <a:solidFill>
                          <a:srgbClr val="AA47F5"/>
                        </a:solidFill>
                      </a:endParaRPr>
                    </a:p>
                  </a:txBody>
                  <a:tcPr marL="0" marR="0" marT="0" marB="0" anchor="ctr"/>
                </a:tc>
                <a:extLst>
                  <a:ext uri="{0D108BD9-81ED-4DB2-BD59-A6C34878D82A}">
                    <a16:rowId xmlns:a16="http://schemas.microsoft.com/office/drawing/2014/main" val="1191254911"/>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842165" y="5202378"/>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CHINA</a:t>
            </a:r>
          </a:p>
        </p:txBody>
      </p:sp>
      <p:graphicFrame>
        <p:nvGraphicFramePr>
          <p:cNvPr id="2" name="Google Shape;370;p27">
            <a:extLst>
              <a:ext uri="{FF2B5EF4-FFF2-40B4-BE49-F238E27FC236}">
                <a16:creationId xmlns:a16="http://schemas.microsoft.com/office/drawing/2014/main" id="{5B16D409-08BC-B107-3860-B094CC862342}"/>
              </a:ext>
            </a:extLst>
          </p:cNvPr>
          <p:cNvGraphicFramePr/>
          <p:nvPr>
            <p:extLst>
              <p:ext uri="{D42A27DB-BD31-4B8C-83A1-F6EECF244321}">
                <p14:modId xmlns:p14="http://schemas.microsoft.com/office/powerpoint/2010/main" val="26357914"/>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rtl="0">
                        <a:spcBef>
                          <a:spcPts val="0"/>
                        </a:spcBef>
                        <a:spcAft>
                          <a:spcPts val="0"/>
                        </a:spcAft>
                        <a:buNone/>
                      </a:pPr>
                      <a:r>
                        <a:rPr lang="en-US" sz="1200" b="1" dirty="0">
                          <a:latin typeface="Calibri"/>
                          <a:ea typeface="Calibri"/>
                          <a:cs typeface="Calibri"/>
                          <a:sym typeface="Calibri"/>
                        </a:rPr>
                        <a:t>WELCOME PA</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26405856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4119683204"/>
              </p:ext>
            </p:extLst>
          </p:nvPr>
        </p:nvGraphicFramePr>
        <p:xfrm>
          <a:off x="98101" y="184953"/>
          <a:ext cx="2132650" cy="3851663"/>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sz="2400" b="1" u="none" strike="noStrike" cap="none" dirty="0">
                          <a:solidFill>
                            <a:schemeClr val="bg1"/>
                          </a:solidFill>
                          <a:latin typeface="Calibri"/>
                          <a:ea typeface="Calibri"/>
                          <a:cs typeface="Calibri"/>
                          <a:sym typeface="Calibri"/>
                        </a:rPr>
                        <a:t>S.E Asia</a:t>
                      </a:r>
                      <a:endParaRPr sz="24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CXR</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1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SGN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PNH</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MNL</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r>
                        <a:rPr lang="en-US" altLang="ko-Kore-KR" sz="2000" b="0" u="none" strike="noStrike" cap="none" dirty="0">
                          <a:solidFill>
                            <a:srgbClr val="7030A0"/>
                          </a:solidFill>
                          <a:latin typeface="Calibri"/>
                          <a:cs typeface="Calibri"/>
                          <a:sym typeface="Calibri"/>
                          <a:hlinkClick r:id="" action="ppaction://noaction">
                            <a:extLst>
                              <a:ext uri="{A12FA001-AC4F-418D-AE19-62706E023703}">
                                <ahyp:hlinkClr xmlns:ahyp="http://schemas.microsoft.com/office/drawing/2018/hyperlinkcolor" val="tx"/>
                              </a:ext>
                            </a:extLst>
                          </a:hlinkClick>
                        </a:rPr>
                        <a:t> </a:t>
                      </a: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RMQ</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r>
                        <a:rPr lang="en-US" altLang="ko-Kore-KR" sz="2000" b="0" u="none" strike="noStrike" cap="none" dirty="0">
                          <a:solidFill>
                            <a:srgbClr val="7030A0"/>
                          </a:solidFill>
                          <a:latin typeface="Calibri"/>
                          <a:cs typeface="Calibri"/>
                          <a:sym typeface="Calibri"/>
                          <a:hlinkClick r:id="" action="ppaction://noaction">
                            <a:extLst>
                              <a:ext uri="{A12FA001-AC4F-418D-AE19-62706E023703}">
                                <ahyp:hlinkClr xmlns:ahyp="http://schemas.microsoft.com/office/drawing/2018/hyperlinkcolor" val="tx"/>
                              </a:ext>
                            </a:extLst>
                          </a:hlinkClick>
                        </a:rPr>
                        <a:t> </a:t>
                      </a: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TPE</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TPE</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GUM</a:t>
                      </a: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BKK</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420D4B99-E8E2-695D-C567-AA64CB4A507C}"/>
              </a:ext>
            </a:extLst>
          </p:cNvPr>
          <p:cNvGraphicFramePr/>
          <p:nvPr>
            <p:extLst>
              <p:ext uri="{D42A27DB-BD31-4B8C-83A1-F6EECF244321}">
                <p14:modId xmlns:p14="http://schemas.microsoft.com/office/powerpoint/2010/main" val="2695471260"/>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F67BBAE9-B926-F113-1CFE-703A0FA7B23A}"/>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09116547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1608499110"/>
              </p:ext>
            </p:extLst>
          </p:nvPr>
        </p:nvGraphicFramePr>
        <p:xfrm>
          <a:off x="114028" y="3763936"/>
          <a:ext cx="2100805" cy="1479556"/>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bg1"/>
                          </a:solidFill>
                        </a:rPr>
                        <a:t>S.E Asia</a:t>
                      </a:r>
                      <a:endParaRPr sz="1100" b="0" dirty="0">
                        <a:solidFill>
                          <a:schemeClr val="bg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7030A0"/>
                          </a:solidFill>
                        </a:rPr>
                        <a:t>CXR</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베트남 </a:t>
                      </a:r>
                      <a:r>
                        <a:rPr lang="ko-KR" altLang="en-US" sz="900" b="0" dirty="0" err="1">
                          <a:solidFill>
                            <a:srgbClr val="7030A0"/>
                          </a:solidFill>
                        </a:rPr>
                        <a:t>나짱</a:t>
                      </a:r>
                      <a:r>
                        <a:rPr lang="en-US" altLang="ko-KR" sz="900" b="0" dirty="0">
                          <a:solidFill>
                            <a:srgbClr val="7030A0"/>
                          </a:solidFill>
                        </a:rPr>
                        <a:t>(</a:t>
                      </a:r>
                      <a:r>
                        <a:rPr lang="en-US" altLang="ko-KR" sz="900" b="0" dirty="0" err="1">
                          <a:solidFill>
                            <a:srgbClr val="7030A0"/>
                          </a:solidFill>
                        </a:rPr>
                        <a:t>Nha</a:t>
                      </a:r>
                      <a:r>
                        <a:rPr lang="en-US" altLang="ko-KR" sz="900" b="0" dirty="0">
                          <a:solidFill>
                            <a:srgbClr val="7030A0"/>
                          </a:solidFill>
                        </a:rPr>
                        <a:t> Trang)/</a:t>
                      </a:r>
                      <a:r>
                        <a:rPr lang="ko-KR" altLang="en-US" sz="900" b="0" dirty="0" err="1">
                          <a:solidFill>
                            <a:srgbClr val="7030A0"/>
                          </a:solidFill>
                        </a:rPr>
                        <a:t>깜라인</a:t>
                      </a:r>
                      <a:endParaRPr sz="900" b="0" dirty="0">
                        <a:solidFill>
                          <a:srgbClr val="7030A0"/>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7030A0"/>
                          </a:solidFill>
                        </a:rPr>
                        <a:t>SGN</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베트남 호찌민</a:t>
                      </a:r>
                      <a:r>
                        <a:rPr lang="en-US" altLang="ko-KR" sz="900" b="0" dirty="0">
                          <a:solidFill>
                            <a:srgbClr val="7030A0"/>
                          </a:solidFill>
                        </a:rPr>
                        <a:t>/</a:t>
                      </a:r>
                      <a:r>
                        <a:rPr lang="ko-KR" altLang="en-US" sz="900" b="0" dirty="0" err="1">
                          <a:solidFill>
                            <a:srgbClr val="7030A0"/>
                          </a:solidFill>
                        </a:rPr>
                        <a:t>탄소넛</a:t>
                      </a:r>
                      <a:endParaRPr sz="900" b="0" dirty="0">
                        <a:solidFill>
                          <a:srgbClr val="7030A0"/>
                        </a:solidFill>
                      </a:endParaRPr>
                    </a:p>
                  </a:txBody>
                  <a:tcPr marL="0" marR="0" marT="0" marB="0" anchor="ctr"/>
                </a:tc>
                <a:extLst>
                  <a:ext uri="{0D108BD9-81ED-4DB2-BD59-A6C34878D82A}">
                    <a16:rowId xmlns:a16="http://schemas.microsoft.com/office/drawing/2014/main" val="2116662300"/>
                  </a:ext>
                </a:extLst>
              </a:tr>
              <a:tr h="163628">
                <a:tc>
                  <a:txBody>
                    <a:bodyPr/>
                    <a:lstStyle/>
                    <a:p>
                      <a:pPr marL="0" marR="0" lvl="0" indent="0" algn="ctr" rtl="0">
                        <a:spcBef>
                          <a:spcPts val="0"/>
                        </a:spcBef>
                        <a:spcAft>
                          <a:spcPts val="0"/>
                        </a:spcAft>
                        <a:buNone/>
                      </a:pPr>
                      <a:r>
                        <a:rPr lang="en-US" sz="900" dirty="0">
                          <a:solidFill>
                            <a:srgbClr val="7030A0"/>
                          </a:solidFill>
                        </a:rPr>
                        <a:t>PNH</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캄보디아 프놈펜</a:t>
                      </a:r>
                      <a:endParaRPr sz="900" b="0" dirty="0">
                        <a:solidFill>
                          <a:srgbClr val="7030A0"/>
                        </a:solidFill>
                      </a:endParaRPr>
                    </a:p>
                  </a:txBody>
                  <a:tcPr marL="0" marR="0" marT="0" marB="0" anchor="ctr"/>
                </a:tc>
                <a:extLst>
                  <a:ext uri="{0D108BD9-81ED-4DB2-BD59-A6C34878D82A}">
                    <a16:rowId xmlns:a16="http://schemas.microsoft.com/office/drawing/2014/main" val="2526617030"/>
                  </a:ext>
                </a:extLst>
              </a:tr>
              <a:tr h="163628">
                <a:tc>
                  <a:txBody>
                    <a:bodyPr/>
                    <a:lstStyle/>
                    <a:p>
                      <a:pPr marL="0" marR="0" lvl="0" indent="0" algn="ctr" rtl="0">
                        <a:spcBef>
                          <a:spcPts val="0"/>
                        </a:spcBef>
                        <a:spcAft>
                          <a:spcPts val="0"/>
                        </a:spcAft>
                        <a:buNone/>
                      </a:pPr>
                      <a:r>
                        <a:rPr lang="en-US" sz="900" dirty="0">
                          <a:solidFill>
                            <a:srgbClr val="7030A0"/>
                          </a:solidFill>
                        </a:rPr>
                        <a:t>MNL</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필리핀 마닐라</a:t>
                      </a:r>
                      <a:r>
                        <a:rPr lang="en-US" altLang="ko-KR" sz="900" b="0" dirty="0">
                          <a:solidFill>
                            <a:srgbClr val="7030A0"/>
                          </a:solidFill>
                        </a:rPr>
                        <a:t>/</a:t>
                      </a:r>
                      <a:r>
                        <a:rPr lang="ko-KR" altLang="en-US" sz="900" b="0" dirty="0" err="1">
                          <a:solidFill>
                            <a:srgbClr val="7030A0"/>
                          </a:solidFill>
                        </a:rPr>
                        <a:t>니노이</a:t>
                      </a:r>
                      <a:r>
                        <a:rPr lang="ko-KR" altLang="en-US" sz="900" b="0" dirty="0">
                          <a:solidFill>
                            <a:srgbClr val="7030A0"/>
                          </a:solidFill>
                        </a:rPr>
                        <a:t> </a:t>
                      </a:r>
                      <a:r>
                        <a:rPr lang="ko-KR" altLang="en-US" sz="900" b="0" dirty="0" err="1">
                          <a:solidFill>
                            <a:srgbClr val="7030A0"/>
                          </a:solidFill>
                        </a:rPr>
                        <a:t>아키노</a:t>
                      </a:r>
                      <a:endParaRPr lang="ko-KR" altLang="en-US" sz="900" b="0" dirty="0">
                        <a:solidFill>
                          <a:srgbClr val="7030A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r>
                        <a:rPr lang="en-US" sz="900" dirty="0">
                          <a:solidFill>
                            <a:srgbClr val="7030A0"/>
                          </a:solidFill>
                        </a:rPr>
                        <a:t>TPE</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타이완</a:t>
                      </a:r>
                      <a:r>
                        <a:rPr lang="en-US" altLang="ko-KR" sz="900" b="0" dirty="0">
                          <a:solidFill>
                            <a:srgbClr val="7030A0"/>
                          </a:solidFill>
                        </a:rPr>
                        <a:t>/</a:t>
                      </a:r>
                      <a:r>
                        <a:rPr lang="ko-KR" altLang="en-US" sz="900" b="0" dirty="0">
                          <a:solidFill>
                            <a:srgbClr val="7030A0"/>
                          </a:solidFill>
                        </a:rPr>
                        <a:t>타이페이 </a:t>
                      </a:r>
                      <a:r>
                        <a:rPr lang="ko-KR" altLang="en-US" sz="900" b="0" dirty="0" err="1">
                          <a:solidFill>
                            <a:srgbClr val="7030A0"/>
                          </a:solidFill>
                        </a:rPr>
                        <a:t>타오유엔</a:t>
                      </a: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r>
                        <a:rPr lang="en-US" sz="900" dirty="0">
                          <a:solidFill>
                            <a:srgbClr val="7030A0"/>
                          </a:solidFill>
                        </a:rPr>
                        <a:t>RMQ</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타이완</a:t>
                      </a:r>
                      <a:r>
                        <a:rPr lang="en-US" altLang="ko-KR" sz="900" b="0" dirty="0">
                          <a:solidFill>
                            <a:srgbClr val="7030A0"/>
                          </a:solidFill>
                        </a:rPr>
                        <a:t>/</a:t>
                      </a:r>
                      <a:r>
                        <a:rPr lang="ko-KR" altLang="en-US" sz="900" b="0" dirty="0">
                          <a:solidFill>
                            <a:srgbClr val="7030A0"/>
                          </a:solidFill>
                        </a:rPr>
                        <a:t>타이중 </a:t>
                      </a:r>
                      <a:r>
                        <a:rPr lang="ko-KR" altLang="en-US" sz="900" b="0" dirty="0" err="1">
                          <a:solidFill>
                            <a:srgbClr val="7030A0"/>
                          </a:solidFill>
                        </a:rPr>
                        <a:t>칭찬강</a:t>
                      </a: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r>
                        <a:rPr lang="en-US" sz="900" dirty="0">
                          <a:solidFill>
                            <a:srgbClr val="FFFF00"/>
                          </a:solidFill>
                        </a:rPr>
                        <a:t>PGUM</a:t>
                      </a:r>
                      <a:endParaRPr sz="900" dirty="0">
                        <a:solidFill>
                          <a:srgbClr val="FFFF0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FFFF00"/>
                          </a:solidFill>
                        </a:rPr>
                        <a:t>괌</a:t>
                      </a:r>
                      <a:endParaRPr sz="900" b="0" dirty="0">
                        <a:solidFill>
                          <a:srgbClr val="FFFF00"/>
                        </a:solidFill>
                      </a:endParaRPr>
                    </a:p>
                  </a:txBody>
                  <a:tcPr marL="0" marR="0" marT="0" marB="0" anchor="ctr"/>
                </a:tc>
                <a:extLst>
                  <a:ext uri="{0D108BD9-81ED-4DB2-BD59-A6C34878D82A}">
                    <a16:rowId xmlns:a16="http://schemas.microsoft.com/office/drawing/2014/main" val="132924141"/>
                  </a:ext>
                </a:extLst>
              </a:tr>
              <a:tr h="163628">
                <a:tc>
                  <a:txBody>
                    <a:bodyPr/>
                    <a:lstStyle/>
                    <a:p>
                      <a:pPr marL="0" marR="0" lvl="0" indent="0" algn="ctr" rtl="0">
                        <a:spcBef>
                          <a:spcPts val="0"/>
                        </a:spcBef>
                        <a:spcAft>
                          <a:spcPts val="0"/>
                        </a:spcAft>
                        <a:buNone/>
                      </a:pPr>
                      <a:r>
                        <a:rPr lang="en-US" sz="900" dirty="0">
                          <a:solidFill>
                            <a:srgbClr val="7030A0"/>
                          </a:solidFill>
                        </a:rPr>
                        <a:t>BKK</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방콕</a:t>
                      </a:r>
                      <a:r>
                        <a:rPr lang="en-US" altLang="ko-KR" sz="900" b="0" dirty="0">
                          <a:solidFill>
                            <a:srgbClr val="7030A0"/>
                          </a:solidFill>
                        </a:rPr>
                        <a:t>/</a:t>
                      </a:r>
                      <a:r>
                        <a:rPr lang="ko-KR" altLang="en-US" sz="900" b="0" dirty="0" err="1">
                          <a:solidFill>
                            <a:srgbClr val="7030A0"/>
                          </a:solidFill>
                        </a:rPr>
                        <a:t>수완나폼</a:t>
                      </a:r>
                      <a:endParaRPr lang="ko-KR" altLang="en-US" sz="900" b="0" dirty="0">
                        <a:solidFill>
                          <a:srgbClr val="7030A0"/>
                        </a:solidFill>
                      </a:endParaRPr>
                    </a:p>
                  </a:txBody>
                  <a:tcPr marL="0" marR="0" marT="0" marB="0" anchor="ctr"/>
                </a:tc>
                <a:extLst>
                  <a:ext uri="{0D108BD9-81ED-4DB2-BD59-A6C34878D82A}">
                    <a16:rowId xmlns:a16="http://schemas.microsoft.com/office/drawing/2014/main" val="2783088539"/>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723414" y="5277971"/>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SE 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TextBox 1">
            <a:extLst>
              <a:ext uri="{FF2B5EF4-FFF2-40B4-BE49-F238E27FC236}">
                <a16:creationId xmlns:a16="http://schemas.microsoft.com/office/drawing/2014/main" id="{9A2AD511-3D77-5056-7372-44C616778F18}"/>
              </a:ext>
            </a:extLst>
          </p:cNvPr>
          <p:cNvSpPr txBox="1"/>
          <p:nvPr/>
        </p:nvSpPr>
        <p:spPr>
          <a:xfrm>
            <a:off x="1637044" y="5229777"/>
            <a:ext cx="722812" cy="338554"/>
          </a:xfrm>
          <a:prstGeom prst="rect">
            <a:avLst/>
          </a:prstGeom>
          <a:noFill/>
        </p:spPr>
        <p:txBody>
          <a:bodyPr wrap="square" rtlCol="0">
            <a:spAutoFit/>
          </a:bodyPr>
          <a:lstStyle/>
          <a:p>
            <a:r>
              <a:rPr kumimoji="1" lang="ko-Kore-KR" altLang="en-US" sz="800" b="1" dirty="0">
                <a:solidFill>
                  <a:srgbClr val="FF0000"/>
                </a:solidFill>
              </a:rPr>
              <a:t>도착</a:t>
            </a:r>
            <a:r>
              <a:rPr kumimoji="1" lang="ko-KR" altLang="en-US" sz="800" b="1" dirty="0">
                <a:solidFill>
                  <a:srgbClr val="FF0000"/>
                </a:solidFill>
              </a:rPr>
              <a:t> 방송 </a:t>
            </a:r>
            <a:r>
              <a:rPr kumimoji="1" lang="en-US" altLang="ko-KR" sz="800" b="1" dirty="0">
                <a:solidFill>
                  <a:srgbClr val="FF0000"/>
                </a:solidFill>
              </a:rPr>
              <a:t>Next Page</a:t>
            </a:r>
            <a:endParaRPr kumimoji="1" lang="ko-Kore-KR" altLang="en-US" sz="800" b="1" dirty="0">
              <a:solidFill>
                <a:srgbClr val="FF0000"/>
              </a:solidFill>
            </a:endParaRPr>
          </a:p>
        </p:txBody>
      </p:sp>
      <p:graphicFrame>
        <p:nvGraphicFramePr>
          <p:cNvPr id="4" name="Google Shape;370;p27">
            <a:extLst>
              <a:ext uri="{FF2B5EF4-FFF2-40B4-BE49-F238E27FC236}">
                <a16:creationId xmlns:a16="http://schemas.microsoft.com/office/drawing/2014/main" id="{F9B588B8-8715-9703-FBCF-4E7E4E8AB301}"/>
              </a:ext>
            </a:extLst>
          </p:cNvPr>
          <p:cNvGraphicFramePr/>
          <p:nvPr>
            <p:extLst>
              <p:ext uri="{D42A27DB-BD31-4B8C-83A1-F6EECF244321}">
                <p14:modId xmlns:p14="http://schemas.microsoft.com/office/powerpoint/2010/main" val="206168860"/>
              </p:ext>
            </p:extLst>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rtl="0">
                        <a:spcBef>
                          <a:spcPts val="0"/>
                        </a:spcBef>
                        <a:spcAft>
                          <a:spcPts val="0"/>
                        </a:spcAft>
                        <a:buNone/>
                      </a:pPr>
                      <a:r>
                        <a:rPr lang="en-US" sz="1200" b="1" dirty="0">
                          <a:latin typeface="Calibri"/>
                          <a:ea typeface="Calibri"/>
                          <a:cs typeface="Calibri"/>
                          <a:sym typeface="Calibri"/>
                        </a:rPr>
                        <a:t>WELCOME PA</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118775611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336080294"/>
              </p:ext>
            </p:extLst>
          </p:nvPr>
        </p:nvGraphicFramePr>
        <p:xfrm>
          <a:off x="0" y="0"/>
          <a:ext cx="2328876" cy="4921399"/>
        </p:xfrm>
        <a:graphic>
          <a:graphicData uri="http://schemas.openxmlformats.org/drawingml/2006/table">
            <a:tbl>
              <a:tblPr firstRow="1" bandRow="1">
                <a:noFill/>
                <a:tableStyleId>{A521BE36-7E6F-4EC9-8D66-1CF97A6895EC}</a:tableStyleId>
              </a:tblPr>
              <a:tblGrid>
                <a:gridCol w="1164438">
                  <a:extLst>
                    <a:ext uri="{9D8B030D-6E8A-4147-A177-3AD203B41FA5}">
                      <a16:colId xmlns:a16="http://schemas.microsoft.com/office/drawing/2014/main" val="20000"/>
                    </a:ext>
                  </a:extLst>
                </a:gridCol>
                <a:gridCol w="272476">
                  <a:extLst>
                    <a:ext uri="{9D8B030D-6E8A-4147-A177-3AD203B41FA5}">
                      <a16:colId xmlns:a16="http://schemas.microsoft.com/office/drawing/2014/main" val="2595559527"/>
                    </a:ext>
                  </a:extLst>
                </a:gridCol>
                <a:gridCol w="891962">
                  <a:extLst>
                    <a:ext uri="{9D8B030D-6E8A-4147-A177-3AD203B41FA5}">
                      <a16:colId xmlns:a16="http://schemas.microsoft.com/office/drawing/2014/main" val="1608007032"/>
                    </a:ext>
                  </a:extLst>
                </a:gridCol>
              </a:tblGrid>
              <a:tr h="0">
                <a:tc gridSpan="3">
                  <a:txBody>
                    <a:bodyPr/>
                    <a:lstStyle/>
                    <a:p>
                      <a:pPr marL="0" marR="0" lvl="0" indent="0" algn="l" rtl="0">
                        <a:spcBef>
                          <a:spcPts val="0"/>
                        </a:spcBef>
                        <a:spcAft>
                          <a:spcPts val="0"/>
                        </a:spcAft>
                        <a:buNone/>
                      </a:pPr>
                      <a:r>
                        <a:rPr lang="ko-KR" altLang="en-US" sz="1000" b="1" dirty="0">
                          <a:latin typeface="Calibri"/>
                          <a:ea typeface="Calibri"/>
                          <a:cs typeface="Calibri"/>
                          <a:sym typeface="Calibri"/>
                        </a:rPr>
                        <a:t>도착</a:t>
                      </a:r>
                      <a:r>
                        <a:rPr lang="en-US" sz="1000" b="1" dirty="0">
                          <a:latin typeface="Calibri"/>
                          <a:ea typeface="Calibri"/>
                          <a:cs typeface="Calibri"/>
                          <a:sym typeface="Calibri"/>
                        </a:rPr>
                        <a:t> </a:t>
                      </a:r>
                      <a:r>
                        <a:rPr lang="ko-KR" altLang="en-US" sz="1000" b="1" dirty="0">
                          <a:latin typeface="Calibri"/>
                          <a:ea typeface="Calibri"/>
                          <a:cs typeface="Calibri"/>
                          <a:sym typeface="Calibri"/>
                        </a:rPr>
                        <a:t>방송 </a:t>
                      </a:r>
                      <a:r>
                        <a:rPr lang="en-US" altLang="ko-KR" sz="1000" b="1" dirty="0">
                          <a:latin typeface="Calibri"/>
                          <a:ea typeface="Calibri"/>
                          <a:cs typeface="Calibri"/>
                          <a:sym typeface="Calibri"/>
                        </a:rPr>
                        <a:t>(5</a:t>
                      </a:r>
                      <a:r>
                        <a:rPr lang="ko-KR" altLang="en-US" sz="1000" b="1" dirty="0">
                          <a:latin typeface="Calibri"/>
                          <a:ea typeface="Calibri"/>
                          <a:cs typeface="Calibri"/>
                          <a:sym typeface="Calibri"/>
                        </a:rPr>
                        <a:t>시간이상</a:t>
                      </a:r>
                      <a:r>
                        <a:rPr lang="en-US" altLang="ko-KR" sz="1000" b="1" dirty="0">
                          <a:latin typeface="Calibri"/>
                          <a:ea typeface="Calibri"/>
                          <a:cs typeface="Calibri"/>
                          <a:sym typeface="Calibri"/>
                        </a:rPr>
                        <a:t>,</a:t>
                      </a:r>
                      <a:r>
                        <a:rPr lang="ko-KR" altLang="en-US" sz="1000" b="1" dirty="0">
                          <a:latin typeface="Calibri"/>
                          <a:ea typeface="Calibri"/>
                          <a:cs typeface="Calibri"/>
                          <a:sym typeface="Calibri"/>
                        </a:rPr>
                        <a:t> </a:t>
                      </a:r>
                      <a:r>
                        <a:rPr lang="en-US" altLang="ko-KR" sz="1000" b="1" dirty="0">
                          <a:latin typeface="Calibri"/>
                          <a:ea typeface="Calibri"/>
                          <a:cs typeface="Calibri"/>
                          <a:sym typeface="Calibri"/>
                        </a:rPr>
                        <a:t>40</a:t>
                      </a:r>
                      <a:r>
                        <a:rPr lang="ko-KR" altLang="en-US" sz="1000" b="1" dirty="0">
                          <a:latin typeface="Calibri"/>
                          <a:ea typeface="Calibri"/>
                          <a:cs typeface="Calibri"/>
                          <a:sym typeface="Calibri"/>
                        </a:rPr>
                        <a:t>분전</a:t>
                      </a:r>
                      <a:r>
                        <a:rPr lang="en-US" altLang="ko-KR" sz="1000" b="1" dirty="0">
                          <a:latin typeface="Calibri"/>
                          <a:ea typeface="Calibri"/>
                          <a:cs typeface="Calibri"/>
                          <a:sym typeface="Calibri"/>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1000" b="0" dirty="0">
                          <a:solidFill>
                            <a:srgbClr val="FFC000"/>
                          </a:solidFill>
                          <a:latin typeface="Calibri"/>
                          <a:ea typeface="Calibri"/>
                          <a:cs typeface="Calibri"/>
                          <a:sym typeface="Calibri"/>
                        </a:rPr>
                        <a:t>출발지 기준 </a:t>
                      </a:r>
                      <a:r>
                        <a:rPr lang="en-US" altLang="ko-KR" sz="1000" b="0" dirty="0">
                          <a:solidFill>
                            <a:srgbClr val="FFC000"/>
                          </a:solidFill>
                          <a:latin typeface="Calibri"/>
                          <a:ea typeface="Calibri"/>
                          <a:cs typeface="Calibri"/>
                          <a:sym typeface="Calibri"/>
                        </a:rPr>
                        <a:t>2200-0800</a:t>
                      </a:r>
                      <a:r>
                        <a:rPr lang="ko-KR" altLang="en-US" sz="1000" b="0" dirty="0">
                          <a:solidFill>
                            <a:srgbClr val="FFC000"/>
                          </a:solidFill>
                          <a:latin typeface="Calibri"/>
                          <a:ea typeface="Calibri"/>
                          <a:cs typeface="Calibri"/>
                          <a:sym typeface="Calibri"/>
                        </a:rPr>
                        <a:t> </a:t>
                      </a:r>
                      <a:r>
                        <a:rPr lang="en-US" altLang="ko-KR" sz="1000" b="0" dirty="0">
                          <a:solidFill>
                            <a:srgbClr val="FFC000"/>
                          </a:solidFill>
                          <a:latin typeface="Calibri"/>
                          <a:ea typeface="Calibri"/>
                          <a:cs typeface="Calibri"/>
                          <a:sym typeface="Calibri"/>
                        </a:rPr>
                        <a:t>Quiet Hour </a:t>
                      </a:r>
                      <a:endParaRPr lang="en-US" altLang="ko-Kore-KR" sz="1000" b="0" dirty="0">
                        <a:solidFill>
                          <a:srgbClr val="FFC000"/>
                        </a:solidFill>
                        <a:latin typeface="Calibri"/>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574756">
                <a:tc gridSpan="3">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ko-KR" altLang="en-US" sz="800" b="1" dirty="0">
                          <a:latin typeface="Calibri"/>
                          <a:ea typeface="Calibri"/>
                          <a:cs typeface="Calibri"/>
                          <a:sym typeface="Calibri"/>
                        </a:rPr>
                        <a:t>저는 기장입니다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우리 비행기는 앞으로 약 </a:t>
                      </a:r>
                      <a:r>
                        <a:rPr lang="en-US" altLang="ko-KR" sz="800" b="1" dirty="0">
                          <a:latin typeface="Calibri"/>
                          <a:ea typeface="Calibri"/>
                          <a:cs typeface="Calibri"/>
                          <a:sym typeface="Calibri"/>
                        </a:rPr>
                        <a:t>(40)</a:t>
                      </a:r>
                      <a:r>
                        <a:rPr lang="ko-KR" altLang="en-US" sz="800" b="1" dirty="0">
                          <a:latin typeface="Calibri"/>
                          <a:ea typeface="Calibri"/>
                          <a:cs typeface="Calibri"/>
                          <a:sym typeface="Calibri"/>
                        </a:rPr>
                        <a:t>분 후에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국제공항에 착륙 예정입니다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현재 공항의 날씨는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 기온은 섭씨 </a:t>
                      </a:r>
                      <a:r>
                        <a:rPr lang="en-US" altLang="ko-KR" sz="800" b="1" dirty="0">
                          <a:latin typeface="Calibri"/>
                          <a:ea typeface="Calibri"/>
                          <a:cs typeface="Calibri"/>
                          <a:sym typeface="Calibri"/>
                        </a:rPr>
                        <a:t>__</a:t>
                      </a:r>
                      <a:r>
                        <a:rPr lang="ko-KR" altLang="en-US" sz="800" b="1" dirty="0">
                          <a:latin typeface="Calibri"/>
                          <a:ea typeface="Calibri"/>
                          <a:cs typeface="Calibri"/>
                          <a:sym typeface="Calibri"/>
                        </a:rPr>
                        <a:t>도 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en-US" altLang="ko-KR" sz="800" b="1" dirty="0">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323911">
                <a:tc gridSpan="2">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맑으며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다소</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흐리며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이슬</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비가 내리며</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소나기가 내리며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바람이 불고 있으며</a:t>
                      </a:r>
                      <a:endParaRPr lang="en-US" altLang="ko-KR" sz="600" b="1" dirty="0">
                        <a:latin typeface="Calibri"/>
                        <a:ea typeface="Calibri"/>
                        <a:cs typeface="Calibri"/>
                        <a:sym typeface="Calibri"/>
                      </a:endParaRPr>
                    </a:p>
                  </a:txBody>
                  <a:tcPr marL="36000" marR="36000" marT="36000" marB="36000"/>
                </a:tc>
                <a:tc hMerge="1">
                  <a:txBody>
                    <a:bodyPr/>
                    <a:lstStyle/>
                    <a:p>
                      <a:endParaRPr lang="ko-Kore-KR" altLang="en-US"/>
                    </a:p>
                  </a:txBody>
                  <a:tcPr/>
                </a:tc>
                <a:tc>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눈이 오고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안개가 끼어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황사가 있으며</a:t>
                      </a:r>
                      <a:endParaRPr lang="en-US" altLang="ko-KR" sz="6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3804322827"/>
                  </a:ext>
                </a:extLst>
              </a:tr>
              <a:tr h="356733">
                <a:tc gridSpan="3">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지금 이곳의 시각은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월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일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요일</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오전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오후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시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분 입니다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a:ln>
                            <a:noFill/>
                          </a:ln>
                          <a:solidFill>
                            <a:srgbClr val="000000"/>
                          </a:solidFill>
                          <a:effectLst/>
                          <a:uLnTx/>
                          <a:uFillTx/>
                          <a:latin typeface="Calibri"/>
                          <a:ea typeface="Calibri"/>
                          <a:cs typeface="Calibri"/>
                          <a:sym typeface="Calibri"/>
                        </a:rPr>
                        <a:t>고맙습니다</a:t>
                      </a:r>
                      <a:r>
                        <a:rPr kumimoji="0" lang="en-US" altLang="ko-KR" sz="800" b="1" i="0" u="none" strike="noStrike" kern="0" cap="none" spc="0" normalizeH="0" baseline="0" noProof="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591553393"/>
                  </a:ext>
                </a:extLst>
              </a:tr>
              <a:tr h="280822">
                <a:tc gridSpan="3">
                  <a:txBody>
                    <a:bodyPr/>
                    <a:lstStyle/>
                    <a:p>
                      <a:pPr marL="0" marR="0" lvl="0" indent="0" algn="l" rtl="0">
                        <a:lnSpc>
                          <a:spcPct val="150000"/>
                        </a:lnSpc>
                        <a:spcBef>
                          <a:spcPts val="0"/>
                        </a:spcBef>
                        <a:spcAft>
                          <a:spcPts val="0"/>
                        </a:spcAft>
                        <a:buNone/>
                      </a:pPr>
                      <a:r>
                        <a:rPr lang="en-US" altLang="ko-KR" sz="800" b="1" dirty="0">
                          <a:latin typeface="Calibri"/>
                          <a:ea typeface="Calibri"/>
                          <a:cs typeface="Calibri"/>
                          <a:sym typeface="Calibri"/>
                        </a:rPr>
                        <a:t>L</a:t>
                      </a:r>
                      <a:r>
                        <a:rPr lang="en-US" sz="800" b="1" dirty="0">
                          <a:latin typeface="Calibri"/>
                          <a:ea typeface="Calibri"/>
                          <a:cs typeface="Calibri"/>
                          <a:sym typeface="Calibri"/>
                        </a:rPr>
                        <a:t>adies and gentlemen</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R" sz="800" b="1" dirty="0">
                          <a:latin typeface="Calibri"/>
                          <a:ea typeface="Calibri"/>
                          <a:cs typeface="Calibri"/>
                          <a:sym typeface="Calibri"/>
                        </a:rPr>
                        <a:t>t</a:t>
                      </a:r>
                      <a:r>
                        <a:rPr lang="en-US" sz="800" b="1" dirty="0">
                          <a:latin typeface="Calibri"/>
                          <a:ea typeface="Calibri"/>
                          <a:cs typeface="Calibri"/>
                          <a:sym typeface="Calibri"/>
                        </a:rPr>
                        <a:t>his is </a:t>
                      </a:r>
                      <a:r>
                        <a:rPr lang="en-US" altLang="ko-KR" sz="800" b="1" u="sng" dirty="0">
                          <a:latin typeface="Calibri"/>
                          <a:ea typeface="Calibri"/>
                          <a:cs typeface="Calibri"/>
                          <a:sym typeface="Calibri"/>
                        </a:rPr>
                        <a:t>the</a:t>
                      </a:r>
                      <a:r>
                        <a:rPr lang="ko-KR" altLang="en-US" sz="800" b="1" dirty="0">
                          <a:latin typeface="Calibri"/>
                          <a:ea typeface="Calibri"/>
                          <a:cs typeface="Calibri"/>
                          <a:sym typeface="Calibri"/>
                        </a:rPr>
                        <a:t> </a:t>
                      </a:r>
                      <a:r>
                        <a:rPr lang="en-US" sz="800" b="1" dirty="0">
                          <a:latin typeface="Calibri"/>
                          <a:ea typeface="Calibri"/>
                          <a:cs typeface="Calibri"/>
                          <a:sym typeface="Calibri"/>
                        </a:rPr>
                        <a:t>captain</a:t>
                      </a:r>
                      <a:r>
                        <a:rPr lang="ko-KR" altLang="en-US" sz="800" b="1" dirty="0">
                          <a:latin typeface="Calibri"/>
                          <a:ea typeface="Calibri"/>
                          <a:cs typeface="Calibri"/>
                          <a:sym typeface="Calibri"/>
                        </a:rPr>
                        <a:t> </a:t>
                      </a:r>
                      <a:r>
                        <a:rPr lang="en-US" sz="800" b="1" dirty="0">
                          <a:latin typeface="Calibri"/>
                          <a:ea typeface="Calibri"/>
                          <a:cs typeface="Calibri"/>
                          <a:sym typeface="Calibri"/>
                        </a:rPr>
                        <a:t>speaking. </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We expect to land at __ international airport in about (40) minutes.</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temperature at ___ is __ degrees Celsius, or __ degrees Fahrenheit </a:t>
                      </a:r>
                      <a:r>
                        <a:rPr lang="en-US" altLang="ko-KR" sz="700" b="0" dirty="0">
                          <a:solidFill>
                            <a:srgbClr val="00B050"/>
                          </a:solidFill>
                          <a:latin typeface="Calibri"/>
                          <a:ea typeface="Calibri"/>
                          <a:cs typeface="Calibri"/>
                          <a:sym typeface="Calibri"/>
                        </a:rPr>
                        <a:t>(NAVBLUE </a:t>
                      </a:r>
                      <a:r>
                        <a:rPr lang="ko-KR" altLang="en-US" sz="700" b="0" dirty="0">
                          <a:solidFill>
                            <a:srgbClr val="00B050"/>
                          </a:solidFill>
                          <a:latin typeface="Calibri"/>
                          <a:ea typeface="Calibri"/>
                          <a:cs typeface="Calibri"/>
                          <a:sym typeface="Calibri"/>
                        </a:rPr>
                        <a:t>참고</a:t>
                      </a:r>
                      <a:r>
                        <a:rPr lang="en-US" altLang="ko-KR" sz="700" b="0" dirty="0">
                          <a:solidFill>
                            <a:srgbClr val="00B050"/>
                          </a:solidFill>
                          <a:latin typeface="Calibri"/>
                          <a:ea typeface="Calibri"/>
                          <a:cs typeface="Calibri"/>
                          <a:sym typeface="Calibri"/>
                        </a:rPr>
                        <a:t>)</a:t>
                      </a:r>
                      <a:endParaRPr lang="en-US" altLang="ko-Kore-KR" sz="700" b="0" dirty="0">
                        <a:solidFill>
                          <a:srgbClr val="00B050"/>
                        </a:solidFill>
                        <a:latin typeface="Calibri"/>
                        <a:ea typeface="Calibri"/>
                        <a:cs typeface="Calibri"/>
                        <a:sym typeface="Calibri"/>
                      </a:endParaRP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and it is </a:t>
                      </a: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___. </a:t>
                      </a: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13012">
                <a:tc>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(mostly) clear</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(partly) cloudy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drizzling / raining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windy</a:t>
                      </a:r>
                      <a:endParaRPr lang="ko-Kore-KR" altLang="en-US" sz="800" b="1" dirty="0">
                        <a:latin typeface="Calibri"/>
                        <a:ea typeface="Calibri"/>
                        <a:cs typeface="Calibri"/>
                        <a:sym typeface="Calibri"/>
                      </a:endParaRPr>
                    </a:p>
                  </a:txBody>
                  <a:tcPr marL="36000" marR="36000" marT="36000" marB="36000"/>
                </a:tc>
                <a:tc gridSpan="2">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snowing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foggy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hazy or smoggy</a:t>
                      </a:r>
                    </a:p>
                  </a:txBody>
                  <a:tcPr marL="36000" marR="36000" marT="36000" marB="36000"/>
                </a:tc>
                <a:tc hMerge="1">
                  <a:txBody>
                    <a:bodyPr/>
                    <a:lstStyle/>
                    <a:p>
                      <a:endParaRPr lang="ko-Kore-KR" altLang="en-US"/>
                    </a:p>
                  </a:txBody>
                  <a:tcPr/>
                </a:tc>
                <a:extLst>
                  <a:ext uri="{0D108BD9-81ED-4DB2-BD59-A6C34878D82A}">
                    <a16:rowId xmlns:a16="http://schemas.microsoft.com/office/drawing/2014/main" val="4104669382"/>
                  </a:ext>
                </a:extLst>
              </a:tr>
              <a:tr h="500625">
                <a:tc gridSpan="3">
                  <a:txBody>
                    <a:bodyPr/>
                    <a:lstStyle/>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time is __ : __ </a:t>
                      </a:r>
                      <a:r>
                        <a:rPr lang="en-US" altLang="ko-Kore-KR" sz="800" b="1" dirty="0" err="1">
                          <a:latin typeface="Calibri"/>
                          <a:ea typeface="Calibri"/>
                          <a:cs typeface="Calibri"/>
                          <a:sym typeface="Calibri"/>
                        </a:rPr>
                        <a:t>a.m</a:t>
                      </a:r>
                      <a:r>
                        <a:rPr lang="en-US" altLang="ko-Kore-KR" sz="800" b="1" dirty="0">
                          <a:latin typeface="Calibri"/>
                          <a:ea typeface="Calibri"/>
                          <a:cs typeface="Calibri"/>
                          <a:sym typeface="Calibri"/>
                        </a:rPr>
                        <a:t>(</a:t>
                      </a:r>
                      <a:r>
                        <a:rPr lang="en-US" altLang="ko-Kore-KR" sz="800" b="1" dirty="0" err="1">
                          <a:latin typeface="Calibri"/>
                          <a:ea typeface="Calibri"/>
                          <a:cs typeface="Calibri"/>
                          <a:sym typeface="Calibri"/>
                        </a:rPr>
                        <a:t>p.m</a:t>
                      </a:r>
                      <a:r>
                        <a:rPr lang="en-US" altLang="ko-Kore-KR" sz="800" b="1" dirty="0">
                          <a:latin typeface="Calibri"/>
                          <a:ea typeface="Calibri"/>
                          <a:cs typeface="Calibri"/>
                          <a:sym typeface="Calibri"/>
                        </a:rPr>
                        <a:t>), on (day-of-the-week), (month)(date).</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Thank you for flying with us today.</a:t>
                      </a:r>
                      <a:endParaRPr lang="ko-Kore-KR" altLang="en-US" sz="800" b="1" dirty="0">
                        <a:latin typeface="Calibri"/>
                        <a:ea typeface="Calibri"/>
                        <a:cs typeface="Calibri"/>
                        <a:sym typeface="Calibri"/>
                      </a:endParaRPr>
                    </a:p>
                  </a:txBody>
                  <a:tcPr marL="36000" marR="36000" marT="36000" marB="36000"/>
                </a:tc>
                <a:tc hMerge="1">
                  <a:txBody>
                    <a:bodyPr/>
                    <a:lstStyle/>
                    <a:p>
                      <a:pPr marL="0" marR="0" lvl="0" indent="0" algn="l" rtl="0">
                        <a:spcBef>
                          <a:spcPts val="0"/>
                        </a:spcBef>
                        <a:spcAft>
                          <a:spcPts val="0"/>
                        </a:spcAft>
                        <a:buNone/>
                      </a:pPr>
                      <a:endParaRPr lang="ko-Kore-KR" altLang="en-US" sz="800" b="1" dirty="0">
                        <a:latin typeface="Calibri"/>
                        <a:ea typeface="Calibri"/>
                        <a:cs typeface="Calibri"/>
                        <a:sym typeface="Calibri"/>
                      </a:endParaRPr>
                    </a:p>
                  </a:txBody>
                  <a:tcPr marL="36000" marR="36000" marT="36000" marB="36000"/>
                </a:tc>
                <a:tc hMerge="1">
                  <a:txBody>
                    <a:bodyPr/>
                    <a:lstStyle/>
                    <a:p>
                      <a:endParaRPr lang="ko-Kore-KR" altLang="en-US"/>
                    </a:p>
                  </a:txBody>
                  <a:tcPr/>
                </a:tc>
                <a:extLst>
                  <a:ext uri="{0D108BD9-81ED-4DB2-BD59-A6C34878D82A}">
                    <a16:rowId xmlns:a16="http://schemas.microsoft.com/office/drawing/2014/main" val="2371547286"/>
                  </a:ext>
                </a:extLst>
              </a:tr>
            </a:tbl>
          </a:graphicData>
        </a:graphic>
      </p:graphicFrame>
      <p:sp>
        <p:nvSpPr>
          <p:cNvPr id="4" name="직사각형 3">
            <a:hlinkClick r:id="" action="ppaction://hlinkshowjump?jump=firstslide"/>
            <a:extLst>
              <a:ext uri="{FF2B5EF4-FFF2-40B4-BE49-F238E27FC236}">
                <a16:creationId xmlns:a16="http://schemas.microsoft.com/office/drawing/2014/main" id="{CF0EAA18-1047-FE78-D46B-153C8A14B8A3}"/>
              </a:ext>
            </a:extLst>
          </p:cNvPr>
          <p:cNvSpPr/>
          <p:nvPr/>
        </p:nvSpPr>
        <p:spPr>
          <a:xfrm>
            <a:off x="723414" y="5277971"/>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SE 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405472144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96"/>
        <p:cNvGrpSpPr/>
        <p:nvPr/>
      </p:nvGrpSpPr>
      <p:grpSpPr>
        <a:xfrm>
          <a:off x="0" y="0"/>
          <a:ext cx="0" cy="0"/>
          <a:chOff x="0" y="0"/>
          <a:chExt cx="0" cy="0"/>
        </a:xfrm>
      </p:grpSpPr>
      <p:graphicFrame>
        <p:nvGraphicFramePr>
          <p:cNvPr id="106" name="Google Shape;106;p2"/>
          <p:cNvGraphicFramePr/>
          <p:nvPr>
            <p:extLst>
              <p:ext uri="{D42A27DB-BD31-4B8C-83A1-F6EECF244321}">
                <p14:modId xmlns:p14="http://schemas.microsoft.com/office/powerpoint/2010/main" val="4241014981"/>
              </p:ext>
            </p:extLst>
          </p:nvPr>
        </p:nvGraphicFramePr>
        <p:xfrm>
          <a:off x="0" y="1059290"/>
          <a:ext cx="2339850" cy="181465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427554165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73836">
                <a:tc gridSpan="7">
                  <a:txBody>
                    <a:bodyPr/>
                    <a:lstStyle/>
                    <a:p>
                      <a:pPr marL="0" marR="0" lvl="0" indent="0" algn="ctr" rtl="0">
                        <a:spcBef>
                          <a:spcPts val="0"/>
                        </a:spcBef>
                        <a:spcAft>
                          <a:spcPts val="0"/>
                        </a:spcAft>
                        <a:buNone/>
                      </a:pPr>
                      <a:r>
                        <a:rPr lang="en-US" sz="800" u="none" strike="noStrike" cap="none" dirty="0"/>
                        <a:t>GMP : </a:t>
                      </a:r>
                      <a:r>
                        <a:rPr lang="en-US"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57990">
                <a:tc rowSpan="2">
                  <a:txBody>
                    <a:bodyPr/>
                    <a:lstStyle/>
                    <a:p>
                      <a:pPr marL="0" marR="0" lvl="0" indent="0" algn="ctr" rtl="0">
                        <a:spcBef>
                          <a:spcPts val="0"/>
                        </a:spcBef>
                        <a:spcAft>
                          <a:spcPts val="0"/>
                        </a:spcAft>
                        <a:buNone/>
                      </a:pPr>
                      <a:r>
                        <a:rPr lang="en-US" sz="800" b="1" u="none" strike="noStrike" cap="none"/>
                        <a:t>32L/R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BULTI </a:t>
                      </a:r>
                      <a:r>
                        <a:rPr lang="en-US" sz="800" b="1" u="none" strike="noStrike" cap="none" dirty="0" err="1">
                          <a:solidFill>
                            <a:srgbClr val="0070C0"/>
                          </a:solidFill>
                        </a:rPr>
                        <a:t>xT</a:t>
                      </a:r>
                      <a:endParaRPr sz="800" b="1" u="none" strike="noStrike" cap="none" dirty="0">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324 </a:t>
                      </a:r>
                      <a:r>
                        <a:rPr lang="en-US" sz="800" b="1" u="none" strike="noStrike" cap="none" dirty="0">
                          <a:solidFill>
                            <a:srgbClr val="0070C0"/>
                          </a:solidFill>
                        </a:rPr>
                        <a:t>ALT 5000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t>(BULTI xQ)</a:t>
                      </a:r>
                      <a:endParaRPr sz="800" u="none" strike="noStrike" cap="none"/>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57990">
                <a:tc rowSpan="2">
                  <a:txBody>
                    <a:bodyPr/>
                    <a:lstStyle/>
                    <a:p>
                      <a:pPr marL="0" marR="0" lvl="0" indent="0" algn="ctr" rtl="0">
                        <a:spcBef>
                          <a:spcPts val="0"/>
                        </a:spcBef>
                        <a:spcAft>
                          <a:spcPts val="0"/>
                        </a:spcAft>
                        <a:buNone/>
                      </a:pPr>
                      <a:r>
                        <a:rPr lang="en-US" sz="800" b="1" u="none" strike="noStrike" cap="none"/>
                        <a:t>14L/R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solidFill>
                            <a:srgbClr val="0070C0"/>
                          </a:solidFill>
                        </a:rPr>
                        <a:t>BULTI xU</a:t>
                      </a:r>
                      <a:endParaRPr sz="800" b="1" u="none" strike="noStrike" cap="none">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144 </a:t>
                      </a:r>
                      <a:r>
                        <a:rPr lang="en-US" sz="800" b="1" u="none" strike="noStrike" cap="none" dirty="0">
                          <a:solidFill>
                            <a:srgbClr val="0070C0"/>
                          </a:solidFill>
                        </a:rPr>
                        <a:t>ALT 6000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dirty="0"/>
                        <a:t>(BULTI </a:t>
                      </a:r>
                      <a:r>
                        <a:rPr lang="en-US" sz="800" u="none" strike="noStrike" cap="none" dirty="0" err="1"/>
                        <a:t>xZ</a:t>
                      </a:r>
                      <a:r>
                        <a:rPr lang="en-US" sz="800" u="none" strike="noStrike" cap="none" dirty="0"/>
                        <a:t>)</a:t>
                      </a:r>
                      <a:endParaRPr sz="800" u="none" strike="noStrike" cap="none" dirty="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5732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a:solidFill>
                            <a:srgbClr val="0070C0"/>
                          </a:solidFill>
                        </a:rPr>
                        <a:t>KIP</a:t>
                      </a:r>
                      <a:endParaRPr/>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a:solidFill>
                            <a:srgbClr val="0070C0"/>
                          </a:solidFill>
                        </a:rPr>
                        <a:t>113.6</a:t>
                      </a:r>
                      <a:endParaRPr sz="800" b="1" u="none" strike="noStrike" cap="none">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108.7</a:t>
                      </a:r>
                      <a:endParaRPr dirty="0"/>
                    </a:p>
                  </a:txBody>
                  <a:tcPr marL="36000" marR="36000" marT="36000" marB="36000" anchor="ctr"/>
                </a:tc>
                <a:extLst>
                  <a:ext uri="{0D108BD9-81ED-4DB2-BD59-A6C34878D82A}">
                    <a16:rowId xmlns:a16="http://schemas.microsoft.com/office/drawing/2014/main" val="10005"/>
                  </a:ext>
                </a:extLst>
              </a:tr>
              <a:tr h="25732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32L/R : EO32L/R, R225</a:t>
                      </a:r>
                      <a:r>
                        <a:rPr lang="en-US" altLang="ko-Kore-KR" sz="600" u="none" strike="noStrike" cap="none" dirty="0"/>
                        <a:t>, </a:t>
                      </a:r>
                      <a:r>
                        <a:rPr lang="en-US" altLang="ko-Kore-KR" sz="800" u="none" strike="noStrike" cap="none" dirty="0"/>
                        <a:t>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5799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APRON(130.875) -&gt; GND(121.9)  -&gt; TWR (All by ATC)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07" name="Google Shape;107;p2"/>
          <p:cNvGraphicFramePr/>
          <p:nvPr>
            <p:extLst>
              <p:ext uri="{D42A27DB-BD31-4B8C-83A1-F6EECF244321}">
                <p14:modId xmlns:p14="http://schemas.microsoft.com/office/powerpoint/2010/main" val="962615952"/>
              </p:ext>
            </p:extLst>
          </p:nvPr>
        </p:nvGraphicFramePr>
        <p:xfrm>
          <a:off x="4472" y="3784778"/>
          <a:ext cx="2310728" cy="1772885"/>
        </p:xfrm>
        <a:graphic>
          <a:graphicData uri="http://schemas.openxmlformats.org/drawingml/2006/table">
            <a:tbl>
              <a:tblPr firstRow="1" bandRow="1">
                <a:noFill/>
                <a:tableStyleId>{A521BE36-7E6F-4EC9-8D66-1CF97A6895EC}</a:tableStyleId>
              </a:tblPr>
              <a:tblGrid>
                <a:gridCol w="390499">
                  <a:extLst>
                    <a:ext uri="{9D8B030D-6E8A-4147-A177-3AD203B41FA5}">
                      <a16:colId xmlns:a16="http://schemas.microsoft.com/office/drawing/2014/main" val="20000"/>
                    </a:ext>
                  </a:extLst>
                </a:gridCol>
                <a:gridCol w="209308">
                  <a:extLst>
                    <a:ext uri="{9D8B030D-6E8A-4147-A177-3AD203B41FA5}">
                      <a16:colId xmlns:a16="http://schemas.microsoft.com/office/drawing/2014/main" val="20001"/>
                    </a:ext>
                  </a:extLst>
                </a:gridCol>
                <a:gridCol w="527130">
                  <a:extLst>
                    <a:ext uri="{9D8B030D-6E8A-4147-A177-3AD203B41FA5}">
                      <a16:colId xmlns:a16="http://schemas.microsoft.com/office/drawing/2014/main" val="20002"/>
                    </a:ext>
                  </a:extLst>
                </a:gridCol>
                <a:gridCol w="413260">
                  <a:extLst>
                    <a:ext uri="{9D8B030D-6E8A-4147-A177-3AD203B41FA5}">
                      <a16:colId xmlns:a16="http://schemas.microsoft.com/office/drawing/2014/main" val="20005"/>
                    </a:ext>
                  </a:extLst>
                </a:gridCol>
                <a:gridCol w="770531">
                  <a:extLst>
                    <a:ext uri="{9D8B030D-6E8A-4147-A177-3AD203B41FA5}">
                      <a16:colId xmlns:a16="http://schemas.microsoft.com/office/drawing/2014/main" val="20006"/>
                    </a:ext>
                  </a:extLst>
                </a:gridCol>
              </a:tblGrid>
              <a:tr h="156000">
                <a:tc gridSpan="5">
                  <a:txBody>
                    <a:bodyPr/>
                    <a:lstStyle/>
                    <a:p>
                      <a:pPr marL="0" marR="0" lvl="0" indent="0" algn="ctr" rtl="0">
                        <a:spcBef>
                          <a:spcPts val="0"/>
                        </a:spcBef>
                        <a:spcAft>
                          <a:spcPts val="0"/>
                        </a:spcAft>
                        <a:buNone/>
                      </a:pPr>
                      <a:r>
                        <a:rPr lang="en-US" sz="800" u="none" strike="noStrike" cap="none" dirty="0"/>
                        <a:t>CJU : STAR </a:t>
                      </a:r>
                    </a:p>
                    <a:p>
                      <a:pPr marL="0" marR="0" lvl="0" indent="0" algn="ctr" rtl="0">
                        <a:spcBef>
                          <a:spcPts val="0"/>
                        </a:spcBef>
                        <a:spcAft>
                          <a:spcPts val="0"/>
                        </a:spcAft>
                        <a:buNone/>
                      </a:pPr>
                      <a:r>
                        <a:rPr lang="en-US" sz="700" u="none" strike="noStrike" cap="none" dirty="0">
                          <a:solidFill>
                            <a:srgbClr val="FFC000"/>
                          </a:solidFill>
                        </a:rPr>
                        <a:t>AFT Merge PT(220kts) DCT IAF(210kts), FAF (160kts)</a:t>
                      </a: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pPr marL="0" marR="0" lvl="0" indent="0" algn="ctr" rtl="0">
                        <a:spcBef>
                          <a:spcPts val="0"/>
                        </a:spcBef>
                        <a:spcAft>
                          <a:spcPts val="0"/>
                        </a:spcAft>
                        <a:buNone/>
                      </a:pP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1800">
                <a:tc>
                  <a:txBody>
                    <a:bodyPr/>
                    <a:lstStyle/>
                    <a:p>
                      <a:pPr marL="0" marR="0" lvl="0" indent="0" algn="ctr" rtl="0">
                        <a:spcBef>
                          <a:spcPts val="0"/>
                        </a:spcBef>
                        <a:spcAft>
                          <a:spcPts val="0"/>
                        </a:spcAft>
                        <a:buNone/>
                      </a:pPr>
                      <a:r>
                        <a:rPr lang="en-US" sz="800" b="1" u="none" strike="noStrike" cap="none" dirty="0"/>
                        <a:t>ILS Z 07</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t>DOTOL xP</a:t>
                      </a:r>
                      <a:endParaRPr sz="800" b="1" u="none" strike="noStrike" cap="none"/>
                    </a:p>
                  </a:txBody>
                  <a:tcPr marL="36000" marR="36000" marT="36000" marB="36000" anchor="ctr"/>
                </a:tc>
                <a:tc hMerge="1">
                  <a:txBody>
                    <a:bodyPr/>
                    <a:lstStyle/>
                    <a:p>
                      <a:pPr marL="0" marR="0" lvl="0" indent="0" algn="ctr" rtl="0">
                        <a:spcBef>
                          <a:spcPts val="0"/>
                        </a:spcBef>
                        <a:spcAft>
                          <a:spcPts val="0"/>
                        </a:spcAft>
                        <a:buNone/>
                      </a:pPr>
                      <a:endParaRPr sz="800" b="1" u="none" strike="noStrike" cap="none"/>
                    </a:p>
                  </a:txBody>
                  <a:tcPr marL="36000" marR="36000" marT="36000" marB="36000" anchor="ctr"/>
                </a:tc>
                <a:tc>
                  <a:txBody>
                    <a:bodyPr/>
                    <a:lstStyle/>
                    <a:p>
                      <a:pPr algn="ctr"/>
                      <a:r>
                        <a:rPr lang="en-US" sz="800" b="1" u="none" strike="noStrike" cap="none" dirty="0"/>
                        <a:t>YUMIN</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t>DOTOL 160</a:t>
                      </a:r>
                      <a:endParaRPr sz="800" b="1" u="none" strike="noStrike" cap="none" dirty="0"/>
                    </a:p>
                  </a:txBody>
                  <a:tcPr marL="36000" marR="36000" marT="36000" marB="36000" anchor="ctr"/>
                </a:tc>
                <a:extLst>
                  <a:ext uri="{0D108BD9-81ED-4DB2-BD59-A6C34878D82A}">
                    <a16:rowId xmlns:a16="http://schemas.microsoft.com/office/drawing/2014/main" val="10001"/>
                  </a:ext>
                </a:extLst>
              </a:tr>
              <a:tr h="0">
                <a:tc gridSpan="5">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endParaRPr sz="800" b="1" u="none" strike="noStrike" cap="none"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sz="800" b="1" u="none" strike="noStrike" cap="none" dirty="0">
                        <a:solidFill>
                          <a:srgbClr val="C00000"/>
                        </a:solidFill>
                      </a:endParaRPr>
                    </a:p>
                  </a:txBody>
                  <a:tcPr marL="36000" marR="36000" marT="36000" marB="36000" anchor="ctr"/>
                </a:tc>
                <a:tc hMerge="1">
                  <a:txBody>
                    <a:bodyPr/>
                    <a:lstStyle/>
                    <a:p>
                      <a:endParaRPr lang="ko-Kore-KR"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extLst>
                  <a:ext uri="{0D108BD9-81ED-4DB2-BD59-A6C34878D82A}">
                    <a16:rowId xmlns:a16="http://schemas.microsoft.com/office/drawing/2014/main" val="3614569801"/>
                  </a:ext>
                </a:extLst>
              </a:tr>
              <a:tr h="141800">
                <a:tc>
                  <a:txBody>
                    <a:bodyPr/>
                    <a:lstStyle/>
                    <a:p>
                      <a:pPr marL="0" marR="0" lvl="0" indent="0" algn="ctr" rtl="0">
                        <a:spcBef>
                          <a:spcPts val="0"/>
                        </a:spcBef>
                        <a:spcAft>
                          <a:spcPts val="0"/>
                        </a:spcAft>
                        <a:buNone/>
                      </a:pPr>
                      <a:r>
                        <a:rPr lang="en-US" sz="800" b="1" u="none" strike="noStrike" cap="none"/>
                        <a:t>ILS Z 25</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t>DOTOL </a:t>
                      </a:r>
                      <a:r>
                        <a:rPr lang="en-US" sz="800" b="1" u="none" strike="noStrike" cap="none" dirty="0" err="1"/>
                        <a:t>xT</a:t>
                      </a:r>
                      <a:r>
                        <a:rPr lang="en-US" sz="800" b="1" u="none" strike="noStrike" cap="none" dirty="0"/>
                        <a:t>(</a:t>
                      </a:r>
                      <a:r>
                        <a:rPr lang="en-US" sz="800" b="1" u="none" strike="noStrike" cap="none" dirty="0" err="1"/>
                        <a:t>xM</a:t>
                      </a:r>
                      <a:r>
                        <a:rPr lang="en-US" sz="800" b="1" u="none" strike="noStrike" cap="none" dirty="0"/>
                        <a:t>)</a:t>
                      </a:r>
                      <a:endParaRPr sz="800" b="1" u="none" strike="noStrike" cap="none"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a:txBody>
                    <a:bodyPr/>
                    <a:lstStyle/>
                    <a:p>
                      <a:r>
                        <a:rPr lang="en-US" sz="800" b="1" u="none" strike="noStrike" cap="none" dirty="0"/>
                        <a:t>DUKAL</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DOTOL/-10 160</a:t>
                      </a:r>
                      <a:endParaRPr sz="800" b="1" u="none" strike="noStrike" cap="none"/>
                    </a:p>
                  </a:txBody>
                  <a:tcPr marL="36000" marR="36000" marT="36000" marB="36000" anchor="ctr"/>
                </a:tc>
                <a:extLst>
                  <a:ext uri="{0D108BD9-81ED-4DB2-BD59-A6C34878D82A}">
                    <a16:rowId xmlns:a16="http://schemas.microsoft.com/office/drawing/2014/main" val="10002"/>
                  </a:ext>
                </a:extLst>
              </a:tr>
              <a:tr h="230925">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err="1">
                          <a:solidFill>
                            <a:schemeClr val="bg1"/>
                          </a:solidFill>
                        </a:rPr>
                        <a:t>RWxx</a:t>
                      </a:r>
                      <a:r>
                        <a:rPr lang="en-US" sz="800" b="0" u="none" strike="noStrike" cap="none" dirty="0">
                          <a:solidFill>
                            <a:schemeClr val="bg1"/>
                          </a:solidFill>
                        </a:rPr>
                        <a:t> /8</a:t>
                      </a:r>
                      <a:endParaRPr sz="800" b="0" u="none" strike="noStrike" cap="none"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4"/>
                  </a:ext>
                </a:extLst>
              </a:tr>
              <a:tr h="320075">
                <a:tc gridSpan="5">
                  <a:txBody>
                    <a:bodyPr/>
                    <a:lstStyle/>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07 : P6(5176’), P5(5882’), </a:t>
                      </a:r>
                      <a:r>
                        <a:rPr lang="en-US" sz="800" u="none" strike="noStrike" cap="none" dirty="0">
                          <a:solidFill>
                            <a:srgbClr val="0070C0"/>
                          </a:solidFill>
                        </a:rPr>
                        <a:t>P4(6840’-ATC HIRO)</a:t>
                      </a:r>
                      <a:endParaRPr dirty="0"/>
                    </a:p>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25 : P7(5219’), P8(5882’), </a:t>
                      </a:r>
                      <a:r>
                        <a:rPr lang="en-US" sz="800" u="none" strike="noStrike" cap="none" dirty="0">
                          <a:solidFill>
                            <a:srgbClr val="0070C0"/>
                          </a:solidFill>
                        </a:rPr>
                        <a:t>P10(7524’-ATC HIRO) </a:t>
                      </a:r>
                      <a:endParaRPr dirty="0"/>
                    </a:p>
                  </a:txBody>
                  <a:tcPr marL="36000" marR="36000" marT="36000" marB="36000" anchor="ctr"/>
                </a:tc>
                <a:tc hMerge="1">
                  <a:txBody>
                    <a:bodyPr/>
                    <a:lstStyle/>
                    <a:p>
                      <a:endParaRPr lang="ko-Kore-KR"/>
                    </a:p>
                  </a:txBody>
                  <a:tcPr/>
                </a:tc>
                <a:tc hMerge="1">
                  <a:txBody>
                    <a:bodyPr/>
                    <a:lstStyle/>
                    <a:p>
                      <a:pPr marL="0" marR="0" lvl="0" indent="0" algn="l"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3200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HST 40KTS</a:t>
                      </a:r>
                      <a:endParaRPr dirty="0"/>
                    </a:p>
                  </a:txBody>
                  <a:tcPr marL="36000" marR="36000" marT="36000" marB="36000" anchor="ctr"/>
                </a:tc>
                <a:tc hMerge="1">
                  <a:txBody>
                    <a:bodyPr/>
                    <a:lstStyle/>
                    <a:p>
                      <a:endParaRPr lang="ko-Kore-KR"/>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08" name="Google Shape;108;p2"/>
          <p:cNvGraphicFramePr/>
          <p:nvPr>
            <p:extLst>
              <p:ext uri="{D42A27DB-BD31-4B8C-83A1-F6EECF244321}">
                <p14:modId xmlns:p14="http://schemas.microsoft.com/office/powerpoint/2010/main" val="3712267667"/>
              </p:ext>
            </p:extLst>
          </p:nvPr>
        </p:nvGraphicFramePr>
        <p:xfrm>
          <a:off x="-2501" y="16503"/>
          <a:ext cx="2328850" cy="563987"/>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05086">
                <a:tc>
                  <a:txBody>
                    <a:bodyPr/>
                    <a:lstStyle/>
                    <a:p>
                      <a:pPr marL="0" marR="0" lvl="0" indent="0" algn="ctr" rtl="0">
                        <a:spcBef>
                          <a:spcPts val="0"/>
                        </a:spcBef>
                        <a:spcAft>
                          <a:spcPts val="0"/>
                        </a:spcAft>
                        <a:buNone/>
                      </a:pPr>
                      <a:r>
                        <a:rPr lang="en-US" sz="1300" u="none" strike="noStrike" cap="none" dirty="0">
                          <a:solidFill>
                            <a:schemeClr val="tx1"/>
                          </a:solidFill>
                          <a:hlinkClick r:id="rId3">
                            <a:extLst>
                              <a:ext uri="{A12FA001-AC4F-418D-AE19-62706E023703}">
                                <ahyp:hlinkClr xmlns:ahyp="http://schemas.microsoft.com/office/drawing/2018/hyperlinkcolor" val="tx"/>
                              </a:ext>
                            </a:extLst>
                          </a:hlinkClick>
                        </a:rPr>
                        <a:t>RKSS(GMP) 59ft</a:t>
                      </a:r>
                      <a:endParaRPr sz="1300" u="none" strike="noStrike" cap="none" dirty="0">
                        <a:solidFill>
                          <a:schemeClr val="tx1"/>
                        </a:solidFill>
                      </a:endParaRPr>
                    </a:p>
                  </a:txBody>
                  <a:tcPr marL="36000" marR="0" marT="0" marB="0" anchor="ctr"/>
                </a:tc>
                <a:tc>
                  <a:txBody>
                    <a:bodyPr/>
                    <a:lstStyle/>
                    <a:p>
                      <a:pPr marL="0" marR="0" lvl="0" indent="0" algn="ctr" rtl="0">
                        <a:spcBef>
                          <a:spcPts val="0"/>
                        </a:spcBef>
                        <a:spcAft>
                          <a:spcPts val="0"/>
                        </a:spcAft>
                        <a:buNone/>
                      </a:pPr>
                      <a:r>
                        <a:rPr lang="en-US"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sz="1300" u="none" strike="noStrike" cap="none" dirty="0">
                        <a:solidFill>
                          <a:schemeClr val="tx1"/>
                        </a:solidFill>
                      </a:endParaRPr>
                    </a:p>
                  </a:txBody>
                  <a:tcPr marL="36000" marR="0" marT="0" marB="0" anchor="ctr"/>
                </a:tc>
                <a:extLst>
                  <a:ext uri="{0D108BD9-81ED-4DB2-BD59-A6C34878D82A}">
                    <a16:rowId xmlns:a16="http://schemas.microsoft.com/office/drawing/2014/main" val="10000"/>
                  </a:ext>
                </a:extLst>
              </a:tr>
              <a:tr h="358901">
                <a:tc>
                  <a:txBody>
                    <a:bodyPr/>
                    <a:lstStyle/>
                    <a:p>
                      <a:pPr marL="0" marR="0" lvl="0" indent="0" algn="ctr" rtl="0">
                        <a:spcBef>
                          <a:spcPts val="0"/>
                        </a:spcBef>
                        <a:spcAft>
                          <a:spcPts val="0"/>
                        </a:spcAft>
                        <a:buNone/>
                      </a:pPr>
                      <a:r>
                        <a:rPr lang="en-US" sz="900" u="none" strike="noStrike" cap="none" dirty="0"/>
                        <a:t>KE GMP 131.15</a:t>
                      </a:r>
                      <a:endParaRPr dirty="0"/>
                    </a:p>
                    <a:p>
                      <a:pPr marL="0" marR="0" lvl="0" indent="0" algn="ctr" rtl="0">
                        <a:spcBef>
                          <a:spcPts val="0"/>
                        </a:spcBef>
                        <a:spcAft>
                          <a:spcPts val="0"/>
                        </a:spcAft>
                        <a:buNone/>
                      </a:pPr>
                      <a:r>
                        <a:rPr lang="en-US" sz="600" u="none" strike="noStrike" cap="none" dirty="0">
                          <a:solidFill>
                            <a:srgbClr val="FF0000"/>
                          </a:solidFill>
                          <a:latin typeface="Calibri"/>
                          <a:ea typeface="Calibri"/>
                          <a:cs typeface="Calibri"/>
                          <a:sym typeface="Calibri"/>
                        </a:rPr>
                        <a:t>DCL -15분 </a:t>
                      </a:r>
                      <a:r>
                        <a:rPr lang="en-US" sz="600" u="none" strike="noStrike" cap="none" dirty="0" err="1">
                          <a:solidFill>
                            <a:srgbClr val="FF0000"/>
                          </a:solidFill>
                          <a:latin typeface="Calibri"/>
                          <a:ea typeface="Calibri"/>
                          <a:cs typeface="Calibri"/>
                          <a:sym typeface="Calibri"/>
                        </a:rPr>
                        <a:t>가능</a:t>
                      </a:r>
                      <a:r>
                        <a:rPr lang="en-US" sz="600" u="none" strike="noStrike" cap="none" dirty="0">
                          <a:solidFill>
                            <a:srgbClr val="FF0000"/>
                          </a:solidFill>
                          <a:latin typeface="Calibri"/>
                          <a:ea typeface="Calibri"/>
                          <a:cs typeface="Calibri"/>
                          <a:sym typeface="Calibri"/>
                        </a:rPr>
                        <a:t> TOBT 5분 </a:t>
                      </a:r>
                      <a:r>
                        <a:rPr lang="en-US" sz="600" u="none" strike="noStrike" cap="none" dirty="0" err="1">
                          <a:solidFill>
                            <a:srgbClr val="FF0000"/>
                          </a:solidFill>
                          <a:latin typeface="Calibri"/>
                          <a:ea typeface="Calibri"/>
                          <a:cs typeface="Calibri"/>
                          <a:sym typeface="Calibri"/>
                        </a:rPr>
                        <a:t>차이시</a:t>
                      </a:r>
                      <a:r>
                        <a:rPr lang="en-US" sz="600" u="none" strike="noStrike" cap="none" dirty="0">
                          <a:solidFill>
                            <a:srgbClr val="FF0000"/>
                          </a:solidFill>
                          <a:latin typeface="Calibri"/>
                          <a:ea typeface="Calibri"/>
                          <a:cs typeface="Calibri"/>
                          <a:sym typeface="Calibri"/>
                        </a:rPr>
                        <a:t> CTC Comm</a:t>
                      </a:r>
                      <a:endParaRPr sz="800" u="none" strike="noStrike" cap="none" dirty="0">
                        <a:solidFill>
                          <a:srgbClr val="FF0000"/>
                        </a:solidFill>
                        <a:latin typeface="Calibri"/>
                        <a:ea typeface="Calibri"/>
                        <a:cs typeface="Calibri"/>
                        <a:sym typeface="Calibri"/>
                      </a:endParaRPr>
                    </a:p>
                  </a:txBody>
                  <a:tcPr marL="72000" marR="72000" marT="0" marB="0" anchor="ctr"/>
                </a:tc>
                <a:tc>
                  <a:txBody>
                    <a:bodyPr/>
                    <a:lstStyle/>
                    <a:p>
                      <a:pPr marL="0" marR="0" lvl="0" indent="0" algn="ctr" rtl="0">
                        <a:spcBef>
                          <a:spcPts val="0"/>
                        </a:spcBef>
                        <a:spcAft>
                          <a:spcPts val="0"/>
                        </a:spcAft>
                        <a:buNone/>
                      </a:pPr>
                      <a:r>
                        <a:rPr lang="en-US" sz="900" u="none" strike="noStrike" cap="none" dirty="0"/>
                        <a:t>KE CJU 129.4</a:t>
                      </a:r>
                      <a:endParaRPr sz="900" u="none" strike="noStrike" cap="none" dirty="0"/>
                    </a:p>
                  </a:txBody>
                  <a:tcPr marL="91450" marR="91450" marT="45725" marB="45725" anchor="ctr"/>
                </a:tc>
                <a:extLst>
                  <a:ext uri="{0D108BD9-81ED-4DB2-BD59-A6C34878D82A}">
                    <a16:rowId xmlns:a16="http://schemas.microsoft.com/office/drawing/2014/main" val="10001"/>
                  </a:ext>
                </a:extLst>
              </a:tr>
            </a:tbl>
          </a:graphicData>
        </a:graphic>
      </p:graphicFrame>
      <p:sp>
        <p:nvSpPr>
          <p:cNvPr id="109" name="Google Shape;109;p2"/>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5" name="그림 4">
            <a:extLst>
              <a:ext uri="{FF2B5EF4-FFF2-40B4-BE49-F238E27FC236}">
                <a16:creationId xmlns:a16="http://schemas.microsoft.com/office/drawing/2014/main" id="{01395358-67C5-B17F-BCD1-397471B84CD8}"/>
              </a:ext>
            </a:extLst>
          </p:cNvPr>
          <p:cNvPicPr>
            <a:picLocks noChangeAspect="1"/>
          </p:cNvPicPr>
          <p:nvPr/>
        </p:nvPicPr>
        <p:blipFill>
          <a:blip r:embed="rId5"/>
          <a:stretch>
            <a:fillRect/>
          </a:stretch>
        </p:blipFill>
        <p:spPr>
          <a:xfrm>
            <a:off x="148563" y="602614"/>
            <a:ext cx="451728" cy="451728"/>
          </a:xfrm>
          <a:prstGeom prst="rect">
            <a:avLst/>
          </a:prstGeom>
          <a:ln>
            <a:noFill/>
          </a:ln>
        </p:spPr>
      </p:pic>
      <p:pic>
        <p:nvPicPr>
          <p:cNvPr id="3" name="그림 2" descr="텍스트, 지도, 폰트, 도표이(가) 표시된 사진&#10;&#10;자동 생성된 설명">
            <a:extLst>
              <a:ext uri="{FF2B5EF4-FFF2-40B4-BE49-F238E27FC236}">
                <a16:creationId xmlns:a16="http://schemas.microsoft.com/office/drawing/2014/main" id="{0A4BE269-C442-8267-320E-C71929B74F32}"/>
              </a:ext>
            </a:extLst>
          </p:cNvPr>
          <p:cNvPicPr>
            <a:picLocks noChangeAspect="1"/>
          </p:cNvPicPr>
          <p:nvPr/>
        </p:nvPicPr>
        <p:blipFill>
          <a:blip r:embed="rId6"/>
          <a:stretch>
            <a:fillRect/>
          </a:stretch>
        </p:blipFill>
        <p:spPr>
          <a:xfrm>
            <a:off x="-2501" y="2873940"/>
            <a:ext cx="926931" cy="924966"/>
          </a:xfrm>
          <a:prstGeom prst="rect">
            <a:avLst/>
          </a:prstGeom>
        </p:spPr>
      </p:pic>
      <p:sp>
        <p:nvSpPr>
          <p:cNvPr id="6" name="TextBox 5">
            <a:extLst>
              <a:ext uri="{FF2B5EF4-FFF2-40B4-BE49-F238E27FC236}">
                <a16:creationId xmlns:a16="http://schemas.microsoft.com/office/drawing/2014/main" id="{B883771C-A484-B3B3-0104-3947A3865324}"/>
              </a:ext>
            </a:extLst>
          </p:cNvPr>
          <p:cNvSpPr txBox="1"/>
          <p:nvPr/>
        </p:nvSpPr>
        <p:spPr>
          <a:xfrm>
            <a:off x="1268244" y="3478119"/>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B1E1E6C3-2FAC-67D6-CA78-10767C1FFA4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3905201653"/>
              </p:ext>
            </p:extLst>
          </p:nvPr>
        </p:nvGraphicFramePr>
        <p:xfrm>
          <a:off x="0" y="1070883"/>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67475">
                  <a:extLst>
                    <a:ext uri="{9D8B030D-6E8A-4147-A177-3AD203B41FA5}">
                      <a16:colId xmlns:a16="http://schemas.microsoft.com/office/drawing/2014/main" val="20004"/>
                    </a:ext>
                  </a:extLst>
                </a:gridCol>
                <a:gridCol w="169800">
                  <a:extLst>
                    <a:ext uri="{9D8B030D-6E8A-4147-A177-3AD203B41FA5}">
                      <a16:colId xmlns:a16="http://schemas.microsoft.com/office/drawing/2014/main" val="189605880"/>
                    </a:ext>
                  </a:extLst>
                </a:gridCol>
                <a:gridCol w="778600">
                  <a:extLst>
                    <a:ext uri="{9D8B030D-6E8A-4147-A177-3AD203B41FA5}">
                      <a16:colId xmlns:a16="http://schemas.microsoft.com/office/drawing/2014/main" val="20007"/>
                    </a:ext>
                  </a:extLst>
                </a:gridCol>
              </a:tblGrid>
              <a:tr h="0">
                <a:tc gridSpan="7">
                  <a:txBody>
                    <a:bodyPr/>
                    <a:lstStyle/>
                    <a:p>
                      <a:pPr marL="0" marR="0" lvl="0" indent="0" algn="ctr" rtl="0">
                        <a:spcBef>
                          <a:spcPts val="0"/>
                        </a:spcBef>
                        <a:spcAft>
                          <a:spcPts val="0"/>
                        </a:spcAft>
                        <a:buNone/>
                      </a:pPr>
                      <a:r>
                        <a:rPr lang="en-US" sz="800" u="none" strike="noStrike" cap="none"/>
                        <a:t>CJU : SID (NADP 1)</a:t>
                      </a:r>
                      <a:endParaRPr sz="800" u="none" strike="noStrike" cap="none"/>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a:t>07</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xE</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066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a:t>25</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xW</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altLang="ko-KR" sz="800" b="1" u="none" strike="noStrike" cap="none" dirty="0"/>
                        <a:t>HD </a:t>
                      </a:r>
                      <a:r>
                        <a:rPr lang="en-US" sz="800" b="1" u="none" strike="noStrike" cap="none" dirty="0"/>
                        <a:t>246</a:t>
                      </a:r>
                      <a:r>
                        <a:rPr lang="en-US" sz="800" b="1" u="none" strike="noStrike" cap="none" dirty="0">
                          <a:solidFill>
                            <a:schemeClr val="dk1"/>
                          </a:solidFill>
                        </a:rPr>
                        <a:t>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a:solidFill>
                            <a:srgbClr val="0070C0"/>
                          </a:solidFill>
                        </a:rPr>
                        <a:t>YDM 109.0</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25 111.3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07 : NONE</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25 : YDM246/3, R290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8" name="Google Shape;118;p3"/>
          <p:cNvGraphicFramePr/>
          <p:nvPr>
            <p:extLst>
              <p:ext uri="{D42A27DB-BD31-4B8C-83A1-F6EECF244321}">
                <p14:modId xmlns:p14="http://schemas.microsoft.com/office/powerpoint/2010/main" val="2886248390"/>
              </p:ext>
            </p:extLst>
          </p:nvPr>
        </p:nvGraphicFramePr>
        <p:xfrm>
          <a:off x="-1981" y="3864342"/>
          <a:ext cx="2330850" cy="1670650"/>
        </p:xfrm>
        <a:graphic>
          <a:graphicData uri="http://schemas.openxmlformats.org/drawingml/2006/table">
            <a:tbl>
              <a:tblPr firstRow="1" bandRow="1">
                <a:noFill/>
                <a:tableStyleId>{A521BE36-7E6F-4EC9-8D66-1CF97A6895EC}</a:tableStyleId>
              </a:tblPr>
              <a:tblGrid>
                <a:gridCol w="456500">
                  <a:extLst>
                    <a:ext uri="{9D8B030D-6E8A-4147-A177-3AD203B41FA5}">
                      <a16:colId xmlns:a16="http://schemas.microsoft.com/office/drawing/2014/main" val="20000"/>
                    </a:ext>
                  </a:extLst>
                </a:gridCol>
                <a:gridCol w="107600">
                  <a:extLst>
                    <a:ext uri="{9D8B030D-6E8A-4147-A177-3AD203B41FA5}">
                      <a16:colId xmlns:a16="http://schemas.microsoft.com/office/drawing/2014/main" val="20002"/>
                    </a:ext>
                  </a:extLst>
                </a:gridCol>
                <a:gridCol w="564100">
                  <a:extLst>
                    <a:ext uri="{9D8B030D-6E8A-4147-A177-3AD203B41FA5}">
                      <a16:colId xmlns:a16="http://schemas.microsoft.com/office/drawing/2014/main" val="20003"/>
                    </a:ext>
                  </a:extLst>
                </a:gridCol>
                <a:gridCol w="515550">
                  <a:extLst>
                    <a:ext uri="{9D8B030D-6E8A-4147-A177-3AD203B41FA5}">
                      <a16:colId xmlns:a16="http://schemas.microsoft.com/office/drawing/2014/main" val="20005"/>
                    </a:ext>
                  </a:extLst>
                </a:gridCol>
                <a:gridCol w="687100">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u="none" strike="noStrike" cap="none"/>
                        <a:t>GMP : STAR</a:t>
                      </a:r>
                      <a:endParaRPr sz="800" u="none" strike="noStrike" cap="none"/>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u="none" strike="noStrike" cap="none" dirty="0"/>
                        <a:t>ILS 32L/R</a:t>
                      </a:r>
                      <a:endParaRPr sz="800" b="1" u="none" strike="noStrike" cap="none" dirty="0"/>
                    </a:p>
                  </a:txBody>
                  <a:tcPr marL="36000" marR="36000" marT="36000" marB="36000" anchor="ctr"/>
                </a:tc>
                <a:tc hMerge="1">
                  <a:txBody>
                    <a:bodyPr/>
                    <a:lstStyle/>
                    <a:p>
                      <a:r>
                        <a:rPr lang="en-US" sz="800" b="1" u="none" strike="noStrike" cap="none"/>
                        <a:t>OLMEN xT</a:t>
                      </a:r>
                      <a:endParaRPr lang="ko-Kore-KR"/>
                    </a:p>
                  </a:txBody>
                  <a:tcPr marL="36000" marR="36000" marT="36000" marB="36000" anchor="ctr"/>
                </a:tc>
                <a:tc>
                  <a:txBody>
                    <a:bodyPr/>
                    <a:lstStyle/>
                    <a:p>
                      <a:pPr algn="ctr"/>
                      <a:r>
                        <a:rPr lang="en-US" sz="800" b="1" u="none" strike="noStrike" cap="none"/>
                        <a:t>OLMEN xT</a:t>
                      </a:r>
                      <a:endParaRPr lang="ko-Kore-KR"/>
                    </a:p>
                  </a:txBody>
                  <a:tcPr marL="36000" marR="36000" marT="36000" marB="36000" anchor="ctr"/>
                </a:tc>
                <a:tc>
                  <a:txBody>
                    <a:bodyPr/>
                    <a:lstStyle/>
                    <a:p>
                      <a:pPr marL="0" marR="0" lvl="0" indent="0" algn="ctr" rtl="0">
                        <a:spcBef>
                          <a:spcPts val="0"/>
                        </a:spcBef>
                        <a:spcAft>
                          <a:spcPts val="0"/>
                        </a:spcAft>
                        <a:buNone/>
                      </a:pPr>
                      <a:r>
                        <a:rPr lang="en-US" sz="800" b="1" u="none" strike="noStrike" cap="none"/>
                        <a:t>BUMSI</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u="none" strike="noStrike" cap="none" dirty="0"/>
                        <a:t>ILS 14R</a:t>
                      </a:r>
                      <a:endParaRPr sz="800" b="1" u="none" strike="noStrike" cap="none" dirty="0"/>
                    </a:p>
                  </a:txBody>
                  <a:tcPr marL="36000" marR="36000" marT="36000" marB="36000" anchor="ctr"/>
                </a:tc>
                <a:tc hMerge="1">
                  <a:txBody>
                    <a:bodyPr/>
                    <a:lstStyle/>
                    <a:p>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algn="ctr"/>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DOKDO</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rtl="0">
                        <a:spcBef>
                          <a:spcPts val="0"/>
                        </a:spcBef>
                        <a:spcAft>
                          <a:spcPts val="0"/>
                        </a:spcAft>
                        <a:buNone/>
                      </a:pPr>
                      <a:r>
                        <a:rPr lang="en-US" sz="800" u="none" strike="noStrike" cap="none">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u="none" strike="noStrike" cap="none"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a:t>
                      </a:r>
                      <a:r>
                        <a:rPr lang="en-US" sz="800" b="1" dirty="0">
                          <a:solidFill>
                            <a:srgbClr val="C00000"/>
                          </a:solidFill>
                          <a:latin typeface="Calibri"/>
                          <a:ea typeface="Calibri"/>
                          <a:cs typeface="Calibri"/>
                          <a:sym typeface="Calibri"/>
                        </a:rPr>
                        <a:t>(No CL L/T)</a:t>
                      </a:r>
                      <a:r>
                        <a:rPr lang="en-US" sz="800" b="1" dirty="0">
                          <a:solidFill>
                            <a:schemeClr val="dk1"/>
                          </a:solidFill>
                          <a:latin typeface="Calibri"/>
                          <a:ea typeface="Calibri"/>
                          <a:cs typeface="Calibri"/>
                          <a:sym typeface="Calibri"/>
                        </a:rPr>
                        <a:t> :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19" name="Google Shape;119;p3"/>
          <p:cNvGraphicFramePr/>
          <p:nvPr>
            <p:extLst>
              <p:ext uri="{D42A27DB-BD31-4B8C-83A1-F6EECF244321}">
                <p14:modId xmlns:p14="http://schemas.microsoft.com/office/powerpoint/2010/main" val="1751314156"/>
              </p:ext>
            </p:extLst>
          </p:nvPr>
        </p:nvGraphicFramePr>
        <p:xfrm>
          <a:off x="-2501" y="16504"/>
          <a:ext cx="2328850" cy="5746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72000" marR="72000" marT="36000" marB="36000"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20" name="Google Shape;120;p3"/>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30" name="Google Shape;130;p3"/>
          <p:cNvPicPr preferRelativeResize="0"/>
          <p:nvPr/>
        </p:nvPicPr>
        <p:blipFill rotWithShape="1">
          <a:blip r:embed="rId5">
            <a:alphaModFix/>
          </a:blip>
          <a:srcRect/>
          <a:stretch/>
        </p:blipFill>
        <p:spPr>
          <a:xfrm>
            <a:off x="-2501" y="2394041"/>
            <a:ext cx="1166932" cy="829288"/>
          </a:xfrm>
          <a:prstGeom prst="rect">
            <a:avLst/>
          </a:prstGeom>
          <a:noFill/>
          <a:ln>
            <a:noFill/>
          </a:ln>
        </p:spPr>
      </p:pic>
      <p:pic>
        <p:nvPicPr>
          <p:cNvPr id="4" name="그림 3" descr="텍스트, 시계이(가) 표시된 사진&#10;&#10;자동 생성된 설명">
            <a:extLst>
              <a:ext uri="{FF2B5EF4-FFF2-40B4-BE49-F238E27FC236}">
                <a16:creationId xmlns:a16="http://schemas.microsoft.com/office/drawing/2014/main" id="{2AAA03F3-9C76-BDAE-2BA4-2B888A8439F6}"/>
              </a:ext>
            </a:extLst>
          </p:cNvPr>
          <p:cNvPicPr>
            <a:picLocks noChangeAspect="1"/>
          </p:cNvPicPr>
          <p:nvPr/>
        </p:nvPicPr>
        <p:blipFill>
          <a:blip r:embed="rId6"/>
          <a:stretch>
            <a:fillRect/>
          </a:stretch>
        </p:blipFill>
        <p:spPr>
          <a:xfrm>
            <a:off x="1602416" y="584746"/>
            <a:ext cx="492402" cy="492402"/>
          </a:xfrm>
          <a:prstGeom prst="rect">
            <a:avLst/>
          </a:prstGeom>
        </p:spPr>
      </p:pic>
      <p:sp>
        <p:nvSpPr>
          <p:cNvPr id="2" name="TextBox 1">
            <a:extLst>
              <a:ext uri="{FF2B5EF4-FFF2-40B4-BE49-F238E27FC236}">
                <a16:creationId xmlns:a16="http://schemas.microsoft.com/office/drawing/2014/main" id="{039C51EF-5E3E-676B-B9A0-C6A5F8FD5CEF}"/>
              </a:ext>
            </a:extLst>
          </p:cNvPr>
          <p:cNvSpPr txBox="1"/>
          <p:nvPr/>
        </p:nvSpPr>
        <p:spPr>
          <a:xfrm>
            <a:off x="1268244" y="3184785"/>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3" name="직사각형 2">
            <a:hlinkClick r:id="" action="ppaction://hlinkshowjump?jump=firstslide"/>
            <a:extLst>
              <a:ext uri="{FF2B5EF4-FFF2-40B4-BE49-F238E27FC236}">
                <a16:creationId xmlns:a16="http://schemas.microsoft.com/office/drawing/2014/main" id="{DD9173A3-1ECF-6009-194E-99FFD55E035C}"/>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pic>
        <p:nvPicPr>
          <p:cNvPr id="2" name="그림 1" descr="텍스트, 지도, 폰트, 도표이(가) 표시된 사진&#10;&#10;자동 생성된 설명">
            <a:extLst>
              <a:ext uri="{FF2B5EF4-FFF2-40B4-BE49-F238E27FC236}">
                <a16:creationId xmlns:a16="http://schemas.microsoft.com/office/drawing/2014/main" id="{1D9EE3FE-3D0C-40C8-D531-747FC2E143D7}"/>
              </a:ext>
            </a:extLst>
          </p:cNvPr>
          <p:cNvPicPr>
            <a:picLocks noChangeAspect="1"/>
          </p:cNvPicPr>
          <p:nvPr/>
        </p:nvPicPr>
        <p:blipFill>
          <a:blip r:embed="rId3"/>
          <a:stretch>
            <a:fillRect/>
          </a:stretch>
        </p:blipFill>
        <p:spPr>
          <a:xfrm>
            <a:off x="-3340" y="2899247"/>
            <a:ext cx="750216" cy="748625"/>
          </a:xfrm>
          <a:prstGeom prst="rect">
            <a:avLst/>
          </a:prstGeom>
        </p:spPr>
      </p:pic>
      <p:graphicFrame>
        <p:nvGraphicFramePr>
          <p:cNvPr id="136" name="Google Shape;136;p4"/>
          <p:cNvGraphicFramePr/>
          <p:nvPr>
            <p:extLst>
              <p:ext uri="{D42A27DB-BD31-4B8C-83A1-F6EECF244321}">
                <p14:modId xmlns:p14="http://schemas.microsoft.com/office/powerpoint/2010/main" val="2487107848"/>
              </p:ext>
            </p:extLst>
          </p:nvPr>
        </p:nvGraphicFramePr>
        <p:xfrm>
          <a:off x="0" y="1049052"/>
          <a:ext cx="2339850" cy="184398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186678642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50825">
                <a:tc gridSpan="7">
                  <a:txBody>
                    <a:bodyPr/>
                    <a:lstStyle/>
                    <a:p>
                      <a:pPr marL="0" marR="0" lvl="0" indent="0" algn="ctr" rtl="0">
                        <a:spcBef>
                          <a:spcPts val="0"/>
                        </a:spcBef>
                        <a:spcAft>
                          <a:spcPts val="0"/>
                        </a:spcAft>
                        <a:buNone/>
                      </a:pPr>
                      <a:r>
                        <a:rPr lang="en-US" altLang="ko-Kore-KR" sz="800" u="none" strike="noStrike" cap="none" dirty="0"/>
                        <a:t>GMP : NADP FX-10</a:t>
                      </a:r>
                      <a:r>
                        <a:rPr lang="ko-KR" altLang="en-US" sz="800" u="none" strike="noStrike" cap="none" dirty="0"/>
                        <a:t>도</a:t>
                      </a:r>
                      <a:r>
                        <a:rPr lang="en-US" altLang="ko-KR" sz="800" u="none" strike="noStrike" cap="none" dirty="0"/>
                        <a:t>,</a:t>
                      </a:r>
                      <a:r>
                        <a:rPr lang="ko-KR" altLang="en-US" sz="800" u="none" strike="noStrike" cap="none" dirty="0"/>
                        <a:t> </a:t>
                      </a:r>
                      <a:r>
                        <a:rPr lang="en-US" altLang="ko-KR" sz="800" u="none" strike="noStrike" cap="none" dirty="0"/>
                        <a:t>CLB, CONF 1+F, Acc 4000ft</a:t>
                      </a:r>
                      <a:endParaRPr lang="en-US" altLang="ko-Kore-KR" sz="800" u="none" strike="noStrike" cap="none"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7075">
                <a:tc rowSpan="2">
                  <a:txBody>
                    <a:bodyPr/>
                    <a:lstStyle/>
                    <a:p>
                      <a:pPr marL="0" marR="0" lvl="0" indent="0" algn="ctr" rtl="0">
                        <a:spcBef>
                          <a:spcPts val="0"/>
                        </a:spcBef>
                        <a:spcAft>
                          <a:spcPts val="0"/>
                        </a:spcAft>
                        <a:buNone/>
                      </a:pPr>
                      <a:r>
                        <a:rPr lang="en-US" sz="800" b="1"/>
                        <a:t>32L/R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xT</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324</a:t>
                      </a:r>
                      <a:r>
                        <a:rPr lang="en-US" sz="800" b="1" dirty="0">
                          <a:solidFill>
                            <a:schemeClr val="dk1"/>
                          </a:solidFill>
                        </a:rPr>
                        <a:t> </a:t>
                      </a:r>
                      <a:r>
                        <a:rPr lang="en-US" sz="800" b="1" dirty="0">
                          <a:solidFill>
                            <a:srgbClr val="0070C0"/>
                          </a:solidFill>
                        </a:rPr>
                        <a:t>ALT 5000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xQ)</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37075">
                <a:tc rowSpan="2">
                  <a:txBody>
                    <a:bodyPr/>
                    <a:lstStyle/>
                    <a:p>
                      <a:pPr marL="0" marR="0" lvl="0" indent="0" algn="ctr" rtl="0">
                        <a:spcBef>
                          <a:spcPts val="0"/>
                        </a:spcBef>
                        <a:spcAft>
                          <a:spcPts val="0"/>
                        </a:spcAft>
                        <a:buNone/>
                      </a:pPr>
                      <a:r>
                        <a:rPr lang="en-US" sz="800" b="1" dirty="0"/>
                        <a:t>14L/R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xU</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144</a:t>
                      </a:r>
                      <a:r>
                        <a:rPr lang="en-US" sz="800" b="1" dirty="0">
                          <a:solidFill>
                            <a:schemeClr val="dk1"/>
                          </a:solidFill>
                        </a:rPr>
                        <a:t> </a:t>
                      </a:r>
                      <a:r>
                        <a:rPr lang="en-US" sz="800" b="1" dirty="0">
                          <a:solidFill>
                            <a:srgbClr val="0070C0"/>
                          </a:solidFill>
                        </a:rPr>
                        <a:t>ALT 6000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xZ)</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2325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KIP</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113.6</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32L</a:t>
                      </a:r>
                      <a:endParaRPr dirty="0"/>
                    </a:p>
                    <a:p>
                      <a:pPr marL="0" marR="0" lvl="0" indent="0" algn="ctr" rtl="0">
                        <a:spcBef>
                          <a:spcPts val="0"/>
                        </a:spcBef>
                        <a:spcAft>
                          <a:spcPts val="0"/>
                        </a:spcAft>
                        <a:buNone/>
                      </a:pPr>
                      <a:r>
                        <a:rPr lang="en-US" sz="800" b="1"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32R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dirty="0">
                          <a:solidFill>
                            <a:srgbClr val="C00000"/>
                          </a:solidFill>
                        </a:rPr>
                        <a:t>14L 109.9</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14R 108.7</a:t>
                      </a:r>
                      <a:endParaRPr dirty="0"/>
                    </a:p>
                  </a:txBody>
                  <a:tcPr marL="36000" marR="36000" marT="36000" marB="36000" anchor="ctr"/>
                </a:tc>
                <a:extLst>
                  <a:ext uri="{0D108BD9-81ED-4DB2-BD59-A6C34878D82A}">
                    <a16:rowId xmlns:a16="http://schemas.microsoft.com/office/drawing/2014/main" val="10005"/>
                  </a:ext>
                </a:extLst>
              </a:tr>
              <a:tr h="137075">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32L/R : EO32L/R, R225, 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23250">
                <a:tc gridSpan="7">
                  <a:txBody>
                    <a:bodyPr/>
                    <a:lstStyle/>
                    <a:p>
                      <a:pPr marL="0" marR="0" lvl="0" indent="0" algn="ctr" rtl="0">
                        <a:lnSpc>
                          <a:spcPct val="100000"/>
                        </a:lnSpc>
                        <a:spcBef>
                          <a:spcPts val="0"/>
                        </a:spcBef>
                        <a:spcAft>
                          <a:spcPts val="0"/>
                        </a:spcAft>
                        <a:buClr>
                          <a:srgbClr val="000000"/>
                        </a:buClr>
                        <a:buSzPts val="800"/>
                        <a:buFont typeface="Calibri"/>
                        <a:buNone/>
                      </a:pPr>
                      <a:r>
                        <a:rPr lang="en-US" sz="800" b="0" i="0" u="none" strike="noStrike" cap="none" dirty="0">
                          <a:solidFill>
                            <a:srgbClr val="000000"/>
                          </a:solidFill>
                          <a:latin typeface="Calibri"/>
                          <a:ea typeface="Calibri"/>
                          <a:cs typeface="Calibri"/>
                          <a:sym typeface="Calibri"/>
                        </a:rPr>
                        <a:t>APRON(130.875) -&gt; GND(121.9) -&gt; TWR (All by ATC)</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37" name="Google Shape;137;p4"/>
          <p:cNvGraphicFramePr/>
          <p:nvPr>
            <p:extLst>
              <p:ext uri="{D42A27DB-BD31-4B8C-83A1-F6EECF244321}">
                <p14:modId xmlns:p14="http://schemas.microsoft.com/office/powerpoint/2010/main" val="3251774391"/>
              </p:ext>
            </p:extLst>
          </p:nvPr>
        </p:nvGraphicFramePr>
        <p:xfrm>
          <a:off x="-3340" y="4105609"/>
          <a:ext cx="2328850" cy="1426810"/>
        </p:xfrm>
        <a:graphic>
          <a:graphicData uri="http://schemas.openxmlformats.org/drawingml/2006/table">
            <a:tbl>
              <a:tblPr firstRow="1" bandRow="1">
                <a:noFill/>
                <a:tableStyleId>{A521BE36-7E6F-4EC9-8D66-1CF97A6895EC}</a:tableStyleId>
              </a:tblPr>
              <a:tblGrid>
                <a:gridCol w="382193">
                  <a:extLst>
                    <a:ext uri="{9D8B030D-6E8A-4147-A177-3AD203B41FA5}">
                      <a16:colId xmlns:a16="http://schemas.microsoft.com/office/drawing/2014/main" val="20000"/>
                    </a:ext>
                  </a:extLst>
                </a:gridCol>
                <a:gridCol w="497325">
                  <a:extLst>
                    <a:ext uri="{9D8B030D-6E8A-4147-A177-3AD203B41FA5}">
                      <a16:colId xmlns:a16="http://schemas.microsoft.com/office/drawing/2014/main" val="20001"/>
                    </a:ext>
                  </a:extLst>
                </a:gridCol>
                <a:gridCol w="396856">
                  <a:extLst>
                    <a:ext uri="{9D8B030D-6E8A-4147-A177-3AD203B41FA5}">
                      <a16:colId xmlns:a16="http://schemas.microsoft.com/office/drawing/2014/main" val="20003"/>
                    </a:ext>
                  </a:extLst>
                </a:gridCol>
                <a:gridCol w="1052476">
                  <a:extLst>
                    <a:ext uri="{9D8B030D-6E8A-4147-A177-3AD203B41FA5}">
                      <a16:colId xmlns:a16="http://schemas.microsoft.com/office/drawing/2014/main" val="20005"/>
                    </a:ext>
                  </a:extLst>
                </a:gridCol>
              </a:tblGrid>
              <a:tr h="146675">
                <a:tc gridSpan="4">
                  <a:txBody>
                    <a:bodyPr/>
                    <a:lstStyle/>
                    <a:p>
                      <a:pPr marL="0" marR="0" lvl="0" indent="0" algn="r" rtl="0">
                        <a:spcBef>
                          <a:spcPts val="0"/>
                        </a:spcBef>
                        <a:spcAft>
                          <a:spcPts val="0"/>
                        </a:spcAft>
                        <a:buNone/>
                      </a:pPr>
                      <a:r>
                        <a:rPr lang="en-US" sz="800" dirty="0"/>
                        <a:t>PUS : STAR </a:t>
                      </a:r>
                      <a:r>
                        <a:rPr lang="en-US" sz="800" dirty="0">
                          <a:solidFill>
                            <a:srgbClr val="FFC000"/>
                          </a:solidFill>
                        </a:rPr>
                        <a:t>(T</a:t>
                      </a:r>
                      <a:r>
                        <a:rPr lang="en-US" altLang="ko-KR" sz="800" dirty="0">
                          <a:solidFill>
                            <a:srgbClr val="FFC000"/>
                          </a:solidFill>
                        </a:rPr>
                        <a:t>/</a:t>
                      </a:r>
                      <a:r>
                        <a:rPr lang="en-US" sz="800" dirty="0">
                          <a:solidFill>
                            <a:srgbClr val="FFC000"/>
                          </a:solidFill>
                        </a:rPr>
                        <a:t>W </a:t>
                      </a:r>
                      <a:r>
                        <a:rPr lang="en-US" altLang="ko-KR" sz="800" dirty="0">
                          <a:solidFill>
                            <a:srgbClr val="FFC000"/>
                          </a:solidFill>
                        </a:rPr>
                        <a:t>10tks, </a:t>
                      </a:r>
                      <a:r>
                        <a:rPr lang="en-US" sz="800" dirty="0">
                          <a:solidFill>
                            <a:srgbClr val="FFC000"/>
                          </a:solidFill>
                        </a:rPr>
                        <a:t>36R</a:t>
                      </a:r>
                      <a:r>
                        <a:rPr lang="en-US" altLang="ko-KR" sz="800" dirty="0">
                          <a:solidFill>
                            <a:srgbClr val="FFC000"/>
                          </a:solidFill>
                        </a:rPr>
                        <a:t>,</a:t>
                      </a:r>
                      <a:r>
                        <a:rPr lang="en-US" sz="800" dirty="0">
                          <a:solidFill>
                            <a:srgbClr val="FFC000"/>
                          </a:solidFill>
                        </a:rPr>
                        <a:t> 360000lbs </a:t>
                      </a:r>
                      <a:r>
                        <a:rPr lang="ko-KR" altLang="en-US" sz="800" dirty="0">
                          <a:solidFill>
                            <a:srgbClr val="FFC000"/>
                          </a:solidFill>
                        </a:rPr>
                        <a:t>제한</a:t>
                      </a:r>
                      <a:r>
                        <a:rPr lang="en-US" sz="800" dirty="0">
                          <a:solidFill>
                            <a:srgbClr val="FFC000"/>
                          </a:solidFill>
                        </a:rPr>
                        <a:t>)</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hlinkClick r:id="rId4" action="ppaction://hlinksldjump">
                            <a:extLst>
                              <a:ext uri="{A12FA001-AC4F-418D-AE19-62706E023703}">
                                <ahyp:hlinkClr xmlns:ahyp="http://schemas.microsoft.com/office/drawing/2018/hyperlinkcolor" val="tx"/>
                              </a:ext>
                            </a:extLst>
                          </a:hlinkClick>
                        </a:rPr>
                        <a:t>18 Circling Click!!</a:t>
                      </a:r>
                      <a:endParaRPr sz="458"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FIX</a:t>
                      </a:r>
                      <a:endParaRPr sz="80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138" name="Google Shape;138;p4"/>
          <p:cNvGraphicFramePr/>
          <p:nvPr>
            <p:extLst>
              <p:ext uri="{D42A27DB-BD31-4B8C-83A1-F6EECF244321}">
                <p14:modId xmlns:p14="http://schemas.microsoft.com/office/powerpoint/2010/main" val="2677521491"/>
              </p:ext>
            </p:extLst>
          </p:nvPr>
        </p:nvGraphicFramePr>
        <p:xfrm>
          <a:off x="-2501" y="16504"/>
          <a:ext cx="2328850" cy="58611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13131">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5">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6">
                            <a:extLst>
                              <a:ext uri="{A12FA001-AC4F-418D-AE19-62706E023703}">
                                <ahyp:hlinkClr xmlns:ahyp="http://schemas.microsoft.com/office/drawing/2018/hyperlinkcolor" val="tx"/>
                              </a:ext>
                            </a:extLst>
                          </a:hlinkClick>
                        </a:rPr>
                        <a:t>RKPK(PUS) 13ft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372979">
                <a:tc>
                  <a:txBody>
                    <a:bodyPr/>
                    <a:lstStyle/>
                    <a:p>
                      <a:pPr marL="0" marR="0" lvl="0" indent="0" algn="ctr" rtl="0">
                        <a:spcBef>
                          <a:spcPts val="0"/>
                        </a:spcBef>
                        <a:spcAft>
                          <a:spcPts val="0"/>
                        </a:spcAft>
                        <a:buNone/>
                      </a:pPr>
                      <a:r>
                        <a:rPr lang="en-US" sz="900" dirty="0"/>
                        <a:t>KE GMP 131.15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-15분 </a:t>
                      </a:r>
                      <a:r>
                        <a:rPr lang="en-US" sz="600" dirty="0" err="1">
                          <a:solidFill>
                            <a:srgbClr val="FF0000"/>
                          </a:solidFill>
                          <a:latin typeface="Calibri"/>
                          <a:ea typeface="Calibri"/>
                          <a:cs typeface="Calibri"/>
                          <a:sym typeface="Calibri"/>
                        </a:rPr>
                        <a:t>가능</a:t>
                      </a:r>
                      <a:r>
                        <a:rPr lang="en-US" sz="600" dirty="0">
                          <a:solidFill>
                            <a:srgbClr val="FF0000"/>
                          </a:solidFill>
                          <a:latin typeface="Calibri"/>
                          <a:ea typeface="Calibri"/>
                          <a:cs typeface="Calibri"/>
                          <a:sym typeface="Calibri"/>
                        </a:rPr>
                        <a:t>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39" name="Google Shape;139;p4"/>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 </a:t>
            </a:r>
            <a:endParaRPr sz="1800" b="1" dirty="0">
              <a:solidFill>
                <a:srgbClr val="C00000"/>
              </a:solidFill>
            </a:endParaRPr>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3" name="그림 2">
            <a:extLst>
              <a:ext uri="{FF2B5EF4-FFF2-40B4-BE49-F238E27FC236}">
                <a16:creationId xmlns:a16="http://schemas.microsoft.com/office/drawing/2014/main" id="{3DF371A0-F72D-9E9E-6B0B-BD68FCA24974}"/>
              </a:ext>
            </a:extLst>
          </p:cNvPr>
          <p:cNvPicPr>
            <a:picLocks noChangeAspect="1"/>
          </p:cNvPicPr>
          <p:nvPr/>
        </p:nvPicPr>
        <p:blipFill>
          <a:blip r:embed="rId7"/>
          <a:stretch>
            <a:fillRect/>
          </a:stretch>
        </p:blipFill>
        <p:spPr>
          <a:xfrm>
            <a:off x="148563" y="602614"/>
            <a:ext cx="451728" cy="451728"/>
          </a:xfrm>
          <a:prstGeom prst="rect">
            <a:avLst/>
          </a:prstGeom>
        </p:spPr>
      </p:pic>
      <p:sp>
        <p:nvSpPr>
          <p:cNvPr id="5" name="TextBox 4">
            <a:extLst>
              <a:ext uri="{FF2B5EF4-FFF2-40B4-BE49-F238E27FC236}">
                <a16:creationId xmlns:a16="http://schemas.microsoft.com/office/drawing/2014/main" id="{BEE200D8-914C-01D7-557E-F73D37FB7632}"/>
              </a:ext>
            </a:extLst>
          </p:cNvPr>
          <p:cNvSpPr txBox="1"/>
          <p:nvPr/>
        </p:nvSpPr>
        <p:spPr>
          <a:xfrm>
            <a:off x="1268244" y="3491513"/>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4" name="직사각형 3">
            <a:hlinkClick r:id="" action="ppaction://hlinkshowjump?jump=firstslide"/>
            <a:extLst>
              <a:ext uri="{FF2B5EF4-FFF2-40B4-BE49-F238E27FC236}">
                <a16:creationId xmlns:a16="http://schemas.microsoft.com/office/drawing/2014/main" id="{959ADE64-A15F-6E0A-A757-78B60E7B342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9"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53"/>
        <p:cNvGrpSpPr/>
        <p:nvPr/>
      </p:nvGrpSpPr>
      <p:grpSpPr>
        <a:xfrm>
          <a:off x="0" y="0"/>
          <a:ext cx="0" cy="0"/>
          <a:chOff x="0" y="0"/>
          <a:chExt cx="0" cy="0"/>
        </a:xfrm>
      </p:grpSpPr>
      <p:graphicFrame>
        <p:nvGraphicFramePr>
          <p:cNvPr id="155" name="Google Shape;155;p5"/>
          <p:cNvGraphicFramePr/>
          <p:nvPr>
            <p:extLst>
              <p:ext uri="{D42A27DB-BD31-4B8C-83A1-F6EECF244321}">
                <p14:modId xmlns:p14="http://schemas.microsoft.com/office/powerpoint/2010/main" val="2446130722"/>
              </p:ext>
            </p:extLst>
          </p:nvPr>
        </p:nvGraphicFramePr>
        <p:xfrm>
          <a:off x="0" y="1063540"/>
          <a:ext cx="2330925"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a:t>
                      </a:r>
                      <a:r>
                        <a:rPr lang="en-US" altLang="ko-KR" sz="800" dirty="0">
                          <a:solidFill>
                            <a:srgbClr val="FFC000"/>
                          </a:solidFill>
                        </a:rPr>
                        <a:t>5</a:t>
                      </a:r>
                      <a:r>
                        <a:rPr lang="en-US" sz="800" dirty="0">
                          <a:solidFill>
                            <a:srgbClr val="FFC000"/>
                          </a:solidFill>
                        </a:rPr>
                        <a:t>00, </a:t>
                      </a:r>
                      <a:r>
                        <a:rPr lang="en-US" altLang="ko-KR" sz="800" dirty="0">
                          <a:solidFill>
                            <a:srgbClr val="FFC000"/>
                          </a:solidFill>
                        </a:rPr>
                        <a:t>360</a:t>
                      </a:r>
                      <a:r>
                        <a:rPr lang="en-US" sz="800" dirty="0">
                          <a:solidFill>
                            <a:srgbClr val="FFC000"/>
                          </a:solidFill>
                        </a:rPr>
                        <a:t>000lbs MAX,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sz="800" b="1" dirty="0">
                        <a:solidFill>
                          <a:srgbClr val="0070C0"/>
                        </a:solidFill>
                      </a:endParaRPr>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GIMHAE 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rPr>
                        <a:t>PSN 114.0</a:t>
                      </a:r>
                      <a:endParaRPr sz="458">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56" name="Google Shape;156;p5"/>
          <p:cNvGraphicFramePr/>
          <p:nvPr>
            <p:extLst>
              <p:ext uri="{D42A27DB-BD31-4B8C-83A1-F6EECF244321}">
                <p14:modId xmlns:p14="http://schemas.microsoft.com/office/powerpoint/2010/main" val="3172060770"/>
              </p:ext>
            </p:extLst>
          </p:nvPr>
        </p:nvGraphicFramePr>
        <p:xfrm>
          <a:off x="-2501" y="3867891"/>
          <a:ext cx="2338300" cy="1670650"/>
        </p:xfrm>
        <a:graphic>
          <a:graphicData uri="http://schemas.openxmlformats.org/drawingml/2006/table">
            <a:tbl>
              <a:tblPr firstRow="1" bandRow="1">
                <a:noFill/>
                <a:tableStyleId>{A521BE36-7E6F-4EC9-8D66-1CF97A6895EC}</a:tableStyleId>
              </a:tblPr>
              <a:tblGrid>
                <a:gridCol w="555127">
                  <a:extLst>
                    <a:ext uri="{9D8B030D-6E8A-4147-A177-3AD203B41FA5}">
                      <a16:colId xmlns:a16="http://schemas.microsoft.com/office/drawing/2014/main" val="20000"/>
                    </a:ext>
                  </a:extLst>
                </a:gridCol>
                <a:gridCol w="102366">
                  <a:extLst>
                    <a:ext uri="{9D8B030D-6E8A-4147-A177-3AD203B41FA5}">
                      <a16:colId xmlns:a16="http://schemas.microsoft.com/office/drawing/2014/main" val="20002"/>
                    </a:ext>
                  </a:extLst>
                </a:gridCol>
                <a:gridCol w="536660">
                  <a:extLst>
                    <a:ext uri="{9D8B030D-6E8A-4147-A177-3AD203B41FA5}">
                      <a16:colId xmlns:a16="http://schemas.microsoft.com/office/drawing/2014/main" val="20003"/>
                    </a:ext>
                  </a:extLst>
                </a:gridCol>
                <a:gridCol w="490471">
                  <a:extLst>
                    <a:ext uri="{9D8B030D-6E8A-4147-A177-3AD203B41FA5}">
                      <a16:colId xmlns:a16="http://schemas.microsoft.com/office/drawing/2014/main" val="20005"/>
                    </a:ext>
                  </a:extLst>
                </a:gridCol>
                <a:gridCol w="653676">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dirty="0"/>
                        <a:t>GMP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dirty="0"/>
                        <a:t>ILS 32L/R</a:t>
                      </a:r>
                      <a:endParaRPr sz="800" b="1" dirty="0"/>
                    </a:p>
                  </a:txBody>
                  <a:tcPr marL="36000" marR="36000" marT="36000" marB="36000" anchor="ctr"/>
                </a:tc>
                <a:tc hMerge="1">
                  <a:txBody>
                    <a:bodyPr/>
                    <a:lstStyle/>
                    <a:p>
                      <a:endParaRPr lang="ko-Kore-KR"/>
                    </a:p>
                  </a:txBody>
                  <a:tcPr/>
                </a:tc>
                <a:tc>
                  <a:txBody>
                    <a:bodyPr/>
                    <a:lstStyle/>
                    <a:p>
                      <a:pPr algn="ctr"/>
                      <a:r>
                        <a:rPr lang="en-US" sz="800" b="1"/>
                        <a:t>GUKDO xT</a:t>
                      </a:r>
                      <a:endParaRPr lang="ko-Kore-KR"/>
                    </a:p>
                  </a:txBody>
                  <a:tcPr marL="36000" marR="36000" marT="36000" marB="36000" anchor="ctr"/>
                </a:tc>
                <a:tc>
                  <a:txBody>
                    <a:bodyPr/>
                    <a:lstStyle/>
                    <a:p>
                      <a:pPr marL="0" marR="0" lvl="0" indent="0" algn="ctr" rtl="0">
                        <a:spcBef>
                          <a:spcPts val="0"/>
                        </a:spcBef>
                        <a:spcAft>
                          <a:spcPts val="0"/>
                        </a:spcAft>
                        <a:buNone/>
                      </a:pPr>
                      <a:r>
                        <a:rPr lang="en-US" sz="800" b="1"/>
                        <a:t>BUMSI</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dirty="0"/>
                        <a:t>ILS 14R</a:t>
                      </a:r>
                      <a:endParaRPr sz="800" b="1" dirty="0"/>
                    </a:p>
                  </a:txBody>
                  <a:tcPr marL="36000" marR="36000" marT="36000" marB="36000" anchor="ctr"/>
                </a:tc>
                <a:tc hMerge="1">
                  <a:txBody>
                    <a:bodyPr/>
                    <a:lstStyle/>
                    <a:p>
                      <a:endParaRPr lang="ko-Kore-KR"/>
                    </a:p>
                  </a:txBody>
                  <a:tcPr/>
                </a:tc>
                <a:tc>
                  <a:txBody>
                    <a:bodyPr/>
                    <a:lstStyle/>
                    <a:p>
                      <a:pPr algn="ctr"/>
                      <a:r>
                        <a:rPr lang="en-US" sz="800" b="1" dirty="0"/>
                        <a:t>GUKDO </a:t>
                      </a:r>
                      <a:r>
                        <a:rPr lang="en-US" sz="800" b="1"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a:t>DOKDO</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a:t>
                      </a:r>
                      <a:r>
                        <a:rPr lang="en-US" altLang="ko-Kore-KR" sz="800" b="1" dirty="0">
                          <a:solidFill>
                            <a:srgbClr val="C00000"/>
                          </a:solidFill>
                          <a:latin typeface="Calibri"/>
                          <a:ea typeface="Calibri"/>
                          <a:cs typeface="Calibri"/>
                          <a:sym typeface="Calibri"/>
                        </a:rPr>
                        <a:t>(No CL L/T)</a:t>
                      </a:r>
                      <a:r>
                        <a:rPr lang="en-US" altLang="ko-Kore-KR" sz="800" b="1" dirty="0">
                          <a:solidFill>
                            <a:schemeClr val="dk1"/>
                          </a:solidFill>
                          <a:latin typeface="Calibri"/>
                          <a:ea typeface="Calibri"/>
                          <a:cs typeface="Calibri"/>
                          <a:sym typeface="Calibri"/>
                        </a:rPr>
                        <a:t> </a:t>
                      </a:r>
                      <a:r>
                        <a:rPr lang="en-US" sz="800" b="1" dirty="0">
                          <a:solidFill>
                            <a:schemeClr val="dk1"/>
                          </a:solidFill>
                          <a:latin typeface="Calibri"/>
                          <a:ea typeface="Calibri"/>
                          <a:cs typeface="Calibri"/>
                          <a:sym typeface="Calibri"/>
                        </a:rPr>
                        <a:t>: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57" name="Google Shape;157;p5"/>
          <p:cNvGraphicFramePr/>
          <p:nvPr>
            <p:extLst>
              <p:ext uri="{D42A27DB-BD31-4B8C-83A1-F6EECF244321}">
                <p14:modId xmlns:p14="http://schemas.microsoft.com/office/powerpoint/2010/main" val="317308346"/>
              </p:ext>
            </p:extLst>
          </p:nvPr>
        </p:nvGraphicFramePr>
        <p:xfrm>
          <a:off x="-2501" y="16504"/>
          <a:ext cx="2328850" cy="56824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32950">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RKPK(PUS) 13ft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301450">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spcBef>
                          <a:spcPts val="0"/>
                        </a:spcBef>
                        <a:spcAft>
                          <a:spcPts val="0"/>
                        </a:spcAft>
                        <a:buNone/>
                      </a:pPr>
                      <a:r>
                        <a:rPr lang="en-US" sz="700" dirty="0">
                          <a:solidFill>
                            <a:srgbClr val="FF0000"/>
                          </a:solidFill>
                        </a:rPr>
                        <a:t>DCL -5분</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58" name="Google Shape;158;p5"/>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b="1" dirty="0">
                <a:solidFill>
                  <a:schemeClr val="dk1"/>
                </a:solidFill>
                <a:latin typeface="Calibri"/>
                <a:ea typeface="Calibri"/>
                <a:cs typeface="Calibri"/>
                <a:sym typeface="Calibri"/>
              </a:rPr>
              <a:t> </a:t>
            </a:r>
            <a:endParaRPr b="1"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68" name="Google Shape;168;p5"/>
          <p:cNvPicPr preferRelativeResize="0"/>
          <p:nvPr/>
        </p:nvPicPr>
        <p:blipFill rotWithShape="1">
          <a:blip r:embed="rId5">
            <a:alphaModFix/>
          </a:blip>
          <a:srcRect/>
          <a:stretch/>
        </p:blipFill>
        <p:spPr>
          <a:xfrm>
            <a:off x="0" y="2388241"/>
            <a:ext cx="1056807" cy="719976"/>
          </a:xfrm>
          <a:prstGeom prst="rect">
            <a:avLst/>
          </a:prstGeom>
          <a:noFill/>
          <a:ln>
            <a:noFill/>
          </a:ln>
        </p:spPr>
      </p:pic>
      <p:pic>
        <p:nvPicPr>
          <p:cNvPr id="3" name="그림 2" descr="텍스트, 시계이(가) 표시된 사진&#10;&#10;자동 생성된 설명">
            <a:extLst>
              <a:ext uri="{FF2B5EF4-FFF2-40B4-BE49-F238E27FC236}">
                <a16:creationId xmlns:a16="http://schemas.microsoft.com/office/drawing/2014/main" id="{55C3732C-B99F-06C8-0284-40550C1D6F87}"/>
              </a:ext>
            </a:extLst>
          </p:cNvPr>
          <p:cNvPicPr>
            <a:picLocks noChangeAspect="1"/>
          </p:cNvPicPr>
          <p:nvPr/>
        </p:nvPicPr>
        <p:blipFill>
          <a:blip r:embed="rId6"/>
          <a:stretch>
            <a:fillRect/>
          </a:stretch>
        </p:blipFill>
        <p:spPr>
          <a:xfrm>
            <a:off x="1602416" y="584746"/>
            <a:ext cx="492402" cy="492402"/>
          </a:xfrm>
          <a:prstGeom prst="rect">
            <a:avLst/>
          </a:prstGeom>
        </p:spPr>
      </p:pic>
      <p:sp>
        <p:nvSpPr>
          <p:cNvPr id="2" name="TextBox 1">
            <a:extLst>
              <a:ext uri="{FF2B5EF4-FFF2-40B4-BE49-F238E27FC236}">
                <a16:creationId xmlns:a16="http://schemas.microsoft.com/office/drawing/2014/main" id="{102DFD9A-3DE5-9849-C4DF-4F8F47DFC0AA}"/>
              </a:ext>
            </a:extLst>
          </p:cNvPr>
          <p:cNvSpPr txBox="1"/>
          <p:nvPr/>
        </p:nvSpPr>
        <p:spPr>
          <a:xfrm>
            <a:off x="1268244" y="3167422"/>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4" name="직사각형 3">
            <a:hlinkClick r:id="" action="ppaction://hlinkshowjump?jump=firstslide"/>
            <a:extLst>
              <a:ext uri="{FF2B5EF4-FFF2-40B4-BE49-F238E27FC236}">
                <a16:creationId xmlns:a16="http://schemas.microsoft.com/office/drawing/2014/main" id="{D08367DE-04CA-9C27-2F38-9B696219DB2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32"/>
        <p:cNvGrpSpPr/>
        <p:nvPr/>
      </p:nvGrpSpPr>
      <p:grpSpPr>
        <a:xfrm>
          <a:off x="0" y="0"/>
          <a:ext cx="0" cy="0"/>
          <a:chOff x="0" y="0"/>
          <a:chExt cx="0" cy="0"/>
        </a:xfrm>
      </p:grpSpPr>
      <p:graphicFrame>
        <p:nvGraphicFramePr>
          <p:cNvPr id="234" name="Google Shape;234;p12"/>
          <p:cNvGraphicFramePr/>
          <p:nvPr>
            <p:extLst>
              <p:ext uri="{D42A27DB-BD31-4B8C-83A1-F6EECF244321}">
                <p14:modId xmlns:p14="http://schemas.microsoft.com/office/powerpoint/2010/main" val="3532354565"/>
              </p:ext>
            </p:extLst>
          </p:nvPr>
        </p:nvGraphicFramePr>
        <p:xfrm>
          <a:off x="0" y="639107"/>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67475">
                  <a:extLst>
                    <a:ext uri="{9D8B030D-6E8A-4147-A177-3AD203B41FA5}">
                      <a16:colId xmlns:a16="http://schemas.microsoft.com/office/drawing/2014/main" val="20004"/>
                    </a:ext>
                  </a:extLst>
                </a:gridCol>
                <a:gridCol w="169800">
                  <a:extLst>
                    <a:ext uri="{9D8B030D-6E8A-4147-A177-3AD203B41FA5}">
                      <a16:colId xmlns:a16="http://schemas.microsoft.com/office/drawing/2014/main" val="2834092124"/>
                    </a:ext>
                  </a:extLst>
                </a:gridCol>
                <a:gridCol w="778600">
                  <a:extLst>
                    <a:ext uri="{9D8B030D-6E8A-4147-A177-3AD203B41FA5}">
                      <a16:colId xmlns:a16="http://schemas.microsoft.com/office/drawing/2014/main" val="20007"/>
                    </a:ext>
                  </a:extLst>
                </a:gridCol>
              </a:tblGrid>
              <a:tr h="0">
                <a:tc gridSpan="7">
                  <a:txBody>
                    <a:bodyPr/>
                    <a:lstStyle/>
                    <a:p>
                      <a:pPr marL="0" marR="0" lvl="0" indent="0" algn="ctr" rtl="0">
                        <a:spcBef>
                          <a:spcPts val="0"/>
                        </a:spcBef>
                        <a:spcAft>
                          <a:spcPts val="0"/>
                        </a:spcAft>
                        <a:buNone/>
                      </a:pPr>
                      <a:r>
                        <a:rPr lang="en-US" sz="800" dirty="0"/>
                        <a:t>CJU : SID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xE</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066 </a:t>
                      </a:r>
                      <a:r>
                        <a:rPr lang="en-US" sz="800" b="1" dirty="0">
                          <a:solidFill>
                            <a:srgbClr val="0070C0"/>
                          </a:solidFill>
                        </a:rPr>
                        <a:t>ALT 9000</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25</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xW</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246 </a:t>
                      </a:r>
                      <a:r>
                        <a:rPr lang="en-US" sz="800" b="1" dirty="0">
                          <a:solidFill>
                            <a:srgbClr val="0070C0"/>
                          </a:solidFill>
                        </a:rPr>
                        <a:t>ALT ATC</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YDM 109.0</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25 111.3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07 : NONE</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25 : YDM246/3, R290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35" name="Google Shape;235;p12"/>
          <p:cNvGraphicFramePr/>
          <p:nvPr>
            <p:extLst>
              <p:ext uri="{D42A27DB-BD31-4B8C-83A1-F6EECF244321}">
                <p14:modId xmlns:p14="http://schemas.microsoft.com/office/powerpoint/2010/main" val="4171769753"/>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RKPK(PUS) 13ft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238" name="Google Shape;238;p12"/>
          <p:cNvPicPr preferRelativeResize="0"/>
          <p:nvPr/>
        </p:nvPicPr>
        <p:blipFill rotWithShape="1">
          <a:blip r:embed="rId5">
            <a:alphaModFix/>
          </a:blip>
          <a:srcRect/>
          <a:stretch/>
        </p:blipFill>
        <p:spPr>
          <a:xfrm>
            <a:off x="-3340" y="1970629"/>
            <a:ext cx="1511235" cy="828243"/>
          </a:xfrm>
          <a:prstGeom prst="rect">
            <a:avLst/>
          </a:prstGeom>
          <a:noFill/>
          <a:ln>
            <a:noFill/>
          </a:ln>
        </p:spPr>
      </p:pic>
      <p:graphicFrame>
        <p:nvGraphicFramePr>
          <p:cNvPr id="3" name="Google Shape;137;p4">
            <a:extLst>
              <a:ext uri="{FF2B5EF4-FFF2-40B4-BE49-F238E27FC236}">
                <a16:creationId xmlns:a16="http://schemas.microsoft.com/office/drawing/2014/main" id="{C219BCFB-D529-B116-FE7F-CEFD0CAC2DD7}"/>
              </a:ext>
            </a:extLst>
          </p:cNvPr>
          <p:cNvGraphicFramePr/>
          <p:nvPr>
            <p:extLst>
              <p:ext uri="{D42A27DB-BD31-4B8C-83A1-F6EECF244321}">
                <p14:modId xmlns:p14="http://schemas.microsoft.com/office/powerpoint/2010/main" val="2667764376"/>
              </p:ext>
            </p:extLst>
          </p:nvPr>
        </p:nvGraphicFramePr>
        <p:xfrm>
          <a:off x="-3340" y="4109513"/>
          <a:ext cx="2339140" cy="1426810"/>
        </p:xfrm>
        <a:graphic>
          <a:graphicData uri="http://schemas.openxmlformats.org/drawingml/2006/table">
            <a:tbl>
              <a:tblPr firstRow="1" bandRow="1">
                <a:noFill/>
                <a:tableStyleId>{A521BE36-7E6F-4EC9-8D66-1CF97A6895EC}</a:tableStyleId>
              </a:tblPr>
              <a:tblGrid>
                <a:gridCol w="393866">
                  <a:extLst>
                    <a:ext uri="{9D8B030D-6E8A-4147-A177-3AD203B41FA5}">
                      <a16:colId xmlns:a16="http://schemas.microsoft.com/office/drawing/2014/main" val="20000"/>
                    </a:ext>
                  </a:extLst>
                </a:gridCol>
                <a:gridCol w="512515">
                  <a:extLst>
                    <a:ext uri="{9D8B030D-6E8A-4147-A177-3AD203B41FA5}">
                      <a16:colId xmlns:a16="http://schemas.microsoft.com/office/drawing/2014/main" val="20001"/>
                    </a:ext>
                  </a:extLst>
                </a:gridCol>
                <a:gridCol w="460134">
                  <a:extLst>
                    <a:ext uri="{9D8B030D-6E8A-4147-A177-3AD203B41FA5}">
                      <a16:colId xmlns:a16="http://schemas.microsoft.com/office/drawing/2014/main" val="20003"/>
                    </a:ext>
                  </a:extLst>
                </a:gridCol>
                <a:gridCol w="972625">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 STAR </a:t>
                      </a:r>
                      <a:r>
                        <a:rPr lang="en-US" altLang="ko-Kore-KR" sz="800" dirty="0">
                          <a:solidFill>
                            <a:srgbClr val="FFC000"/>
                          </a:solidFill>
                        </a:rPr>
                        <a:t>(T</a:t>
                      </a:r>
                      <a:r>
                        <a:rPr lang="en-US" altLang="ko-KR" sz="800" dirty="0">
                          <a:solidFill>
                            <a:srgbClr val="FFC000"/>
                          </a:solidFill>
                        </a:rPr>
                        <a:t>/</a:t>
                      </a:r>
                      <a:r>
                        <a:rPr lang="en-US" altLang="ko-Kore-KR" sz="800" dirty="0">
                          <a:solidFill>
                            <a:srgbClr val="FFC000"/>
                          </a:solidFill>
                        </a:rPr>
                        <a:t>W </a:t>
                      </a:r>
                      <a:r>
                        <a:rPr lang="en-US" altLang="ko-KR" sz="800" dirty="0">
                          <a:solidFill>
                            <a:srgbClr val="FFC000"/>
                          </a:solidFill>
                        </a:rPr>
                        <a:t>10tks, </a:t>
                      </a:r>
                      <a:r>
                        <a:rPr lang="en-US" altLang="ko-Kore-KR" sz="800" dirty="0">
                          <a:solidFill>
                            <a:srgbClr val="FFC000"/>
                          </a:solidFill>
                        </a:rPr>
                        <a:t>36R</a:t>
                      </a:r>
                      <a:r>
                        <a:rPr lang="en-US" altLang="ko-KR" sz="800" dirty="0">
                          <a:solidFill>
                            <a:srgbClr val="FFC000"/>
                          </a:solidFill>
                        </a:rPr>
                        <a:t>,</a:t>
                      </a:r>
                      <a:r>
                        <a:rPr lang="en-US" altLang="ko-Kore-KR" sz="800" dirty="0">
                          <a:solidFill>
                            <a:srgbClr val="FFC000"/>
                          </a:solidFill>
                        </a:rPr>
                        <a:t> 360000lbs </a:t>
                      </a:r>
                      <a:r>
                        <a:rPr lang="ko-KR" altLang="en-US" sz="800" dirty="0">
                          <a:solidFill>
                            <a:srgbClr val="FFC000"/>
                          </a:solidFill>
                        </a:rPr>
                        <a:t>제한</a:t>
                      </a:r>
                      <a:r>
                        <a:rPr lang="en-US" altLang="ko-KR" sz="8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altLang="ko-KR" sz="800" b="1" dirty="0"/>
                        <a:t>ANROD</a:t>
                      </a:r>
                      <a:endParaRPr sz="458" b="1" dirty="0"/>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GAYHA x</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ANROD</a:t>
                      </a:r>
                      <a:endParaRPr sz="458" b="1" dirty="0"/>
                    </a:p>
                  </a:txBody>
                  <a:tcPr marL="36000" marR="36000" marT="36000" marB="36000" anchor="ctr"/>
                </a:tc>
                <a:tc>
                  <a:txBody>
                    <a:bodyPr/>
                    <a:lstStyle/>
                    <a:p>
                      <a:pPr marL="0" marR="0" lvl="0" indent="0" algn="ctr" rtl="0">
                        <a:spcBef>
                          <a:spcPts val="0"/>
                        </a:spcBef>
                        <a:spcAft>
                          <a:spcPts val="0"/>
                        </a:spcAft>
                        <a:buNone/>
                      </a:pPr>
                      <a:r>
                        <a:rPr lang="en-US" altLang="ko-Kore-KR" sz="800" b="1" dirty="0">
                          <a:solidFill>
                            <a:srgbClr val="C00000"/>
                          </a:solidFill>
                          <a:hlinkClick r:id="rId6" action="ppaction://hlinksldjump">
                            <a:extLst>
                              <a:ext uri="{A12FA001-AC4F-418D-AE19-62706E023703}">
                                <ahyp:hlinkClr xmlns:ahyp="http://schemas.microsoft.com/office/drawing/2018/hyperlinkcolor" val="tx"/>
                              </a:ext>
                            </a:extLst>
                          </a:hlinkClick>
                        </a:rPr>
                        <a:t>18 Circling Click!!</a:t>
                      </a:r>
                      <a:endParaRPr lang="en-US" altLang="ko-Kore-KR" sz="458"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FIX</a:t>
                      </a:r>
                      <a:endParaRPr sz="80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
        <p:nvSpPr>
          <p:cNvPr id="4" name="TextBox 3">
            <a:extLst>
              <a:ext uri="{FF2B5EF4-FFF2-40B4-BE49-F238E27FC236}">
                <a16:creationId xmlns:a16="http://schemas.microsoft.com/office/drawing/2014/main" id="{59282C91-A9AE-BCC9-5FEC-78765E574F0D}"/>
              </a:ext>
            </a:extLst>
          </p:cNvPr>
          <p:cNvSpPr txBox="1"/>
          <p:nvPr/>
        </p:nvSpPr>
        <p:spPr>
          <a:xfrm>
            <a:off x="1268244" y="3416278"/>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3F183D78-F73C-097D-0450-1B0DF23C0E7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42"/>
        <p:cNvGrpSpPr/>
        <p:nvPr/>
      </p:nvGrpSpPr>
      <p:grpSpPr>
        <a:xfrm>
          <a:off x="0" y="0"/>
          <a:ext cx="0" cy="0"/>
          <a:chOff x="0" y="0"/>
          <a:chExt cx="0" cy="0"/>
        </a:xfrm>
      </p:grpSpPr>
      <p:graphicFrame>
        <p:nvGraphicFramePr>
          <p:cNvPr id="244" name="Google Shape;244;p13"/>
          <p:cNvGraphicFramePr/>
          <p:nvPr>
            <p:extLst>
              <p:ext uri="{D42A27DB-BD31-4B8C-83A1-F6EECF244321}">
                <p14:modId xmlns:p14="http://schemas.microsoft.com/office/powerpoint/2010/main" val="241697199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RKPK(PUS) 13ft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CJU 129.4</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47" name="Google Shape;247;p13"/>
          <p:cNvGraphicFramePr/>
          <p:nvPr>
            <p:extLst>
              <p:ext uri="{D42A27DB-BD31-4B8C-83A1-F6EECF244321}">
                <p14:modId xmlns:p14="http://schemas.microsoft.com/office/powerpoint/2010/main" val="2726047760"/>
              </p:ext>
            </p:extLst>
          </p:nvPr>
        </p:nvGraphicFramePr>
        <p:xfrm>
          <a:off x="0" y="630013"/>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MAX,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rPr>
                        <a:t>PSN 114.0</a:t>
                      </a:r>
                      <a:endParaRPr sz="458">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248" name="Google Shape;248;p13"/>
          <p:cNvPicPr preferRelativeResize="0"/>
          <p:nvPr/>
        </p:nvPicPr>
        <p:blipFill rotWithShape="1">
          <a:blip r:embed="rId5">
            <a:alphaModFix/>
          </a:blip>
          <a:srcRect/>
          <a:stretch/>
        </p:blipFill>
        <p:spPr>
          <a:xfrm>
            <a:off x="4472" y="2079661"/>
            <a:ext cx="1559909" cy="651823"/>
          </a:xfrm>
          <a:prstGeom prst="rect">
            <a:avLst/>
          </a:prstGeom>
          <a:noFill/>
          <a:ln>
            <a:noFill/>
          </a:ln>
        </p:spPr>
      </p:pic>
      <p:graphicFrame>
        <p:nvGraphicFramePr>
          <p:cNvPr id="2" name="Google Shape;227;p11">
            <a:extLst>
              <a:ext uri="{FF2B5EF4-FFF2-40B4-BE49-F238E27FC236}">
                <a16:creationId xmlns:a16="http://schemas.microsoft.com/office/drawing/2014/main" id="{04159ABD-A06E-9C8C-66B0-59FD50E49E56}"/>
              </a:ext>
            </a:extLst>
          </p:cNvPr>
          <p:cNvGraphicFramePr/>
          <p:nvPr>
            <p:extLst>
              <p:ext uri="{D42A27DB-BD31-4B8C-83A1-F6EECF244321}">
                <p14:modId xmlns:p14="http://schemas.microsoft.com/office/powerpoint/2010/main" val="3782953954"/>
              </p:ext>
            </p:extLst>
          </p:nvPr>
        </p:nvGraphicFramePr>
        <p:xfrm>
          <a:off x="4472" y="3782789"/>
          <a:ext cx="2326800" cy="1743468"/>
        </p:xfrm>
        <a:graphic>
          <a:graphicData uri="http://schemas.openxmlformats.org/drawingml/2006/table">
            <a:tbl>
              <a:tblPr firstRow="1" bandRow="1">
                <a:noFill/>
                <a:tableStyleId>{A521BE36-7E6F-4EC9-8D66-1CF97A6895EC}</a:tableStyleId>
              </a:tblPr>
              <a:tblGrid>
                <a:gridCol w="406975">
                  <a:extLst>
                    <a:ext uri="{9D8B030D-6E8A-4147-A177-3AD203B41FA5}">
                      <a16:colId xmlns:a16="http://schemas.microsoft.com/office/drawing/2014/main" val="20000"/>
                    </a:ext>
                  </a:extLst>
                </a:gridCol>
                <a:gridCol w="754125">
                  <a:extLst>
                    <a:ext uri="{9D8B030D-6E8A-4147-A177-3AD203B41FA5}">
                      <a16:colId xmlns:a16="http://schemas.microsoft.com/office/drawing/2014/main" val="20001"/>
                    </a:ext>
                  </a:extLst>
                </a:gridCol>
                <a:gridCol w="582850">
                  <a:extLst>
                    <a:ext uri="{9D8B030D-6E8A-4147-A177-3AD203B41FA5}">
                      <a16:colId xmlns:a16="http://schemas.microsoft.com/office/drawing/2014/main" val="20003"/>
                    </a:ext>
                  </a:extLst>
                </a:gridCol>
                <a:gridCol w="582850">
                  <a:extLst>
                    <a:ext uri="{9D8B030D-6E8A-4147-A177-3AD203B41FA5}">
                      <a16:colId xmlns:a16="http://schemas.microsoft.com/office/drawing/2014/main" val="20005"/>
                    </a:ext>
                  </a:extLst>
                </a:gridCol>
              </a:tblGrid>
              <a:tr h="1560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CJU : STAR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FFC000"/>
                          </a:solidFill>
                          <a:effectLst/>
                          <a:uLnTx/>
                          <a:uFillTx/>
                          <a:latin typeface="Calibri"/>
                          <a:cs typeface="Calibri"/>
                          <a:sym typeface="Arial"/>
                        </a:rPr>
                        <a:t>AFT Merge PT(220kts) DCT IAF(210kts), FAF (160kts)</a:t>
                      </a:r>
                      <a:endParaRPr kumimoji="0" lang="en-US" altLang="ko-Kore-KR" sz="800" b="1" i="0" u="none" strike="noStrike" kern="0" cap="none" spc="0" normalizeH="0" baseline="0" noProof="0" dirty="0">
                        <a:ln>
                          <a:noFill/>
                        </a:ln>
                        <a:solidFill>
                          <a:srgbClr val="FFC000"/>
                        </a:solidFill>
                        <a:effectLst/>
                        <a:uLnTx/>
                        <a:uFillTx/>
                        <a:latin typeface="Calibri"/>
                        <a:cs typeface="Calibri"/>
                        <a:sym typeface="Aria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1800">
                <a:tc>
                  <a:txBody>
                    <a:bodyPr/>
                    <a:lstStyle/>
                    <a:p>
                      <a:pPr marL="0" marR="0" lvl="0" indent="0" algn="ctr" rtl="0">
                        <a:spcBef>
                          <a:spcPts val="0"/>
                        </a:spcBef>
                        <a:spcAft>
                          <a:spcPts val="0"/>
                        </a:spcAft>
                        <a:buNone/>
                      </a:pPr>
                      <a:r>
                        <a:rPr lang="en-US" sz="800" b="1"/>
                        <a:t>ILS Z 07</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xP</a:t>
                      </a:r>
                      <a:endParaRPr sz="458" dirty="0"/>
                    </a:p>
                  </a:txBody>
                  <a:tcPr marL="36000" marR="36000" marT="36000" marB="36000" anchor="ctr"/>
                </a:tc>
                <a:tc>
                  <a:txBody>
                    <a:bodyPr/>
                    <a:lstStyle/>
                    <a:p>
                      <a:pPr marL="0" marR="0" lvl="0" indent="0" algn="ctr" rtl="0">
                        <a:spcBef>
                          <a:spcPts val="0"/>
                        </a:spcBef>
                        <a:spcAft>
                          <a:spcPts val="0"/>
                        </a:spcAft>
                        <a:buNone/>
                      </a:pPr>
                      <a:r>
                        <a:rPr lang="en-US" sz="800" b="1"/>
                        <a:t>YUMIN</a:t>
                      </a:r>
                      <a:endParaRPr sz="458"/>
                    </a:p>
                  </a:txBody>
                  <a:tcPr marL="36000" marR="36000" marT="36000" marB="36000" anchor="ctr"/>
                </a:tc>
                <a:tc>
                  <a:txBody>
                    <a:bodyPr/>
                    <a:lstStyle/>
                    <a:p>
                      <a:pPr marL="0" marR="0" lvl="0" indent="0" algn="l" rtl="0">
                        <a:spcBef>
                          <a:spcPts val="0"/>
                        </a:spcBef>
                        <a:spcAft>
                          <a:spcPts val="0"/>
                        </a:spcAft>
                        <a:buNone/>
                      </a:pPr>
                      <a:endParaRPr sz="458"/>
                    </a:p>
                  </a:txBody>
                  <a:tcPr marL="36000" marR="36000" marT="36000" marB="36000" anchor="ctr"/>
                </a:tc>
                <a:extLst>
                  <a:ext uri="{0D108BD9-81ED-4DB2-BD59-A6C34878D82A}">
                    <a16:rowId xmlns:a16="http://schemas.microsoft.com/office/drawing/2014/main" val="10001"/>
                  </a:ext>
                </a:extLst>
              </a:tr>
              <a:tr h="1418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l" rtl="0">
                        <a:spcBef>
                          <a:spcPts val="0"/>
                        </a:spcBef>
                        <a:spcAft>
                          <a:spcPts val="0"/>
                        </a:spcAft>
                        <a:buNone/>
                      </a:pPr>
                      <a:endParaRPr sz="458" dirty="0"/>
                    </a:p>
                  </a:txBody>
                  <a:tcPr marL="36000" marR="36000" marT="36000" marB="36000" anchor="ctr"/>
                </a:tc>
                <a:extLst>
                  <a:ext uri="{0D108BD9-81ED-4DB2-BD59-A6C34878D82A}">
                    <a16:rowId xmlns:a16="http://schemas.microsoft.com/office/drawing/2014/main" val="285528768"/>
                  </a:ext>
                </a:extLst>
              </a:tr>
              <a:tr h="141800">
                <a:tc>
                  <a:txBody>
                    <a:bodyPr/>
                    <a:lstStyle/>
                    <a:p>
                      <a:pPr marL="0" marR="0" lvl="0" indent="0" algn="ctr" rtl="0">
                        <a:spcBef>
                          <a:spcPts val="0"/>
                        </a:spcBef>
                        <a:spcAft>
                          <a:spcPts val="0"/>
                        </a:spcAft>
                        <a:buNone/>
                      </a:pPr>
                      <a:r>
                        <a:rPr lang="en-US" sz="800" b="1"/>
                        <a:t>ILS Z 25</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xT</a:t>
                      </a:r>
                      <a:r>
                        <a:rPr lang="en-US" sz="800" b="1" dirty="0"/>
                        <a:t>(</a:t>
                      </a:r>
                      <a:r>
                        <a:rPr lang="en-US" sz="800" b="1" dirty="0" err="1"/>
                        <a:t>xM</a:t>
                      </a:r>
                      <a:r>
                        <a:rPr lang="en-US" sz="800" b="1" dirty="0"/>
                        <a:t>)</a:t>
                      </a:r>
                      <a:endParaRPr sz="458" dirty="0"/>
                    </a:p>
                  </a:txBody>
                  <a:tcPr marL="36000" marR="36000" marT="36000" marB="36000" anchor="ctr"/>
                </a:tc>
                <a:tc>
                  <a:txBody>
                    <a:bodyPr/>
                    <a:lstStyle/>
                    <a:p>
                      <a:pPr marL="0" marR="0" lvl="0" indent="0" algn="ctr" rtl="0">
                        <a:spcBef>
                          <a:spcPts val="0"/>
                        </a:spcBef>
                        <a:spcAft>
                          <a:spcPts val="0"/>
                        </a:spcAft>
                        <a:buNone/>
                      </a:pPr>
                      <a:r>
                        <a:rPr lang="en-US" sz="800" b="1"/>
                        <a:t>DUKAL</a:t>
                      </a:r>
                      <a:endParaRPr sz="458"/>
                    </a:p>
                  </a:txBody>
                  <a:tcPr marL="36000" marR="36000" marT="36000" marB="36000" anchor="ctr"/>
                </a:tc>
                <a:tc>
                  <a:txBody>
                    <a:bodyPr/>
                    <a:lstStyle/>
                    <a:p>
                      <a:pPr marL="0" marR="0" lvl="0" indent="0" algn="l" rtl="0">
                        <a:spcBef>
                          <a:spcPts val="0"/>
                        </a:spcBef>
                        <a:spcAft>
                          <a:spcPts val="0"/>
                        </a:spcAft>
                        <a:buNone/>
                      </a:pPr>
                      <a:endParaRPr sz="458"/>
                    </a:p>
                  </a:txBody>
                  <a:tcPr marL="36000" marR="36000" marT="36000" marB="36000" anchor="ctr"/>
                </a:tc>
                <a:extLst>
                  <a:ext uri="{0D108BD9-81ED-4DB2-BD59-A6C34878D82A}">
                    <a16:rowId xmlns:a16="http://schemas.microsoft.com/office/drawing/2014/main" val="10002"/>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err="1">
                          <a:solidFill>
                            <a:schemeClr val="bg1"/>
                          </a:solidFill>
                        </a:rPr>
                        <a:t>RWxx</a:t>
                      </a:r>
                      <a:r>
                        <a:rPr lang="en-US" sz="800" b="0" dirty="0">
                          <a:solidFill>
                            <a:schemeClr val="bg1"/>
                          </a:solidFill>
                        </a:rPr>
                        <a:t> /8</a:t>
                      </a:r>
                      <a:endParaRPr sz="800" b="0"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dirty="0"/>
                    </a:p>
                  </a:txBody>
                  <a:tcPr marL="36000" marR="36000" marT="36000" marB="36000" anchor="ctr"/>
                </a:tc>
                <a:extLst>
                  <a:ext uri="{0D108BD9-81ED-4DB2-BD59-A6C34878D82A}">
                    <a16:rowId xmlns:a16="http://schemas.microsoft.com/office/drawing/2014/main" val="10004"/>
                  </a:ext>
                </a:extLst>
              </a:tr>
              <a:tr h="3200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07 : P6(5176’), P5(5882’), </a:t>
                      </a:r>
                      <a:r>
                        <a:rPr lang="en-US" sz="800">
                          <a:solidFill>
                            <a:srgbClr val="0070C0"/>
                          </a:solidFill>
                        </a:rPr>
                        <a:t>P4(6840’-ATC HIRO)</a:t>
                      </a:r>
                      <a:endParaRPr/>
                    </a:p>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25 : P7(5219’), P8(5882’), </a:t>
                      </a:r>
                      <a:r>
                        <a:rPr lang="en-US" sz="800">
                          <a:solidFill>
                            <a:srgbClr val="0070C0"/>
                          </a:solidFill>
                        </a:rPr>
                        <a:t>P10(7524’-ATC HIRO) </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32007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HST 40KTS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
        <p:nvSpPr>
          <p:cNvPr id="4" name="TextBox 3">
            <a:extLst>
              <a:ext uri="{FF2B5EF4-FFF2-40B4-BE49-F238E27FC236}">
                <a16:creationId xmlns:a16="http://schemas.microsoft.com/office/drawing/2014/main" id="{0F894E67-D6BE-5F51-CDC7-89AD8D49986E}"/>
              </a:ext>
            </a:extLst>
          </p:cNvPr>
          <p:cNvSpPr txBox="1"/>
          <p:nvPr/>
        </p:nvSpPr>
        <p:spPr>
          <a:xfrm>
            <a:off x="1268244" y="3096634"/>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3" name="직사각형 2">
            <a:hlinkClick r:id="" action="ppaction://hlinkshowjump?jump=firstslide"/>
            <a:extLst>
              <a:ext uri="{FF2B5EF4-FFF2-40B4-BE49-F238E27FC236}">
                <a16:creationId xmlns:a16="http://schemas.microsoft.com/office/drawing/2014/main" id="{85E11C70-1767-EB3D-06A8-A5C6ED6404CD}"/>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2555005966"/>
              </p:ext>
            </p:extLst>
          </p:nvPr>
        </p:nvGraphicFramePr>
        <p:xfrm>
          <a:off x="4410" y="4068774"/>
          <a:ext cx="2328514" cy="1450015"/>
        </p:xfrm>
        <a:graphic>
          <a:graphicData uri="http://schemas.openxmlformats.org/drawingml/2006/table">
            <a:tbl>
              <a:tblPr firstRow="1" bandRow="1">
                <a:noFill/>
                <a:tableStyleId>{A521BE36-7E6F-4EC9-8D66-1CF97A6895EC}</a:tableStyleId>
              </a:tblPr>
              <a:tblGrid>
                <a:gridCol w="383610">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 STAR </a:t>
                      </a:r>
                      <a:r>
                        <a:rPr lang="en-US" altLang="ko-Kore-KR" sz="800" dirty="0">
                          <a:solidFill>
                            <a:srgbClr val="FFC000"/>
                          </a:solidFill>
                        </a:rPr>
                        <a:t>(T</a:t>
                      </a:r>
                      <a:r>
                        <a:rPr lang="en-US" altLang="ko-KR" sz="800" dirty="0">
                          <a:solidFill>
                            <a:srgbClr val="FFC000"/>
                          </a:solidFill>
                        </a:rPr>
                        <a:t>/</a:t>
                      </a:r>
                      <a:r>
                        <a:rPr lang="en-US" altLang="ko-Kore-KR" sz="800" dirty="0">
                          <a:solidFill>
                            <a:srgbClr val="FFC000"/>
                          </a:solidFill>
                        </a:rPr>
                        <a:t>W </a:t>
                      </a:r>
                      <a:r>
                        <a:rPr lang="en-US" altLang="ko-KR" sz="800" dirty="0">
                          <a:solidFill>
                            <a:srgbClr val="FFC000"/>
                          </a:solidFill>
                        </a:rPr>
                        <a:t>10tks, </a:t>
                      </a:r>
                      <a:r>
                        <a:rPr lang="en-US" altLang="ko-Kore-KR" sz="800" dirty="0">
                          <a:solidFill>
                            <a:srgbClr val="FFC000"/>
                          </a:solidFill>
                        </a:rPr>
                        <a:t>36R</a:t>
                      </a:r>
                      <a:r>
                        <a:rPr lang="en-US" altLang="ko-KR" sz="800" dirty="0">
                          <a:solidFill>
                            <a:srgbClr val="FFC000"/>
                          </a:solidFill>
                        </a:rPr>
                        <a:t>,</a:t>
                      </a:r>
                      <a:r>
                        <a:rPr lang="en-US" altLang="ko-Kore-KR" sz="800" dirty="0">
                          <a:solidFill>
                            <a:srgbClr val="FFC000"/>
                          </a:solidFill>
                        </a:rPr>
                        <a:t> 360000lbs </a:t>
                      </a:r>
                      <a:r>
                        <a:rPr lang="ko-KR" altLang="en-US" sz="800" dirty="0">
                          <a:solidFill>
                            <a:srgbClr val="FFC000"/>
                          </a:solidFill>
                        </a:rPr>
                        <a:t>제한</a:t>
                      </a:r>
                      <a:r>
                        <a:rPr lang="en-US" altLang="ko-KR" sz="8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800" b="1">
                          <a:solidFill>
                            <a:srgbClr val="C00000"/>
                          </a:solidFill>
                          <a:hlinkClick r:id="rId3" action="ppaction://hlinksldjump">
                            <a:extLst>
                              <a:ext uri="{A12FA001-AC4F-418D-AE19-62706E023703}">
                                <ahyp:hlinkClr xmlns:ahyp="http://schemas.microsoft.com/office/drawing/2018/hyperlinkcolor" val="tx"/>
                              </a:ext>
                            </a:extLst>
                          </a:hlinkClick>
                        </a:rPr>
                        <a:t>18 Circling Click!!</a:t>
                      </a:r>
                      <a:endParaRPr lang="en-US" altLang="ko-Kore-KR" sz="458"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FIX</a:t>
                      </a:r>
                      <a:endParaRPr sz="80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1876791833"/>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5">
                            <a:extLst>
                              <a:ext uri="{A12FA001-AC4F-418D-AE19-62706E023703}">
                                <ahyp:hlinkClr xmlns:ahyp="http://schemas.microsoft.com/office/drawing/2018/hyperlinkcolor" val="tx"/>
                              </a:ext>
                            </a:extLst>
                          </a:hlinkClick>
                        </a:rPr>
                        <a:t>RKPK(PUS) 13ft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76" name="Google Shape;276;p16"/>
          <p:cNvGraphicFramePr/>
          <p:nvPr>
            <p:extLst>
              <p:ext uri="{D42A27DB-BD31-4B8C-83A1-F6EECF244321}">
                <p14:modId xmlns:p14="http://schemas.microsoft.com/office/powerpoint/2010/main" val="1128841379"/>
              </p:ext>
            </p:extLst>
          </p:nvPr>
        </p:nvGraphicFramePr>
        <p:xfrm>
          <a:off x="1" y="607235"/>
          <a:ext cx="2326348" cy="22942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283683">
                  <a:extLst>
                    <a:ext uri="{9D8B030D-6E8A-4147-A177-3AD203B41FA5}">
                      <a16:colId xmlns:a16="http://schemas.microsoft.com/office/drawing/2014/main" val="20001"/>
                    </a:ext>
                  </a:extLst>
                </a:gridCol>
                <a:gridCol w="328867">
                  <a:extLst>
                    <a:ext uri="{9D8B030D-6E8A-4147-A177-3AD203B41FA5}">
                      <a16:colId xmlns:a16="http://schemas.microsoft.com/office/drawing/2014/main" val="20002"/>
                    </a:ext>
                  </a:extLst>
                </a:gridCol>
                <a:gridCol w="176402">
                  <a:extLst>
                    <a:ext uri="{9D8B030D-6E8A-4147-A177-3AD203B41FA5}">
                      <a16:colId xmlns:a16="http://schemas.microsoft.com/office/drawing/2014/main" val="20003"/>
                    </a:ext>
                  </a:extLst>
                </a:gridCol>
                <a:gridCol w="219438">
                  <a:extLst>
                    <a:ext uri="{9D8B030D-6E8A-4147-A177-3AD203B41FA5}">
                      <a16:colId xmlns:a16="http://schemas.microsoft.com/office/drawing/2014/main" val="20004"/>
                    </a:ext>
                  </a:extLst>
                </a:gridCol>
                <a:gridCol w="191597">
                  <a:extLst>
                    <a:ext uri="{9D8B030D-6E8A-4147-A177-3AD203B41FA5}">
                      <a16:colId xmlns:a16="http://schemas.microsoft.com/office/drawing/2014/main" val="3670378744"/>
                    </a:ext>
                  </a:extLst>
                </a:gridCol>
                <a:gridCol w="398704">
                  <a:extLst>
                    <a:ext uri="{9D8B030D-6E8A-4147-A177-3AD203B41FA5}">
                      <a16:colId xmlns:a16="http://schemas.microsoft.com/office/drawing/2014/main" val="20006"/>
                    </a:ext>
                  </a:extLst>
                </a:gridCol>
                <a:gridCol w="398704">
                  <a:extLst>
                    <a:ext uri="{9D8B030D-6E8A-4147-A177-3AD203B41FA5}">
                      <a16:colId xmlns:a16="http://schemas.microsoft.com/office/drawing/2014/main" val="20008"/>
                    </a:ext>
                  </a:extLst>
                </a:gridCol>
              </a:tblGrid>
              <a:tr h="159300">
                <a:tc gridSpan="8">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NCN</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113.8</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33R</a:t>
                      </a:r>
                      <a:endParaRPr/>
                    </a:p>
                    <a:p>
                      <a:pPr marL="0" marR="0" lvl="0" indent="0" algn="ctr" rtl="0">
                        <a:spcBef>
                          <a:spcPts val="0"/>
                        </a:spcBef>
                        <a:spcAft>
                          <a:spcPts val="0"/>
                        </a:spcAft>
                        <a:buNone/>
                      </a:pPr>
                      <a:r>
                        <a:rPr lang="en-US" sz="800" b="1">
                          <a:solidFill>
                            <a:srgbClr val="C00000"/>
                          </a:solidFill>
                        </a:rPr>
                        <a:t>108.9</a:t>
                      </a:r>
                      <a:endParaRPr sz="800" b="1">
                        <a:solidFill>
                          <a:srgbClr val="C00000"/>
                        </a:solidFill>
                      </a:endParaRPr>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4">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a:p>
                  </a:txBody>
                  <a:tcPr marL="36000" marR="36000" marT="36000" marB="36000" anchor="ctr"/>
                </a:tc>
                <a:tc gridSpan="3">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8">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TextBox 2">
            <a:extLst>
              <a:ext uri="{FF2B5EF4-FFF2-40B4-BE49-F238E27FC236}">
                <a16:creationId xmlns:a16="http://schemas.microsoft.com/office/drawing/2014/main" id="{523473D7-4ABE-6F46-8862-25F187311782}"/>
              </a:ext>
            </a:extLst>
          </p:cNvPr>
          <p:cNvSpPr txBox="1"/>
          <p:nvPr/>
        </p:nvSpPr>
        <p:spPr>
          <a:xfrm>
            <a:off x="1268244" y="3227816"/>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F4EAB618-D8DC-48CF-B02D-8D5856DA3E57}"/>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2030665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44816242"/>
              </p:ext>
            </p:extLst>
          </p:nvPr>
        </p:nvGraphicFramePr>
        <p:xfrm>
          <a:off x="6595" y="623810"/>
          <a:ext cx="2330925"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MAX,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dirty="0"/>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a:t>
                      </a:r>
                    </a:p>
                    <a:p>
                      <a:pPr marL="0" marR="0" lvl="0" indent="0" algn="ctr" rtl="0">
                        <a:spcBef>
                          <a:spcPts val="0"/>
                        </a:spcBef>
                        <a:spcAft>
                          <a:spcPts val="0"/>
                        </a:spcAft>
                        <a:buNone/>
                      </a:pP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GIMHAE 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rPr>
                        <a:t>PSN 114.0</a:t>
                      </a:r>
                      <a:endParaRPr sz="458">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 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3" name="Google Shape;283;p17"/>
          <p:cNvGraphicFramePr/>
          <p:nvPr>
            <p:extLst>
              <p:ext uri="{D42A27DB-BD31-4B8C-83A1-F6EECF244321}">
                <p14:modId xmlns:p14="http://schemas.microsoft.com/office/powerpoint/2010/main" val="3452625623"/>
              </p:ext>
            </p:extLst>
          </p:nvPr>
        </p:nvGraphicFramePr>
        <p:xfrm>
          <a:off x="11589" y="3901312"/>
          <a:ext cx="2325975" cy="162073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84" name="Google Shape;284;p17"/>
          <p:cNvGraphicFramePr/>
          <p:nvPr>
            <p:extLst>
              <p:ext uri="{D42A27DB-BD31-4B8C-83A1-F6EECF244321}">
                <p14:modId xmlns:p14="http://schemas.microsoft.com/office/powerpoint/2010/main" val="334015189"/>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RKPK(PUS) 13ft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64D54717-0CDF-0CA7-5D03-6084160528CA}"/>
              </a:ext>
            </a:extLst>
          </p:cNvPr>
          <p:cNvSpPr txBox="1"/>
          <p:nvPr/>
        </p:nvSpPr>
        <p:spPr>
          <a:xfrm>
            <a:off x="1268244" y="2730590"/>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F9A4E246-6724-775D-52E5-7C58BBF23B1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Google Shape;248;p13">
            <a:extLst>
              <a:ext uri="{FF2B5EF4-FFF2-40B4-BE49-F238E27FC236}">
                <a16:creationId xmlns:a16="http://schemas.microsoft.com/office/drawing/2014/main" id="{1AB5D64E-E354-45AD-A465-5F4490814AF5}"/>
              </a:ext>
            </a:extLst>
          </p:cNvPr>
          <p:cNvPicPr preferRelativeResize="0"/>
          <p:nvPr/>
        </p:nvPicPr>
        <p:blipFill rotWithShape="1">
          <a:blip r:embed="rId7">
            <a:alphaModFix/>
          </a:blip>
          <a:srcRect/>
          <a:stretch/>
        </p:blipFill>
        <p:spPr>
          <a:xfrm>
            <a:off x="4472" y="1947041"/>
            <a:ext cx="1559909" cy="651823"/>
          </a:xfrm>
          <a:prstGeom prst="rect">
            <a:avLst/>
          </a:prstGeom>
          <a:noFill/>
          <a:ln>
            <a:noFill/>
          </a:ln>
        </p:spPr>
      </p:pic>
    </p:spTree>
    <p:extLst>
      <p:ext uri="{BB962C8B-B14F-4D97-AF65-F5344CB8AC3E}">
        <p14:creationId xmlns:p14="http://schemas.microsoft.com/office/powerpoint/2010/main" val="395019292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graphicFrame>
        <p:nvGraphicFramePr>
          <p:cNvPr id="292" name="Google Shape;292;p18"/>
          <p:cNvGraphicFramePr/>
          <p:nvPr>
            <p:extLst>
              <p:ext uri="{D42A27DB-BD31-4B8C-83A1-F6EECF244321}">
                <p14:modId xmlns:p14="http://schemas.microsoft.com/office/powerpoint/2010/main" val="1085133116"/>
              </p:ext>
            </p:extLst>
          </p:nvPr>
        </p:nvGraphicFramePr>
        <p:xfrm>
          <a:off x="4472" y="3852266"/>
          <a:ext cx="2331400" cy="167704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28500">
                <a:tc gridSpan="4">
                  <a:txBody>
                    <a:bodyPr/>
                    <a:lstStyle/>
                    <a:p>
                      <a:pPr marL="0" marR="0" lvl="0" indent="0" algn="ctr" rtl="0">
                        <a:spcBef>
                          <a:spcPts val="0"/>
                        </a:spcBef>
                        <a:spcAft>
                          <a:spcPts val="0"/>
                        </a:spcAft>
                        <a:buNone/>
                      </a:pPr>
                      <a:r>
                        <a:rPr lang="en-US" sz="800"/>
                        <a:t>KIX : STAR (SAEKI 170, RANDY 150)</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5275">
                <a:tc>
                  <a:txBody>
                    <a:bodyPr/>
                    <a:lstStyle/>
                    <a:p>
                      <a:pPr marL="0" marR="0" lvl="0" indent="0" algn="ctr" rtl="0">
                        <a:spcBef>
                          <a:spcPts val="0"/>
                        </a:spcBef>
                        <a:spcAft>
                          <a:spcPts val="0"/>
                        </a:spcAft>
                        <a:buNone/>
                      </a:pPr>
                      <a:r>
                        <a:rPr lang="en-US" sz="800" b="1"/>
                        <a:t>06L</a:t>
                      </a:r>
                      <a:endParaRPr sz="800" b="1"/>
                    </a:p>
                  </a:txBody>
                  <a:tcPr marL="36000" marR="36000" marT="36000" marB="36000" anchor="ctr"/>
                </a:tc>
                <a:tc>
                  <a:txBody>
                    <a:bodyPr/>
                    <a:lstStyle/>
                    <a:p>
                      <a:pPr marL="0" marR="0" lvl="0" indent="0" algn="ctr" rtl="0">
                        <a:spcBef>
                          <a:spcPts val="0"/>
                        </a:spcBef>
                        <a:spcAft>
                          <a:spcPts val="0"/>
                        </a:spcAft>
                        <a:buNone/>
                      </a:pPr>
                      <a:r>
                        <a:rPr lang="en-US" sz="800" b="1"/>
                        <a:t>ALISA B</a:t>
                      </a:r>
                      <a:endParaRPr sz="800" b="1"/>
                    </a:p>
                  </a:txBody>
                  <a:tcPr marL="36000" marR="36000" marT="36000" marB="36000" anchor="ctr"/>
                </a:tc>
                <a:tc>
                  <a:txBody>
                    <a:bodyPr/>
                    <a:lstStyle/>
                    <a:p>
                      <a:pPr marL="0" marR="0" lvl="0" indent="0" algn="ctr" rtl="0">
                        <a:spcBef>
                          <a:spcPts val="0"/>
                        </a:spcBef>
                        <a:spcAft>
                          <a:spcPts val="0"/>
                        </a:spcAft>
                        <a:buNone/>
                      </a:pPr>
                      <a:r>
                        <a:rPr lang="en-US" sz="800" b="1"/>
                        <a:t>BERRY</a:t>
                      </a:r>
                      <a:endParaRPr sz="800" b="1"/>
                    </a:p>
                  </a:txBody>
                  <a:tcPr marL="36000" marR="36000" marT="36000" marB="36000" anchor="ctr"/>
                </a:tc>
                <a:tc>
                  <a:txBody>
                    <a:bodyPr/>
                    <a:lstStyle/>
                    <a:p>
                      <a:pPr marL="0" marR="0" lvl="0" indent="0" algn="ctr" rtl="0">
                        <a:spcBef>
                          <a:spcPts val="0"/>
                        </a:spcBef>
                        <a:spcAft>
                          <a:spcPts val="0"/>
                        </a:spcAft>
                        <a:buNone/>
                      </a:pPr>
                      <a:r>
                        <a:rPr lang="en-US" sz="800" b="1"/>
                        <a:t>ILS Y 06L</a:t>
                      </a:r>
                      <a:endParaRPr sz="800" b="1"/>
                    </a:p>
                  </a:txBody>
                  <a:tcPr marL="36000" marR="36000" marT="36000" marB="36000" anchor="ctr"/>
                </a:tc>
                <a:extLst>
                  <a:ext uri="{0D108BD9-81ED-4DB2-BD59-A6C34878D82A}">
                    <a16:rowId xmlns:a16="http://schemas.microsoft.com/office/drawing/2014/main" val="10001"/>
                  </a:ext>
                </a:extLst>
              </a:tr>
              <a:tr h="210550">
                <a:tc>
                  <a:txBody>
                    <a:bodyPr/>
                    <a:lstStyle/>
                    <a:p>
                      <a:pPr marL="0" marR="0" lvl="0" indent="0" algn="ctr" rtl="0">
                        <a:spcBef>
                          <a:spcPts val="0"/>
                        </a:spcBef>
                        <a:spcAft>
                          <a:spcPts val="0"/>
                        </a:spcAft>
                        <a:buNone/>
                      </a:pPr>
                      <a:r>
                        <a:rPr lang="en-US" sz="800" b="1"/>
                        <a:t>06R</a:t>
                      </a:r>
                      <a:endParaRPr sz="800" b="1"/>
                    </a:p>
                  </a:txBody>
                  <a:tcPr marL="36000" marR="36000" marT="36000" marB="36000" anchor="ctr"/>
                </a:tc>
                <a:tc>
                  <a:txBody>
                    <a:bodyPr/>
                    <a:lstStyle/>
                    <a:p>
                      <a:pPr marL="0" marR="0" lvl="0" indent="0" algn="ctr" rtl="0">
                        <a:spcBef>
                          <a:spcPts val="0"/>
                        </a:spcBef>
                        <a:spcAft>
                          <a:spcPts val="0"/>
                        </a:spcAft>
                        <a:buNone/>
                      </a:pPr>
                      <a:r>
                        <a:rPr lang="en-US" sz="800" b="1"/>
                        <a:t>ALISA A</a:t>
                      </a:r>
                      <a:endParaRPr sz="800" b="1"/>
                    </a:p>
                  </a:txBody>
                  <a:tcPr marL="36000" marR="36000" marT="36000" marB="36000" anchor="ctr"/>
                </a:tc>
                <a:tc>
                  <a:txBody>
                    <a:bodyPr/>
                    <a:lstStyle/>
                    <a:p>
                      <a:pPr marL="0" marR="0" lvl="0" indent="0" algn="ctr" rtl="0">
                        <a:spcBef>
                          <a:spcPts val="0"/>
                        </a:spcBef>
                        <a:spcAft>
                          <a:spcPts val="0"/>
                        </a:spcAft>
                        <a:buNone/>
                      </a:pPr>
                      <a:r>
                        <a:rPr lang="en-US" sz="800" b="1"/>
                        <a:t>ALLAN</a:t>
                      </a:r>
                      <a:endParaRPr sz="800" b="1"/>
                    </a:p>
                  </a:txBody>
                  <a:tcPr marL="36000" marR="36000" marT="36000" marB="36000" anchor="ctr"/>
                </a:tc>
                <a:tc>
                  <a:txBody>
                    <a:bodyPr/>
                    <a:lstStyle/>
                    <a:p>
                      <a:pPr marL="0" marR="0" lvl="0" indent="0" algn="ctr" rtl="0">
                        <a:spcBef>
                          <a:spcPts val="0"/>
                        </a:spcBef>
                        <a:spcAft>
                          <a:spcPts val="0"/>
                        </a:spcAft>
                        <a:buNone/>
                      </a:pPr>
                      <a:r>
                        <a:rPr lang="en-US" sz="800" b="1"/>
                        <a:t>ILS Y 06R</a:t>
                      </a:r>
                      <a:endParaRPr sz="800" b="1"/>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t>24L/R</a:t>
                      </a:r>
                      <a:endParaRPr sz="800" b="1"/>
                    </a:p>
                  </a:txBody>
                  <a:tcPr marL="36000" marR="36000" marT="36000" marB="36000" anchor="ctr"/>
                </a:tc>
                <a:tc>
                  <a:txBody>
                    <a:bodyPr/>
                    <a:lstStyle/>
                    <a:p>
                      <a:pPr marL="0" marR="0" lvl="0" indent="0" algn="ctr" rtl="0">
                        <a:spcBef>
                          <a:spcPts val="0"/>
                        </a:spcBef>
                        <a:spcAft>
                          <a:spcPts val="0"/>
                        </a:spcAft>
                        <a:buNone/>
                      </a:pPr>
                      <a:r>
                        <a:rPr lang="en-US" sz="800" b="1"/>
                        <a:t>ALISA C</a:t>
                      </a:r>
                      <a:endParaRPr sz="800" b="1"/>
                    </a:p>
                  </a:txBody>
                  <a:tcPr marL="36000" marR="36000" marT="36000" marB="36000" anchor="ctr"/>
                </a:tc>
                <a:tc>
                  <a:txBody>
                    <a:bodyPr/>
                    <a:lstStyle/>
                    <a:p>
                      <a:pPr marL="0" marR="0" lvl="0" indent="0" algn="ctr" rtl="0">
                        <a:spcBef>
                          <a:spcPts val="0"/>
                        </a:spcBef>
                        <a:spcAft>
                          <a:spcPts val="0"/>
                        </a:spcAft>
                        <a:buNone/>
                      </a:pPr>
                      <a:r>
                        <a:rPr lang="en-US" sz="800" b="1"/>
                        <a:t>MAYAH</a:t>
                      </a:r>
                      <a:endParaRPr sz="800" b="1"/>
                    </a:p>
                  </a:txBody>
                  <a:tcPr marL="36000" marR="36000" marT="36000" marB="36000" anchor="ctr"/>
                </a:tc>
                <a:tc>
                  <a:txBody>
                    <a:bodyPr/>
                    <a:lstStyle/>
                    <a:p>
                      <a:pPr marL="0" marR="0" lvl="0" indent="0" algn="ctr" rtl="0">
                        <a:spcBef>
                          <a:spcPts val="0"/>
                        </a:spcBef>
                        <a:spcAft>
                          <a:spcPts val="0"/>
                        </a:spcAft>
                        <a:buNone/>
                      </a:pPr>
                      <a:r>
                        <a:rPr lang="en-US" sz="800" b="1"/>
                        <a:t>ILS Z 24L/R</a:t>
                      </a:r>
                      <a:endParaRPr sz="800" b="1"/>
                    </a:p>
                  </a:txBody>
                  <a:tcPr marL="36000" marR="36000" marT="36000" marB="36000" anchor="ctr"/>
                </a:tc>
                <a:extLst>
                  <a:ext uri="{0D108BD9-81ED-4DB2-BD59-A6C34878D82A}">
                    <a16:rowId xmlns:a16="http://schemas.microsoft.com/office/drawing/2014/main" val="10003"/>
                  </a:ext>
                </a:extLst>
              </a:tr>
              <a:tr h="233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err="1">
                          <a:solidFill>
                            <a:schemeClr val="bg1"/>
                          </a:solidFill>
                        </a:rPr>
                        <a:t>RWxx</a:t>
                      </a:r>
                      <a:r>
                        <a:rPr lang="en-US" sz="800" b="0" dirty="0">
                          <a:solidFill>
                            <a:schemeClr val="bg1"/>
                          </a:solidFill>
                        </a:rPr>
                        <a:t> /8</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9022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06L : B8(5160’), B6(6751’), 24R : B7(5318’), B9(6751’)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06R : A7(5137’), A6(6938’), 24L : A8(5269’), A9(6976’)</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902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RWY06 : After 2500ft L/G DN, After 1500ft L/D FLAP</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TAXI RTE 1(via J4), 2(via J3)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594645615"/>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RJBB(KIX) 17ft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KIX 130.95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062F9807-5AEF-8D80-6311-45C5000B22FB}"/>
              </a:ext>
            </a:extLst>
          </p:cNvPr>
          <p:cNvSpPr txBox="1"/>
          <p:nvPr/>
        </p:nvSpPr>
        <p:spPr>
          <a:xfrm>
            <a:off x="-25896" y="2872528"/>
            <a:ext cx="1965603"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 124.15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133.8</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KIX RDR 120.85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KIX APP 120.25 </a:t>
            </a:r>
          </a:p>
        </p:txBody>
      </p:sp>
      <p:sp>
        <p:nvSpPr>
          <p:cNvPr id="4" name="직사각형 3">
            <a:hlinkClick r:id="" action="ppaction://hlinkshowjump?jump=firstslide"/>
            <a:extLst>
              <a:ext uri="{FF2B5EF4-FFF2-40B4-BE49-F238E27FC236}">
                <a16:creationId xmlns:a16="http://schemas.microsoft.com/office/drawing/2014/main" id="{44712840-8D61-AB2A-6929-88E6EAC824AC}"/>
              </a:ext>
            </a:extLst>
          </p:cNvPr>
          <p:cNvSpPr/>
          <p:nvPr/>
        </p:nvSpPr>
        <p:spPr>
          <a:xfrm>
            <a:off x="1622852" y="3379738"/>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48273FDD-E3BC-4C98-FE4C-6B5FFE0AD980}"/>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6" name="Google Shape;276;p16">
            <a:extLst>
              <a:ext uri="{FF2B5EF4-FFF2-40B4-BE49-F238E27FC236}">
                <a16:creationId xmlns:a16="http://schemas.microsoft.com/office/drawing/2014/main" id="{1807FED8-19DC-287C-67F1-5201945FE40B}"/>
              </a:ext>
            </a:extLst>
          </p:cNvPr>
          <p:cNvGraphicFramePr/>
          <p:nvPr>
            <p:extLst>
              <p:ext uri="{D42A27DB-BD31-4B8C-83A1-F6EECF244321}">
                <p14:modId xmlns:p14="http://schemas.microsoft.com/office/powerpoint/2010/main" val="3267682542"/>
              </p:ext>
            </p:extLst>
          </p:nvPr>
        </p:nvGraphicFramePr>
        <p:xfrm>
          <a:off x="1" y="607235"/>
          <a:ext cx="2326348" cy="22942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283683">
                  <a:extLst>
                    <a:ext uri="{9D8B030D-6E8A-4147-A177-3AD203B41FA5}">
                      <a16:colId xmlns:a16="http://schemas.microsoft.com/office/drawing/2014/main" val="20001"/>
                    </a:ext>
                  </a:extLst>
                </a:gridCol>
                <a:gridCol w="328867">
                  <a:extLst>
                    <a:ext uri="{9D8B030D-6E8A-4147-A177-3AD203B41FA5}">
                      <a16:colId xmlns:a16="http://schemas.microsoft.com/office/drawing/2014/main" val="20002"/>
                    </a:ext>
                  </a:extLst>
                </a:gridCol>
                <a:gridCol w="176402">
                  <a:extLst>
                    <a:ext uri="{9D8B030D-6E8A-4147-A177-3AD203B41FA5}">
                      <a16:colId xmlns:a16="http://schemas.microsoft.com/office/drawing/2014/main" val="20003"/>
                    </a:ext>
                  </a:extLst>
                </a:gridCol>
                <a:gridCol w="219438">
                  <a:extLst>
                    <a:ext uri="{9D8B030D-6E8A-4147-A177-3AD203B41FA5}">
                      <a16:colId xmlns:a16="http://schemas.microsoft.com/office/drawing/2014/main" val="20004"/>
                    </a:ext>
                  </a:extLst>
                </a:gridCol>
                <a:gridCol w="191597">
                  <a:extLst>
                    <a:ext uri="{9D8B030D-6E8A-4147-A177-3AD203B41FA5}">
                      <a16:colId xmlns:a16="http://schemas.microsoft.com/office/drawing/2014/main" val="3670378744"/>
                    </a:ext>
                  </a:extLst>
                </a:gridCol>
                <a:gridCol w="398704">
                  <a:extLst>
                    <a:ext uri="{9D8B030D-6E8A-4147-A177-3AD203B41FA5}">
                      <a16:colId xmlns:a16="http://schemas.microsoft.com/office/drawing/2014/main" val="20006"/>
                    </a:ext>
                  </a:extLst>
                </a:gridCol>
                <a:gridCol w="398704">
                  <a:extLst>
                    <a:ext uri="{9D8B030D-6E8A-4147-A177-3AD203B41FA5}">
                      <a16:colId xmlns:a16="http://schemas.microsoft.com/office/drawing/2014/main" val="20008"/>
                    </a:ext>
                  </a:extLst>
                </a:gridCol>
              </a:tblGrid>
              <a:tr h="159300">
                <a:tc gridSpan="8">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NCN</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113.8</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33R</a:t>
                      </a:r>
                      <a:endParaRPr/>
                    </a:p>
                    <a:p>
                      <a:pPr marL="0" marR="0" lvl="0" indent="0" algn="ctr" rtl="0">
                        <a:spcBef>
                          <a:spcPts val="0"/>
                        </a:spcBef>
                        <a:spcAft>
                          <a:spcPts val="0"/>
                        </a:spcAft>
                        <a:buNone/>
                      </a:pPr>
                      <a:r>
                        <a:rPr lang="en-US" sz="800" b="1">
                          <a:solidFill>
                            <a:srgbClr val="C00000"/>
                          </a:solidFill>
                        </a:rPr>
                        <a:t>108.9</a:t>
                      </a:r>
                      <a:endParaRPr sz="800" b="1">
                        <a:solidFill>
                          <a:srgbClr val="C00000"/>
                        </a:solidFill>
                      </a:endParaRPr>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4">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a:p>
                  </a:txBody>
                  <a:tcPr marL="36000" marR="36000" marT="36000" marB="36000" anchor="ctr"/>
                </a:tc>
                <a:tc gridSpan="3">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8">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graphicFrame>
        <p:nvGraphicFramePr>
          <p:cNvPr id="300" name="Google Shape;300;p19"/>
          <p:cNvGraphicFramePr/>
          <p:nvPr>
            <p:extLst>
              <p:ext uri="{D42A27DB-BD31-4B8C-83A1-F6EECF244321}">
                <p14:modId xmlns:p14="http://schemas.microsoft.com/office/powerpoint/2010/main" val="3045601082"/>
              </p:ext>
            </p:extLst>
          </p:nvPr>
        </p:nvGraphicFramePr>
        <p:xfrm>
          <a:off x="0" y="611908"/>
          <a:ext cx="2332950" cy="115285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a:t>KIX : SID – SOUJA tx (NADP 1)</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06L/R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a:solidFill>
                            <a:srgbClr val="0070C0"/>
                          </a:solidFill>
                        </a:rPr>
                        <a:t>HELEN x</a:t>
                      </a:r>
                      <a:endParaRPr sz="800" b="1">
                        <a:solidFill>
                          <a:srgbClr val="0070C0"/>
                        </a:solidFill>
                      </a:endParaRPr>
                    </a:p>
                    <a:p>
                      <a:pPr marL="0" marR="0" lvl="0" indent="0" algn="ctr" rtl="0">
                        <a:spcBef>
                          <a:spcPts val="0"/>
                        </a:spcBef>
                        <a:spcAft>
                          <a:spcPts val="0"/>
                        </a:spcAft>
                        <a:buNone/>
                      </a:pPr>
                      <a:r>
                        <a:rPr lang="en-US" sz="800"/>
                        <a:t>- SOUJA tx</a:t>
                      </a:r>
                      <a:endParaRPr sz="800"/>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059 </a:t>
                      </a:r>
                      <a:r>
                        <a:rPr lang="en-US" sz="800" b="1" dirty="0">
                          <a:solidFill>
                            <a:srgbClr val="0070C0"/>
                          </a:solidFill>
                        </a:rPr>
                        <a:t>ATC (9000)</a:t>
                      </a:r>
                      <a:endParaRPr sz="458" dirty="0"/>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24L/R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239 </a:t>
                      </a:r>
                      <a:r>
                        <a:rPr lang="en-US" sz="800" b="1" dirty="0">
                          <a:solidFill>
                            <a:srgbClr val="0070C0"/>
                          </a:solidFill>
                        </a:rPr>
                        <a:t>ATC</a:t>
                      </a:r>
                      <a:r>
                        <a:rPr lang="en-US" sz="458" b="1" dirty="0">
                          <a:solidFill>
                            <a:schemeClr val="dk1"/>
                          </a:solidFill>
                        </a:rPr>
                        <a:t> </a:t>
                      </a:r>
                      <a:r>
                        <a:rPr lang="en-US" sz="800" b="1" dirty="0">
                          <a:solidFill>
                            <a:srgbClr val="0070C0"/>
                          </a:solidFill>
                        </a:rPr>
                        <a:t>(9000) </a:t>
                      </a:r>
                      <a:r>
                        <a:rPr lang="en-US" sz="800" b="1" dirty="0">
                          <a:solidFill>
                            <a:srgbClr val="AA47F5"/>
                          </a:solidFill>
                        </a:rPr>
                        <a:t>SPD 210</a:t>
                      </a:r>
                      <a:endParaRPr sz="458" b="1" dirty="0">
                        <a:solidFill>
                          <a:srgbClr val="AA47F5"/>
                        </a:solidFill>
                      </a:endParaRP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KIE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111.6</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06L </a:t>
                      </a:r>
                      <a:endParaRPr/>
                    </a:p>
                    <a:p>
                      <a:pPr marL="0" marR="0" lvl="0" indent="0" algn="ctr" rtl="0">
                        <a:spcBef>
                          <a:spcPts val="0"/>
                        </a:spcBef>
                        <a:spcAft>
                          <a:spcPts val="0"/>
                        </a:spcAft>
                        <a:buNone/>
                      </a:pPr>
                      <a:r>
                        <a:rPr lang="en-US" sz="800" b="1">
                          <a:solidFill>
                            <a:srgbClr val="C00000"/>
                          </a:solidFill>
                        </a:rPr>
                        <a:t>108.7</a:t>
                      </a:r>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06R</a:t>
                      </a:r>
                      <a:endParaRPr dirty="0"/>
                    </a:p>
                    <a:p>
                      <a:pPr marL="0" marR="0" lvl="0" indent="0" algn="ctr" rtl="0">
                        <a:spcBef>
                          <a:spcPts val="0"/>
                        </a:spcBef>
                        <a:spcAft>
                          <a:spcPts val="0"/>
                        </a:spcAft>
                        <a:buNone/>
                      </a:pPr>
                      <a:r>
                        <a:rPr lang="en-US" sz="800" b="1" dirty="0">
                          <a:solidFill>
                            <a:srgbClr val="C00000"/>
                          </a:solidFill>
                        </a:rPr>
                        <a:t>108.1</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C00000"/>
                          </a:solidFill>
                        </a:rPr>
                        <a:t>24L 110.7</a:t>
                      </a:r>
                      <a:endParaRPr sz="800" b="1">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C00000"/>
                          </a:solidFill>
                        </a:rPr>
                        <a:t>24R 108.5</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Start, TAXI RTE 1(via J4), 2(via J3)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01" name="Google Shape;301;p19"/>
          <p:cNvGraphicFramePr/>
          <p:nvPr>
            <p:extLst>
              <p:ext uri="{D42A27DB-BD31-4B8C-83A1-F6EECF244321}">
                <p14:modId xmlns:p14="http://schemas.microsoft.com/office/powerpoint/2010/main" val="151146608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300" dirty="0">
                          <a:solidFill>
                            <a:schemeClr val="tx1"/>
                          </a:solidFill>
                          <a:hlinkClick r:id="rId3">
                            <a:extLst>
                              <a:ext uri="{A12FA001-AC4F-418D-AE19-62706E023703}">
                                <ahyp:hlinkClr xmlns:ahyp="http://schemas.microsoft.com/office/drawing/2018/hyperlinkcolor" val="tx"/>
                              </a:ext>
                            </a:extLst>
                          </a:hlinkClick>
                        </a:rPr>
                        <a:t>RJBB(KIX) 17ft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KIX 130.95</a:t>
                      </a:r>
                      <a:endParaRPr/>
                    </a:p>
                    <a:p>
                      <a:pPr marL="0" marR="0" lvl="0" indent="0" algn="ctr" rtl="0">
                        <a:spcBef>
                          <a:spcPts val="0"/>
                        </a:spcBef>
                        <a:spcAft>
                          <a:spcPts val="0"/>
                        </a:spcAft>
                        <a:buNone/>
                      </a:pPr>
                      <a:r>
                        <a:rPr lang="en-US" sz="700">
                          <a:solidFill>
                            <a:srgbClr val="FF0000"/>
                          </a:solidFill>
                        </a:rPr>
                        <a:t>DCL -15분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303" name="Google Shape;303;p19"/>
          <p:cNvGraphicFramePr/>
          <p:nvPr>
            <p:extLst>
              <p:ext uri="{D42A27DB-BD31-4B8C-83A1-F6EECF244321}">
                <p14:modId xmlns:p14="http://schemas.microsoft.com/office/powerpoint/2010/main" val="4262146153"/>
              </p:ext>
            </p:extLst>
          </p:nvPr>
        </p:nvGraphicFramePr>
        <p:xfrm>
          <a:off x="-5861" y="3906049"/>
          <a:ext cx="2325975" cy="162073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TextBox 2">
            <a:extLst>
              <a:ext uri="{FF2B5EF4-FFF2-40B4-BE49-F238E27FC236}">
                <a16:creationId xmlns:a16="http://schemas.microsoft.com/office/drawing/2014/main" id="{381FD245-E43C-5EBF-6DC5-C4C9F9774FB6}"/>
              </a:ext>
            </a:extLst>
          </p:cNvPr>
          <p:cNvSpPr txBox="1"/>
          <p:nvPr/>
        </p:nvSpPr>
        <p:spPr>
          <a:xfrm>
            <a:off x="2" y="2032482"/>
            <a:ext cx="994183"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132.7 – 133.8</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124.15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F9DBE84-CD0F-95F2-9F79-E83F51FD81B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직사각형 4">
            <a:hlinkClick r:id="" action="ppaction://hlinkshowjump?jump=firstslide"/>
            <a:extLst>
              <a:ext uri="{FF2B5EF4-FFF2-40B4-BE49-F238E27FC236}">
                <a16:creationId xmlns:a16="http://schemas.microsoft.com/office/drawing/2014/main" id="{54A3E91B-29BD-34F9-AB72-CE13CD56AA4C}"/>
              </a:ext>
            </a:extLst>
          </p:cNvPr>
          <p:cNvSpPr/>
          <p:nvPr/>
        </p:nvSpPr>
        <p:spPr>
          <a:xfrm>
            <a:off x="1622852" y="2793406"/>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307"/>
        <p:cNvGrpSpPr/>
        <p:nvPr/>
      </p:nvGrpSpPr>
      <p:grpSpPr>
        <a:xfrm>
          <a:off x="0" y="0"/>
          <a:ext cx="0" cy="0"/>
          <a:chOff x="0" y="0"/>
          <a:chExt cx="0" cy="0"/>
        </a:xfrm>
      </p:grpSpPr>
      <p:graphicFrame>
        <p:nvGraphicFramePr>
          <p:cNvPr id="309" name="Google Shape;309;p20"/>
          <p:cNvGraphicFramePr/>
          <p:nvPr>
            <p:extLst>
              <p:ext uri="{D42A27DB-BD31-4B8C-83A1-F6EECF244321}">
                <p14:modId xmlns:p14="http://schemas.microsoft.com/office/powerpoint/2010/main" val="1192011018"/>
              </p:ext>
            </p:extLst>
          </p:nvPr>
        </p:nvGraphicFramePr>
        <p:xfrm>
          <a:off x="-20940" y="579374"/>
          <a:ext cx="2364294" cy="2108410"/>
        </p:xfrm>
        <a:graphic>
          <a:graphicData uri="http://schemas.openxmlformats.org/drawingml/2006/table">
            <a:tbl>
              <a:tblPr firstRow="1" bandRow="1">
                <a:noFill/>
                <a:tableStyleId>{A521BE36-7E6F-4EC9-8D66-1CF97A6895EC}</a:tableStyleId>
              </a:tblPr>
              <a:tblGrid>
                <a:gridCol w="340287">
                  <a:extLst>
                    <a:ext uri="{9D8B030D-6E8A-4147-A177-3AD203B41FA5}">
                      <a16:colId xmlns:a16="http://schemas.microsoft.com/office/drawing/2014/main" val="20000"/>
                    </a:ext>
                  </a:extLst>
                </a:gridCol>
                <a:gridCol w="226701">
                  <a:extLst>
                    <a:ext uri="{9D8B030D-6E8A-4147-A177-3AD203B41FA5}">
                      <a16:colId xmlns:a16="http://schemas.microsoft.com/office/drawing/2014/main" val="20001"/>
                    </a:ext>
                  </a:extLst>
                </a:gridCol>
                <a:gridCol w="364283">
                  <a:extLst>
                    <a:ext uri="{9D8B030D-6E8A-4147-A177-3AD203B41FA5}">
                      <a16:colId xmlns:a16="http://schemas.microsoft.com/office/drawing/2014/main" val="20002"/>
                    </a:ext>
                  </a:extLst>
                </a:gridCol>
                <a:gridCol w="140970">
                  <a:extLst>
                    <a:ext uri="{9D8B030D-6E8A-4147-A177-3AD203B41FA5}">
                      <a16:colId xmlns:a16="http://schemas.microsoft.com/office/drawing/2014/main" val="20003"/>
                    </a:ext>
                  </a:extLst>
                </a:gridCol>
                <a:gridCol w="234058">
                  <a:extLst>
                    <a:ext uri="{9D8B030D-6E8A-4147-A177-3AD203B41FA5}">
                      <a16:colId xmlns:a16="http://schemas.microsoft.com/office/drawing/2014/main" val="20004"/>
                    </a:ext>
                  </a:extLst>
                </a:gridCol>
                <a:gridCol w="100544">
                  <a:extLst>
                    <a:ext uri="{9D8B030D-6E8A-4147-A177-3AD203B41FA5}">
                      <a16:colId xmlns:a16="http://schemas.microsoft.com/office/drawing/2014/main" val="871491271"/>
                    </a:ext>
                  </a:extLst>
                </a:gridCol>
                <a:gridCol w="435917">
                  <a:extLst>
                    <a:ext uri="{9D8B030D-6E8A-4147-A177-3AD203B41FA5}">
                      <a16:colId xmlns:a16="http://schemas.microsoft.com/office/drawing/2014/main" val="20006"/>
                    </a:ext>
                  </a:extLst>
                </a:gridCol>
                <a:gridCol w="521534">
                  <a:extLst>
                    <a:ext uri="{9D8B030D-6E8A-4147-A177-3AD203B41FA5}">
                      <a16:colId xmlns:a16="http://schemas.microsoft.com/office/drawing/2014/main" val="20008"/>
                    </a:ext>
                  </a:extLst>
                </a:gridCol>
              </a:tblGrid>
              <a:tr h="159300">
                <a:tc gridSpan="8">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EGOBA xE/A</a:t>
                      </a:r>
                      <a:endParaRPr sz="800" b="1">
                        <a:solidFill>
                          <a:srgbClr val="0070C0"/>
                        </a:solidFill>
                      </a:endParaRPr>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AA47F5"/>
                          </a:solidFill>
                        </a:rPr>
                        <a:t>SPD 230/x</a:t>
                      </a:r>
                      <a:endParaRPr dirty="0">
                        <a:solidFill>
                          <a:srgbClr val="AA47F5"/>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EGOBA xY</a:t>
                      </a:r>
                      <a:endParaRPr sz="800"/>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sz="800"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EGOBA xC</a:t>
                      </a:r>
                      <a:endParaRPr sz="800" b="1">
                        <a:solidFill>
                          <a:srgbClr val="0070C0"/>
                        </a:solidFill>
                      </a:endParaRPr>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EGOBA xH</a:t>
                      </a:r>
                      <a:endParaRPr sz="800"/>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dirty="0"/>
                        <a:t>HD 153 </a:t>
                      </a:r>
                      <a:r>
                        <a:rPr lang="en-US" sz="800" dirty="0">
                          <a:solidFill>
                            <a:srgbClr val="0070C0"/>
                          </a:solidFill>
                        </a:rPr>
                        <a:t>ALT 5000</a:t>
                      </a:r>
                      <a:endParaRPr sz="800"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33L </a:t>
                      </a:r>
                      <a:endParaRPr dirty="0"/>
                    </a:p>
                    <a:p>
                      <a:pPr marL="0" marR="0" lvl="0" indent="0" algn="ctr" rtl="0">
                        <a:spcBef>
                          <a:spcPts val="0"/>
                        </a:spcBef>
                        <a:spcAft>
                          <a:spcPts val="0"/>
                        </a:spcAft>
                        <a:buNone/>
                      </a:pPr>
                      <a:r>
                        <a:rPr lang="en-US" sz="800" b="1" dirty="0">
                          <a:solidFill>
                            <a:srgbClr val="C00000"/>
                          </a:solidFill>
                        </a:rPr>
                        <a:t>109.3</a:t>
                      </a:r>
                      <a:endParaRPr sz="800" b="1" dirty="0">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33R</a:t>
                      </a:r>
                      <a:endParaRPr/>
                    </a:p>
                    <a:p>
                      <a:pPr marL="0" marR="0" lvl="0" indent="0" algn="ctr" rtl="0">
                        <a:spcBef>
                          <a:spcPts val="0"/>
                        </a:spcBef>
                        <a:spcAft>
                          <a:spcPts val="0"/>
                        </a:spcAft>
                        <a:buNone/>
                      </a:pPr>
                      <a:r>
                        <a:rPr lang="en-US" sz="800" b="1">
                          <a:solidFill>
                            <a:srgbClr val="C00000"/>
                          </a:solidFill>
                        </a:rPr>
                        <a:t>108.9</a:t>
                      </a:r>
                      <a:endParaRPr sz="800" b="1">
                        <a:solidFill>
                          <a:srgbClr val="C00000"/>
                        </a:solidFill>
                      </a:endParaRPr>
                    </a:p>
                  </a:txBody>
                  <a:tcPr marL="36000" marR="36000" marT="0" marB="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0" marB="0" anchor="ctr"/>
                </a:tc>
                <a:tc>
                  <a:txBody>
                    <a:bodyPr/>
                    <a:lstStyle/>
                    <a:p>
                      <a:pPr marL="0" marR="0" lvl="0" indent="0" algn="ctr" rtl="0">
                        <a:spcBef>
                          <a:spcPts val="0"/>
                        </a:spcBef>
                        <a:spcAft>
                          <a:spcPts val="0"/>
                        </a:spcAft>
                        <a:buNone/>
                      </a:pPr>
                      <a:r>
                        <a:rPr lang="en-US" sz="800" b="1" dirty="0">
                          <a:solidFill>
                            <a:srgbClr val="C00000"/>
                          </a:solidFill>
                        </a:rPr>
                        <a:t>15R </a:t>
                      </a:r>
                    </a:p>
                    <a:p>
                      <a:pPr marL="0" marR="0" lvl="0" indent="0" algn="ctr" rtl="0">
                        <a:spcBef>
                          <a:spcPts val="0"/>
                        </a:spcBef>
                        <a:spcAft>
                          <a:spcPts val="0"/>
                        </a:spcAft>
                        <a:buNone/>
                      </a:pPr>
                      <a:r>
                        <a:rPr lang="en-US" sz="800" b="1" dirty="0">
                          <a:solidFill>
                            <a:srgbClr val="C00000"/>
                          </a:solidFill>
                        </a:rPr>
                        <a:t>109.1</a:t>
                      </a:r>
                      <a:endParaRPr sz="800" b="1" dirty="0">
                        <a:solidFill>
                          <a:srgbClr val="C00000"/>
                        </a:solidFill>
                      </a:endParaRPr>
                    </a:p>
                  </a:txBody>
                  <a:tcPr marL="36000" marR="36000" marT="0" marB="0" anchor="ct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34L</a:t>
                      </a:r>
                      <a:endParaRPr dirty="0"/>
                    </a:p>
                    <a:p>
                      <a:pPr marL="0" marR="0" lvl="0" indent="0" algn="ctr" rtl="0">
                        <a:spcBef>
                          <a:spcPts val="0"/>
                        </a:spcBef>
                        <a:spcAft>
                          <a:spcPts val="0"/>
                        </a:spcAft>
                        <a:buNone/>
                      </a:pPr>
                      <a:r>
                        <a:rPr lang="en-US" sz="800" b="1" dirty="0">
                          <a:solidFill>
                            <a:srgbClr val="C00000"/>
                          </a:solidFill>
                        </a:rPr>
                        <a:t>109.95</a:t>
                      </a:r>
                      <a:endParaRPr sz="800" b="1" dirty="0">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34R</a:t>
                      </a:r>
                      <a:endParaRPr dirty="0"/>
                    </a:p>
                    <a:p>
                      <a:pPr marL="0" marR="0" lvl="0" indent="0" algn="ctr" rtl="0">
                        <a:spcBef>
                          <a:spcPts val="0"/>
                        </a:spcBef>
                        <a:spcAft>
                          <a:spcPts val="0"/>
                        </a:spcAft>
                        <a:buNone/>
                      </a:pPr>
                      <a:r>
                        <a:rPr lang="en-US" sz="800" b="1" dirty="0">
                          <a:solidFill>
                            <a:srgbClr val="C00000"/>
                          </a:solidFill>
                        </a:rPr>
                        <a:t>108.1</a:t>
                      </a:r>
                      <a:endParaRPr sz="800" b="1" dirty="0">
                        <a:solidFill>
                          <a:srgbClr val="C00000"/>
                        </a:solidFill>
                      </a:endParaRPr>
                    </a:p>
                  </a:txBody>
                  <a:tcPr marL="36000" marR="36000" marT="0" marB="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dirty="0">
                          <a:solidFill>
                            <a:srgbClr val="C00000"/>
                          </a:solidFill>
                        </a:rPr>
                        <a:t>16L</a:t>
                      </a:r>
                      <a:endParaRPr dirty="0"/>
                    </a:p>
                    <a:p>
                      <a:pPr marL="0" marR="0" lvl="0" indent="0" algn="ctr" rtl="0">
                        <a:spcBef>
                          <a:spcPts val="0"/>
                        </a:spcBef>
                        <a:spcAft>
                          <a:spcPts val="0"/>
                        </a:spcAft>
                        <a:buNone/>
                      </a:pPr>
                      <a:r>
                        <a:rPr lang="en-US" sz="800" b="1" dirty="0">
                          <a:solidFill>
                            <a:srgbClr val="C00000"/>
                          </a:solidFill>
                        </a:rPr>
                        <a:t>110.35</a:t>
                      </a:r>
                      <a:endParaRPr sz="800" b="1" dirty="0">
                        <a:solidFill>
                          <a:srgbClr val="C00000"/>
                        </a:solidFill>
                      </a:endParaRPr>
                    </a:p>
                  </a:txBody>
                  <a:tcPr marL="36000" marR="36000" marT="0" marB="0" anchor="ctr"/>
                </a:tc>
                <a:tc>
                  <a:txBody>
                    <a:bodyPr/>
                    <a:lstStyle/>
                    <a:p>
                      <a:pPr marL="0" marR="0" lvl="0" indent="0" algn="ctr" rtl="0">
                        <a:spcBef>
                          <a:spcPts val="0"/>
                        </a:spcBef>
                        <a:spcAft>
                          <a:spcPts val="0"/>
                        </a:spcAft>
                        <a:buNone/>
                      </a:pPr>
                      <a:r>
                        <a:rPr lang="en-US" sz="800" b="1" dirty="0">
                          <a:solidFill>
                            <a:srgbClr val="C00000"/>
                          </a:solidFill>
                        </a:rPr>
                        <a:t>16R</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0" marB="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4">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 YJU R271</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a:p>
                  </a:txBody>
                  <a:tcPr marL="36000" marR="36000" marT="36000" marB="36000" anchor="ctr"/>
                </a:tc>
                <a:tc gridSpan="3">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 R242</a:t>
                      </a:r>
                      <a:r>
                        <a:rPr kumimoji="0" lang="en-US" altLang="ko-Kore-KR" sz="458" b="0" i="0" u="none" strike="noStrike" kern="1200" cap="none" spc="0" normalizeH="0" baseline="0" noProof="0" dirty="0">
                          <a:ln>
                            <a:noFill/>
                          </a:ln>
                          <a:solidFill>
                            <a:prstClr val="black"/>
                          </a:solidFill>
                          <a:effectLst/>
                          <a:uLnTx/>
                          <a:uFillTx/>
                          <a:latin typeface="Calibri"/>
                          <a:cs typeface="Calibri"/>
                        </a:rPr>
                        <a:t>, </a:t>
                      </a: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8">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310" name="Google Shape;310;p20"/>
          <p:cNvGraphicFramePr/>
          <p:nvPr>
            <p:extLst>
              <p:ext uri="{D42A27DB-BD31-4B8C-83A1-F6EECF244321}">
                <p14:modId xmlns:p14="http://schemas.microsoft.com/office/powerpoint/2010/main" val="3367437517"/>
              </p:ext>
            </p:extLst>
          </p:nvPr>
        </p:nvGraphicFramePr>
        <p:xfrm>
          <a:off x="1596" y="3751471"/>
          <a:ext cx="2331400" cy="179257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 HAKKA 330,YAGAN 240,LIVET 210,SWAMP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a:txBody>
                    <a:bodyPr/>
                    <a:lstStyle/>
                    <a:p>
                      <a:pPr marL="0" marR="0" lvl="0" indent="0" algn="ctr" rtl="0">
                        <a:spcBef>
                          <a:spcPts val="0"/>
                        </a:spcBef>
                        <a:spcAft>
                          <a:spcPts val="0"/>
                        </a:spcAft>
                        <a:buNone/>
                      </a:pPr>
                      <a:r>
                        <a:rPr lang="en-US" sz="800" b="1"/>
                        <a:t>SWAMP E</a:t>
                      </a:r>
                      <a:endParaRPr/>
                    </a:p>
                    <a:p>
                      <a:pPr marL="0" marR="0" lvl="0" indent="0" algn="ctr" rtl="0">
                        <a:spcBef>
                          <a:spcPts val="0"/>
                        </a:spcBef>
                        <a:spcAft>
                          <a:spcPts val="0"/>
                        </a:spcAft>
                        <a:buNone/>
                      </a:pPr>
                      <a:r>
                        <a:rPr lang="en-US" sz="800" b="1"/>
                        <a:t>(SWAMP T)</a:t>
                      </a:r>
                      <a:endParaRPr sz="800" b="1"/>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a:txBody>
                    <a:bodyPr/>
                    <a:lstStyle/>
                    <a:p>
                      <a:pPr marL="0" marR="0" lvl="0" indent="0" algn="ctr" rtl="0">
                        <a:spcBef>
                          <a:spcPts val="0"/>
                        </a:spcBef>
                        <a:spcAft>
                          <a:spcPts val="0"/>
                        </a:spcAft>
                        <a:buNone/>
                      </a:pPr>
                      <a:r>
                        <a:rPr lang="en-US" sz="800" b="1"/>
                        <a:t>SWAMP G</a:t>
                      </a:r>
                      <a:endParaRPr/>
                    </a:p>
                    <a:p>
                      <a:pPr marL="0" marR="0" lvl="0" indent="0" algn="ctr" rtl="0">
                        <a:spcBef>
                          <a:spcPts val="0"/>
                        </a:spcBef>
                        <a:spcAft>
                          <a:spcPts val="0"/>
                        </a:spcAft>
                        <a:buNone/>
                      </a:pPr>
                      <a:r>
                        <a:rPr lang="en-US" sz="800" b="1"/>
                        <a:t>(SWAMP N)</a:t>
                      </a:r>
                      <a:endParaRPr sz="800" b="1"/>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FIX</a:t>
                      </a:r>
                      <a:endParaRPr sz="80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p:cNvGraphicFramePr/>
          <p:nvPr>
            <p:extLst>
              <p:ext uri="{D42A27DB-BD31-4B8C-83A1-F6EECF244321}">
                <p14:modId xmlns:p14="http://schemas.microsoft.com/office/powerpoint/2010/main" val="12021512"/>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spcBef>
                          <a:spcPts val="0"/>
                        </a:spcBef>
                        <a:spcAft>
                          <a:spcPts val="0"/>
                        </a:spcAft>
                        <a:buNone/>
                      </a:pPr>
                      <a:r>
                        <a:rPr lang="en-US" sz="600">
                          <a:solidFill>
                            <a:srgbClr val="FF0000"/>
                          </a:solidFill>
                          <a:latin typeface="Calibri"/>
                          <a:ea typeface="Calibri"/>
                          <a:cs typeface="Calibri"/>
                          <a:sym typeface="Calibri"/>
                        </a:rPr>
                        <a:t>DCL -10분 TOBT 5분 차이시 CTC Comm</a:t>
                      </a:r>
                      <a:endParaRPr sz="90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B348A56-DF69-97BA-6C0C-39EEA383FCDD}"/>
              </a:ext>
            </a:extLst>
          </p:cNvPr>
          <p:cNvSpPr txBox="1"/>
          <p:nvPr/>
        </p:nvSpPr>
        <p:spPr>
          <a:xfrm>
            <a:off x="-35858" y="2684741"/>
            <a:ext cx="2026517" cy="597975"/>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125.15</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TGU</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134.17 </a:t>
            </a: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TKO 1</a:t>
            </a:r>
            <a:r>
              <a:rPr kumimoji="1" lang="en-US" altLang="ko-KR" sz="800" b="1" u="sng" dirty="0">
                <a:solidFill>
                  <a:srgbClr val="0070C0"/>
                </a:solidFill>
                <a:latin typeface="Gulim" panose="020B0600000101010101" pitchFamily="34" charset="-127"/>
                <a:ea typeface="Gulim" panose="020B0600000101010101" pitchFamily="34" charset="-127"/>
              </a:rPr>
              <a:t>24</a:t>
            </a:r>
            <a:r>
              <a:rPr kumimoji="1" lang="en-US" altLang="ko-Kore-KR" sz="800" b="1" u="sng" dirty="0">
                <a:solidFill>
                  <a:srgbClr val="0070C0"/>
                </a:solidFill>
                <a:latin typeface="Gulim" panose="020B0600000101010101" pitchFamily="34" charset="-127"/>
                <a:ea typeface="Gulim" panose="020B0600000101010101" pitchFamily="34" charset="-127"/>
              </a:rPr>
              <a:t>.</a:t>
            </a:r>
            <a:r>
              <a:rPr kumimoji="1" lang="en-US" altLang="ko-KR" sz="800" b="1" u="sng" dirty="0">
                <a:solidFill>
                  <a:srgbClr val="0070C0"/>
                </a:solidFill>
                <a:latin typeface="Gulim" panose="020B0600000101010101" pitchFamily="34" charset="-127"/>
                <a:ea typeface="Gulim" panose="020B0600000101010101" pitchFamily="34" charset="-127"/>
              </a:rPr>
              <a:t>15</a:t>
            </a:r>
            <a:r>
              <a:rPr kumimoji="1" lang="en-US" altLang="ko-Kore-KR" sz="800" b="1" u="sng" dirty="0">
                <a:solidFill>
                  <a:srgbClr val="0070C0"/>
                </a:solidFill>
                <a:latin typeface="Gulim" panose="020B0600000101010101" pitchFamily="34" charset="-127"/>
                <a:ea typeface="Gulim" panose="020B0600000101010101" pitchFamily="34" charset="-127"/>
              </a:rPr>
              <a:t> – 13</a:t>
            </a:r>
            <a:r>
              <a:rPr kumimoji="1" lang="en-US" altLang="ko-KR" sz="800" b="1" u="sng" dirty="0">
                <a:solidFill>
                  <a:srgbClr val="0070C0"/>
                </a:solidFill>
                <a:latin typeface="Gulim" panose="020B0600000101010101" pitchFamily="34" charset="-127"/>
                <a:ea typeface="Gulim" panose="020B0600000101010101" pitchFamily="34" charset="-127"/>
              </a:rPr>
              <a:t>2</a:t>
            </a:r>
            <a:r>
              <a:rPr kumimoji="1" lang="en-US" altLang="ko-Kore-KR" sz="800" b="1" u="sng" dirty="0">
                <a:solidFill>
                  <a:srgbClr val="0070C0"/>
                </a:solidFill>
                <a:latin typeface="Gulim" panose="020B0600000101010101" pitchFamily="34" charset="-127"/>
                <a:ea typeface="Gulim" panose="020B0600000101010101" pitchFamily="34" charset="-127"/>
              </a:rPr>
              <a:t>.02 - 124.1- </a:t>
            </a:r>
            <a:r>
              <a:rPr kumimoji="1" lang="en-US" altLang="ko-KR" sz="800" b="1" u="sng" dirty="0">
                <a:solidFill>
                  <a:srgbClr val="0070C0"/>
                </a:solidFill>
                <a:latin typeface="Gulim" panose="020B0600000101010101" pitchFamily="34" charset="-127"/>
                <a:ea typeface="Gulim" panose="020B0600000101010101" pitchFamily="34" charset="-127"/>
              </a:rPr>
              <a:t>128.2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APP 124.4</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120.2</a:t>
            </a:r>
            <a:r>
              <a:rPr kumimoji="1" lang="ko-KR" altLang="en-US" sz="800" b="1" u="sng" dirty="0">
                <a:solidFill>
                  <a:srgbClr val="0070C0"/>
                </a:solidFill>
                <a:latin typeface="Gulim" panose="020B0600000101010101" pitchFamily="34" charset="-127"/>
                <a:ea typeface="Gulim" panose="020B0600000101010101" pitchFamily="34" charset="-127"/>
              </a:rPr>
              <a:t>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3F03909F-D98D-16B4-E03D-223D925F26E1}"/>
              </a:ext>
            </a:extLst>
          </p:cNvPr>
          <p:cNvSpPr/>
          <p:nvPr/>
        </p:nvSpPr>
        <p:spPr>
          <a:xfrm>
            <a:off x="1663362" y="3239999"/>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0A0BD91C-DB99-852F-BA1E-37D83389EC4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16"/>
        <p:cNvGrpSpPr/>
        <p:nvPr/>
      </p:nvGrpSpPr>
      <p:grpSpPr>
        <a:xfrm>
          <a:off x="0" y="0"/>
          <a:ext cx="0" cy="0"/>
          <a:chOff x="0" y="0"/>
          <a:chExt cx="0" cy="0"/>
        </a:xfrm>
      </p:grpSpPr>
      <p:graphicFrame>
        <p:nvGraphicFramePr>
          <p:cNvPr id="318" name="Google Shape;318;p21"/>
          <p:cNvGraphicFramePr/>
          <p:nvPr>
            <p:extLst>
              <p:ext uri="{D42A27DB-BD31-4B8C-83A1-F6EECF244321}">
                <p14:modId xmlns:p14="http://schemas.microsoft.com/office/powerpoint/2010/main" val="3807866061"/>
              </p:ext>
            </p:extLst>
          </p:nvPr>
        </p:nvGraphicFramePr>
        <p:xfrm>
          <a:off x="0" y="611908"/>
          <a:ext cx="2332950" cy="115285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a:t>NRT : SID – ENPAR </a:t>
                      </a:r>
                      <a:r>
                        <a:rPr lang="en-US" sz="800" dirty="0" err="1"/>
                        <a:t>tx</a:t>
                      </a:r>
                      <a:r>
                        <a:rPr lang="en-US" sz="800" dirty="0"/>
                        <a:t>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a:solidFill>
                            <a:srgbClr val="0070C0"/>
                          </a:solidFill>
                        </a:rPr>
                        <a:t>TETRA x</a:t>
                      </a:r>
                      <a:endParaRPr/>
                    </a:p>
                    <a:p>
                      <a:pPr marL="0" marR="0" lvl="0" indent="0" algn="ctr" rtl="0">
                        <a:spcBef>
                          <a:spcPts val="0"/>
                        </a:spcBef>
                        <a:spcAft>
                          <a:spcPts val="0"/>
                        </a:spcAft>
                        <a:buNone/>
                      </a:pPr>
                      <a:r>
                        <a:rPr lang="en-US" sz="800" b="1"/>
                        <a:t>ENPAR tx</a:t>
                      </a:r>
                      <a:endParaRPr sz="800" b="1"/>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157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337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 </a:t>
                      </a:r>
                      <a:endParaRPr/>
                    </a:p>
                    <a:p>
                      <a:pPr marL="0" marR="0" lvl="0" indent="0" algn="ctr" rtl="0">
                        <a:spcBef>
                          <a:spcPts val="0"/>
                        </a:spcBef>
                        <a:spcAft>
                          <a:spcPts val="0"/>
                        </a:spcAft>
                        <a:buNone/>
                      </a:pPr>
                      <a:r>
                        <a:rPr lang="en-US" sz="800" b="1">
                          <a:solidFill>
                            <a:srgbClr val="C00000"/>
                          </a:solidFill>
                        </a:rPr>
                        <a:t>110.7</a:t>
                      </a:r>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111.5</a:t>
                      </a:r>
                      <a:endParaRPr sz="800" b="1">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C00000"/>
                          </a:solidFill>
                        </a:rPr>
                        <a:t>34L 111.9</a:t>
                      </a:r>
                      <a:endParaRPr sz="800" b="1">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C00000"/>
                          </a:solidFill>
                        </a:rPr>
                        <a:t>34R 110.9</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p:cNvGraphicFramePr/>
          <p:nvPr>
            <p:extLst>
              <p:ext uri="{D42A27DB-BD31-4B8C-83A1-F6EECF244321}">
                <p14:modId xmlns:p14="http://schemas.microsoft.com/office/powerpoint/2010/main" val="3910434639"/>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Tokyo 131.70</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321" name="Google Shape;321;p21"/>
          <p:cNvGraphicFramePr/>
          <p:nvPr>
            <p:extLst>
              <p:ext uri="{D42A27DB-BD31-4B8C-83A1-F6EECF244321}">
                <p14:modId xmlns:p14="http://schemas.microsoft.com/office/powerpoint/2010/main" val="653185980"/>
              </p:ext>
            </p:extLst>
          </p:nvPr>
        </p:nvGraphicFramePr>
        <p:xfrm>
          <a:off x="-5861" y="3894274"/>
          <a:ext cx="2325975" cy="162073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dirty="0"/>
                        <a:t>RWY /8(180kts), /5(160kts) , YJU R271</a:t>
                      </a:r>
                      <a:endParaRP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TextBox 2">
            <a:extLst>
              <a:ext uri="{FF2B5EF4-FFF2-40B4-BE49-F238E27FC236}">
                <a16:creationId xmlns:a16="http://schemas.microsoft.com/office/drawing/2014/main" id="{8305CE87-CB2D-B9F1-7BCB-D3D6DE9B003F}"/>
              </a:ext>
            </a:extLst>
          </p:cNvPr>
          <p:cNvSpPr txBox="1"/>
          <p:nvPr/>
        </p:nvSpPr>
        <p:spPr>
          <a:xfrm>
            <a:off x="-20938" y="2187564"/>
            <a:ext cx="2068195" cy="782641"/>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 133.02 – 133.8 </a:t>
            </a:r>
            <a:endParaRPr kumimoji="1" lang="en-US" altLang="ko-Kore-KR" sz="8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APP 119.75</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61F60108-1835-DB8D-420A-D0FC0E5B5987}"/>
              </a:ext>
            </a:extLst>
          </p:cNvPr>
          <p:cNvSpPr/>
          <p:nvPr/>
        </p:nvSpPr>
        <p:spPr>
          <a:xfrm>
            <a:off x="1622852" y="2991989"/>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5AC28DF6-545E-A19C-0E4B-50E8331FA052}"/>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343"/>
        <p:cNvGrpSpPr/>
        <p:nvPr/>
      </p:nvGrpSpPr>
      <p:grpSpPr>
        <a:xfrm>
          <a:off x="0" y="0"/>
          <a:ext cx="0" cy="0"/>
          <a:chOff x="0" y="0"/>
          <a:chExt cx="0" cy="0"/>
        </a:xfrm>
      </p:grpSpPr>
      <p:graphicFrame>
        <p:nvGraphicFramePr>
          <p:cNvPr id="346" name="Google Shape;346;p24"/>
          <p:cNvGraphicFramePr/>
          <p:nvPr>
            <p:extLst>
              <p:ext uri="{D42A27DB-BD31-4B8C-83A1-F6EECF244321}">
                <p14:modId xmlns:p14="http://schemas.microsoft.com/office/powerpoint/2010/main" val="2503259219"/>
              </p:ext>
            </p:extLst>
          </p:nvPr>
        </p:nvGraphicFramePr>
        <p:xfrm>
          <a:off x="1596" y="3347934"/>
          <a:ext cx="2313550" cy="2180410"/>
        </p:xfrm>
        <a:graphic>
          <a:graphicData uri="http://schemas.openxmlformats.org/drawingml/2006/table">
            <a:tbl>
              <a:tblPr firstRow="1" bandRow="1">
                <a:noFill/>
                <a:tableStyleId>{A521BE36-7E6F-4EC9-8D66-1CF97A6895EC}</a:tableStyleId>
              </a:tblPr>
              <a:tblGrid>
                <a:gridCol w="360350">
                  <a:extLst>
                    <a:ext uri="{9D8B030D-6E8A-4147-A177-3AD203B41FA5}">
                      <a16:colId xmlns:a16="http://schemas.microsoft.com/office/drawing/2014/main" val="20000"/>
                    </a:ext>
                  </a:extLst>
                </a:gridCol>
                <a:gridCol w="420688">
                  <a:extLst>
                    <a:ext uri="{9D8B030D-6E8A-4147-A177-3AD203B41FA5}">
                      <a16:colId xmlns:a16="http://schemas.microsoft.com/office/drawing/2014/main" val="20001"/>
                    </a:ext>
                  </a:extLst>
                </a:gridCol>
                <a:gridCol w="658262">
                  <a:extLst>
                    <a:ext uri="{9D8B030D-6E8A-4147-A177-3AD203B41FA5}">
                      <a16:colId xmlns:a16="http://schemas.microsoft.com/office/drawing/2014/main" val="20002"/>
                    </a:ext>
                  </a:extLst>
                </a:gridCol>
                <a:gridCol w="874250">
                  <a:extLst>
                    <a:ext uri="{9D8B030D-6E8A-4147-A177-3AD203B41FA5}">
                      <a16:colId xmlns:a16="http://schemas.microsoft.com/office/drawing/2014/main" val="20003"/>
                    </a:ext>
                  </a:extLst>
                </a:gridCol>
              </a:tblGrid>
              <a:tr h="154135">
                <a:tc gridSpan="4">
                  <a:txBody>
                    <a:bodyPr/>
                    <a:lstStyle/>
                    <a:p>
                      <a:pPr marL="0" marR="0" lvl="0" indent="0" algn="ctr" rtl="0">
                        <a:spcBef>
                          <a:spcPts val="0"/>
                        </a:spcBef>
                        <a:spcAft>
                          <a:spcPts val="0"/>
                        </a:spcAft>
                        <a:buNone/>
                      </a:pPr>
                      <a:r>
                        <a:rPr lang="en-US" sz="800" dirty="0"/>
                        <a:t>HND : </a:t>
                      </a:r>
                      <a:r>
                        <a:rPr lang="en-US" altLang="ko-Kore-KR" sz="800" dirty="0">
                          <a:solidFill>
                            <a:srgbClr val="FFC000"/>
                          </a:solidFill>
                        </a:rPr>
                        <a:t>STAR </a:t>
                      </a:r>
                      <a:r>
                        <a:rPr lang="en-US" sz="800" dirty="0">
                          <a:solidFill>
                            <a:srgbClr val="FFC000"/>
                          </a:solidFill>
                        </a:rPr>
                        <a:t>XAC Night– APP xxx Y 1400z~</a:t>
                      </a:r>
                      <a:r>
                        <a:rPr lang="en-US" sz="800" dirty="0"/>
                        <a:t> </a:t>
                      </a:r>
                      <a:r>
                        <a:rPr lang="en-US" altLang="ko-Kore-KR" sz="800" dirty="0"/>
                        <a:t>SPENS 220</a:t>
                      </a:r>
                    </a:p>
                    <a:p>
                      <a:pPr marL="0" marR="0" lvl="0" indent="0" algn="ctr" rtl="0">
                        <a:spcBef>
                          <a:spcPts val="0"/>
                        </a:spcBef>
                        <a:spcAft>
                          <a:spcPts val="0"/>
                        </a:spcAft>
                        <a:buNone/>
                      </a:pPr>
                      <a:r>
                        <a:rPr lang="en-US" sz="800" dirty="0">
                          <a:solidFill>
                            <a:srgbClr val="FFC000"/>
                          </a:solidFill>
                        </a:rPr>
                        <a:t>22,23 LDA </a:t>
                      </a:r>
                      <a:r>
                        <a:rPr lang="en-US" sz="800" dirty="0" err="1">
                          <a:solidFill>
                            <a:srgbClr val="FFC000"/>
                          </a:solidFill>
                        </a:rPr>
                        <a:t>Taiload</a:t>
                      </a:r>
                      <a:r>
                        <a:rPr lang="en-US" sz="800" dirty="0">
                          <a:solidFill>
                            <a:srgbClr val="FFC000"/>
                          </a:solidFill>
                        </a:rPr>
                        <a:t> Procedure</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0085">
                <a:tc>
                  <a:txBody>
                    <a:bodyPr/>
                    <a:lstStyle/>
                    <a:p>
                      <a:pPr marL="0" marR="0" lvl="0" indent="0" algn="ctr" rtl="0">
                        <a:spcBef>
                          <a:spcPts val="0"/>
                        </a:spcBef>
                        <a:spcAft>
                          <a:spcPts val="0"/>
                        </a:spcAft>
                        <a:buNone/>
                      </a:pPr>
                      <a:r>
                        <a:rPr lang="en-US" sz="800" b="1" dirty="0"/>
                        <a:t>34L</a:t>
                      </a:r>
                      <a:r>
                        <a:rPr lang="en-US" sz="800" b="0" dirty="0"/>
                        <a:t>/R</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xK</a:t>
                      </a:r>
                      <a:r>
                        <a:rPr lang="en-US" sz="800" b="0" dirty="0"/>
                        <a:t>/H</a:t>
                      </a:r>
                      <a:endParaRPr sz="800" b="0" dirty="0"/>
                    </a:p>
                  </a:txBody>
                  <a:tcPr marL="0" marR="0" marT="36000" marB="36000" anchor="ctr"/>
                </a:tc>
                <a:tc>
                  <a:txBody>
                    <a:bodyPr/>
                    <a:lstStyle/>
                    <a:p>
                      <a:pPr marL="0" marR="0" lvl="0" indent="0" algn="ctr" rtl="0">
                        <a:spcBef>
                          <a:spcPts val="0"/>
                        </a:spcBef>
                        <a:spcAft>
                          <a:spcPts val="0"/>
                        </a:spcAft>
                        <a:buNone/>
                      </a:pPr>
                      <a:r>
                        <a:rPr lang="en-US" sz="800" b="1" dirty="0"/>
                        <a:t>KAIHO</a:t>
                      </a:r>
                      <a:r>
                        <a:rPr lang="en-US" sz="800" b="0" dirty="0"/>
                        <a:t>/CACAO</a:t>
                      </a:r>
                      <a:endParaRPr b="0" dirty="0"/>
                    </a:p>
                  </a:txBody>
                  <a:tcPr marL="0" marR="0" marT="36000" marB="36000" anchor="ctr"/>
                </a:tc>
                <a:tc>
                  <a:txBody>
                    <a:bodyPr/>
                    <a:lstStyle/>
                    <a:p>
                      <a:pPr marL="0" marR="0" lvl="0" indent="0" algn="ctr" rtl="0">
                        <a:spcBef>
                          <a:spcPts val="0"/>
                        </a:spcBef>
                        <a:spcAft>
                          <a:spcPts val="0"/>
                        </a:spcAft>
                        <a:buNone/>
                      </a:pPr>
                      <a:r>
                        <a:rPr lang="en-US" sz="800" b="1" dirty="0"/>
                        <a:t>ILS X </a:t>
                      </a:r>
                      <a:r>
                        <a:rPr lang="en-US" sz="800" b="0" dirty="0"/>
                        <a:t>/ VIS</a:t>
                      </a:r>
                      <a:endParaRPr sz="458" b="0" dirty="0"/>
                    </a:p>
                  </a:txBody>
                  <a:tcPr marL="0" marR="0" marT="36000" marB="36000" anchor="ctr"/>
                </a:tc>
                <a:extLst>
                  <a:ext uri="{0D108BD9-81ED-4DB2-BD59-A6C34878D82A}">
                    <a16:rowId xmlns:a16="http://schemas.microsoft.com/office/drawing/2014/main" val="10001"/>
                  </a:ext>
                </a:extLst>
              </a:tr>
              <a:tr h="140085">
                <a:tc>
                  <a:txBody>
                    <a:bodyPr/>
                    <a:lstStyle/>
                    <a:p>
                      <a:pPr marL="0" marR="0" lvl="0" indent="0" algn="ctr" rtl="0">
                        <a:spcBef>
                          <a:spcPts val="0"/>
                        </a:spcBef>
                        <a:spcAft>
                          <a:spcPts val="0"/>
                        </a:spcAft>
                        <a:buNone/>
                      </a:pPr>
                      <a:r>
                        <a:rPr lang="en-US" sz="800" b="1"/>
                        <a:t>22</a:t>
                      </a:r>
                      <a:endParaRPr sz="800" b="1"/>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xB</a:t>
                      </a:r>
                      <a:endParaRPr sz="800" b="1" dirty="0"/>
                    </a:p>
                  </a:txBody>
                  <a:tcPr marL="0" marR="0" marT="36000" marB="36000" anchor="ctr"/>
                </a:tc>
                <a:tc>
                  <a:txBody>
                    <a:bodyPr/>
                    <a:lstStyle/>
                    <a:p>
                      <a:pPr marL="0" marR="0" lvl="0" indent="0" algn="ctr" rtl="0">
                        <a:spcBef>
                          <a:spcPts val="0"/>
                        </a:spcBef>
                        <a:spcAft>
                          <a:spcPts val="0"/>
                        </a:spcAft>
                        <a:buNone/>
                      </a:pPr>
                      <a:r>
                        <a:rPr lang="en-US" sz="800" b="1" dirty="0"/>
                        <a:t>BACON</a:t>
                      </a:r>
                      <a:endParaRPr sz="800" b="1" dirty="0"/>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RNV22-W</a:t>
                      </a:r>
                      <a:r>
                        <a:rPr lang="en-US" sz="800" b="1" dirty="0"/>
                        <a:t>)</a:t>
                      </a:r>
                      <a:endParaRPr sz="458" dirty="0"/>
                    </a:p>
                  </a:txBody>
                  <a:tcPr marL="0" marR="0" marT="36000" marB="36000" anchor="ctr"/>
                </a:tc>
                <a:extLst>
                  <a:ext uri="{0D108BD9-81ED-4DB2-BD59-A6C34878D82A}">
                    <a16:rowId xmlns:a16="http://schemas.microsoft.com/office/drawing/2014/main" val="10002"/>
                  </a:ext>
                </a:extLst>
              </a:tr>
              <a:tr h="140085">
                <a:tc>
                  <a:txBody>
                    <a:bodyPr/>
                    <a:lstStyle/>
                    <a:p>
                      <a:pPr marL="0" marR="0" lvl="0" indent="0" algn="ctr" rtl="0">
                        <a:spcBef>
                          <a:spcPts val="0"/>
                        </a:spcBef>
                        <a:spcAft>
                          <a:spcPts val="0"/>
                        </a:spcAft>
                        <a:buNone/>
                      </a:pPr>
                      <a:r>
                        <a:rPr lang="en-US" sz="800" b="1" dirty="0"/>
                        <a:t>16R</a:t>
                      </a:r>
                      <a:r>
                        <a:rPr lang="en-US" sz="800" b="0" dirty="0"/>
                        <a:t>/L</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R</a:t>
                      </a:r>
                      <a:endParaRPr sz="800" b="1" dirty="0"/>
                    </a:p>
                  </a:txBody>
                  <a:tcPr marL="0" marR="0" marT="36000" marB="36000" anchor="ctr"/>
                </a:tc>
                <a:tc>
                  <a:txBody>
                    <a:bodyPr/>
                    <a:lstStyle/>
                    <a:p>
                      <a:pPr marL="0" marR="0" lvl="0" indent="0" algn="ctr" rtl="0">
                        <a:spcBef>
                          <a:spcPts val="0"/>
                        </a:spcBef>
                        <a:spcAft>
                          <a:spcPts val="0"/>
                        </a:spcAft>
                        <a:buNone/>
                      </a:pPr>
                      <a:r>
                        <a:rPr lang="en-US" sz="800" b="1" dirty="0"/>
                        <a:t>NATTY</a:t>
                      </a:r>
                      <a:r>
                        <a:rPr lang="en-US" sz="800" b="0" dirty="0"/>
                        <a:t>/SANDY</a:t>
                      </a:r>
                      <a:endParaRPr sz="800" b="0" dirty="0"/>
                    </a:p>
                  </a:txBody>
                  <a:tcPr marL="0" marR="0" marT="36000" marB="36000" anchor="ctr"/>
                </a:tc>
                <a:tc>
                  <a:txBody>
                    <a:bodyPr/>
                    <a:lstStyle/>
                    <a:p>
                      <a:pPr marL="0" marR="0" lvl="0" indent="0" algn="ctr" rtl="0">
                        <a:lnSpc>
                          <a:spcPct val="100000"/>
                        </a:lnSpc>
                        <a:spcBef>
                          <a:spcPts val="0"/>
                        </a:spcBef>
                        <a:spcAft>
                          <a:spcPts val="0"/>
                        </a:spcAft>
                        <a:buClr>
                          <a:srgbClr val="000000"/>
                        </a:buClr>
                        <a:buSzPts val="800"/>
                        <a:buFont typeface="Calibri"/>
                        <a:buNone/>
                      </a:pPr>
                      <a:r>
                        <a:rPr lang="en-US" sz="800" b="1" i="0" u="none" strike="noStrike" cap="none" dirty="0">
                          <a:solidFill>
                            <a:srgbClr val="000000"/>
                          </a:solidFill>
                          <a:latin typeface="Calibri"/>
                          <a:ea typeface="Calibri"/>
                          <a:cs typeface="Calibri"/>
                          <a:sym typeface="Calibri"/>
                        </a:rPr>
                        <a:t>RNP(</a:t>
                      </a:r>
                      <a:r>
                        <a:rPr lang="en-US" sz="800" b="1" i="0" u="none" strike="noStrike" cap="none" dirty="0">
                          <a:solidFill>
                            <a:srgbClr val="0070C0"/>
                          </a:solidFill>
                          <a:latin typeface="Calibri"/>
                          <a:ea typeface="Calibri"/>
                          <a:cs typeface="Calibri"/>
                          <a:sym typeface="Calibri"/>
                        </a:rPr>
                        <a:t>RNV16R</a:t>
                      </a:r>
                      <a:r>
                        <a:rPr lang="en-US" sz="800" b="0" i="0" u="none" strike="noStrike" cap="none" dirty="0">
                          <a:solidFill>
                            <a:srgbClr val="0070C0"/>
                          </a:solidFill>
                          <a:latin typeface="Calibri"/>
                          <a:ea typeface="Calibri"/>
                          <a:cs typeface="Calibri"/>
                          <a:sym typeface="Calibri"/>
                        </a:rPr>
                        <a:t>/L</a:t>
                      </a:r>
                      <a:r>
                        <a:rPr lang="en-US" sz="800" b="1" i="0" u="none" strike="noStrike" cap="none" dirty="0">
                          <a:solidFill>
                            <a:srgbClr val="000000"/>
                          </a:solidFill>
                          <a:latin typeface="Calibri"/>
                          <a:ea typeface="Calibri"/>
                          <a:cs typeface="Calibri"/>
                          <a:sym typeface="Calibri"/>
                        </a:rPr>
                        <a:t>)</a:t>
                      </a:r>
                      <a:endParaRPr sz="458" b="0" i="0" u="none" strike="noStrike" cap="none" dirty="0">
                        <a:solidFill>
                          <a:srgbClr val="000000"/>
                        </a:solidFill>
                        <a:latin typeface="Calibri"/>
                        <a:ea typeface="Calibri"/>
                        <a:cs typeface="Calibri"/>
                        <a:sym typeface="Calibri"/>
                      </a:endParaRPr>
                    </a:p>
                  </a:txBody>
                  <a:tcPr marL="0" marR="0" marT="36000" marB="36000" anchor="ctr"/>
                </a:tc>
                <a:extLst>
                  <a:ext uri="{0D108BD9-81ED-4DB2-BD59-A6C34878D82A}">
                    <a16:rowId xmlns:a16="http://schemas.microsoft.com/office/drawing/2014/main" val="10003"/>
                  </a:ext>
                </a:extLst>
              </a:tr>
              <a:tr h="140085">
                <a:tc>
                  <a:txBody>
                    <a:bodyPr/>
                    <a:lstStyle/>
                    <a:p>
                      <a:pPr marL="0" marR="0" lvl="0" indent="0" algn="ctr" rtl="0">
                        <a:spcBef>
                          <a:spcPts val="0"/>
                        </a:spcBef>
                        <a:spcAft>
                          <a:spcPts val="0"/>
                        </a:spcAft>
                        <a:buNone/>
                      </a:pPr>
                      <a:r>
                        <a:rPr lang="en-US" sz="800" b="1"/>
                        <a:t>23</a:t>
                      </a:r>
                      <a:endParaRPr sz="800" b="1"/>
                    </a:p>
                  </a:txBody>
                  <a:tcPr marL="0" marR="0" marT="36000" marB="36000" anchor="ctr"/>
                </a:tc>
                <a:tc>
                  <a:txBody>
                    <a:bodyPr/>
                    <a:lstStyle/>
                    <a:p>
                      <a:pPr marL="0" marR="0" lvl="0" indent="0" algn="ctr" rtl="0">
                        <a:spcBef>
                          <a:spcPts val="0"/>
                        </a:spcBef>
                        <a:spcAft>
                          <a:spcPts val="0"/>
                        </a:spcAft>
                        <a:buNone/>
                      </a:pPr>
                      <a:r>
                        <a:rPr lang="en-US" sz="800" b="1"/>
                        <a:t>-</a:t>
                      </a:r>
                      <a:endParaRPr sz="800" b="1"/>
                    </a:p>
                  </a:txBody>
                  <a:tcPr marL="0" marR="0" marT="36000" marB="36000" anchor="ctr"/>
                </a:tc>
                <a:tc>
                  <a:txBody>
                    <a:bodyPr/>
                    <a:lstStyle/>
                    <a:p>
                      <a:pPr marL="0" marR="0" lvl="0" indent="0" algn="ctr" rtl="0">
                        <a:spcBef>
                          <a:spcPts val="0"/>
                        </a:spcBef>
                        <a:spcAft>
                          <a:spcPts val="0"/>
                        </a:spcAft>
                        <a:buNone/>
                      </a:pPr>
                      <a:r>
                        <a:rPr lang="en-US" sz="800" b="1"/>
                        <a:t>DANON</a:t>
                      </a:r>
                      <a:endParaRPr sz="800" b="1"/>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RNV23-W</a:t>
                      </a:r>
                      <a:r>
                        <a:rPr lang="en-US" sz="800" b="1" dirty="0"/>
                        <a:t>)</a:t>
                      </a:r>
                      <a:endParaRPr sz="458" dirty="0"/>
                    </a:p>
                  </a:txBody>
                  <a:tcPr marL="0" marR="0" marT="36000" marB="36000" anchor="ctr"/>
                </a:tc>
                <a:extLst>
                  <a:ext uri="{0D108BD9-81ED-4DB2-BD59-A6C34878D82A}">
                    <a16:rowId xmlns:a16="http://schemas.microsoft.com/office/drawing/2014/main" val="10004"/>
                  </a:ext>
                </a:extLst>
              </a:tr>
              <a:tr h="14008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chemeClr val="bg1"/>
                          </a:solidFill>
                        </a:rPr>
                        <a:t>Z 34L : IHA /10, /5</a:t>
                      </a:r>
                      <a:endParaRPr sz="800" b="1" dirty="0">
                        <a:solidFill>
                          <a:schemeClr val="bg1"/>
                        </a:solidFill>
                      </a:endParaRPr>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chemeClr val="bg1"/>
                          </a:solidFill>
                        </a:rPr>
                        <a:t>Z 34R : ITC /10, /5</a:t>
                      </a:r>
                      <a:endParaRPr sz="800" b="1" dirty="0">
                        <a:solidFill>
                          <a:schemeClr val="bg1"/>
                        </a:solidFill>
                      </a:endParaRPr>
                    </a:p>
                  </a:txBody>
                  <a:tcPr marL="36000" marR="36000" marT="36000" marB="36000" anchor="ctr"/>
                </a:tc>
                <a:extLst>
                  <a:ext uri="{0D108BD9-81ED-4DB2-BD59-A6C34878D82A}">
                    <a16:rowId xmlns:a16="http://schemas.microsoft.com/office/drawing/2014/main" val="10005"/>
                  </a:ext>
                </a:extLst>
              </a:tr>
              <a:tr h="228158">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34L:L12(6515),L13(7165), </a:t>
                      </a:r>
                      <a:r>
                        <a:rPr lang="en-US" altLang="ko-Kore-KR" sz="800" b="1" dirty="0">
                          <a:solidFill>
                            <a:schemeClr val="dk1"/>
                          </a:solidFill>
                        </a:rPr>
                        <a:t>16R</a:t>
                      </a:r>
                      <a:r>
                        <a:rPr lang="en-US" altLang="ko-Kore-KR" sz="800" b="1" dirty="0">
                          <a:solidFill>
                            <a:srgbClr val="C00000"/>
                          </a:solidFill>
                        </a:rPr>
                        <a:t>(DIS)</a:t>
                      </a:r>
                      <a:r>
                        <a:rPr lang="en-US" altLang="ko-Kore-KR" sz="800" b="1" dirty="0">
                          <a:solidFill>
                            <a:schemeClr val="dk1"/>
                          </a:solidFill>
                        </a:rPr>
                        <a:t>:L5(5147),L3(6361)</a:t>
                      </a:r>
                      <a:r>
                        <a:rPr lang="en-US" sz="800" b="1" dirty="0">
                          <a:solidFill>
                            <a:schemeClr val="dk1"/>
                          </a:solidFill>
                        </a:rPr>
                        <a:t> </a:t>
                      </a:r>
                    </a:p>
                    <a:p>
                      <a:pPr marL="0" marR="0" lvl="0" indent="0" algn="l" defTabSz="116449"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22 : B4(6207), B3(6830),    </a:t>
                      </a:r>
                      <a:r>
                        <a:rPr kumimoji="0" lang="en-US" altLang="ko-Kore-KR" sz="800" b="1" i="0" u="none" strike="noStrike" kern="1200" cap="none" spc="0" normalizeH="0" baseline="0" noProof="0" dirty="0">
                          <a:ln>
                            <a:noFill/>
                          </a:ln>
                          <a:solidFill>
                            <a:prstClr val="black"/>
                          </a:solidFill>
                          <a:effectLst/>
                          <a:uLnTx/>
                          <a:uFillTx/>
                          <a:latin typeface="Calibri"/>
                          <a:cs typeface="Calibri"/>
                        </a:rPr>
                        <a:t>23:</a:t>
                      </a:r>
                      <a:r>
                        <a:rPr kumimoji="0" lang="en-US" altLang="ko-Kore-KR" sz="800" b="0" i="0" u="none" strike="noStrike" kern="1200" cap="none" spc="0" normalizeH="0" baseline="0" noProof="0" dirty="0">
                          <a:ln>
                            <a:noFill/>
                          </a:ln>
                          <a:solidFill>
                            <a:prstClr val="black"/>
                          </a:solidFill>
                          <a:effectLst/>
                          <a:uLnTx/>
                          <a:uFillTx/>
                          <a:latin typeface="Calibri"/>
                          <a:cs typeface="Calibri"/>
                        </a:rPr>
                        <a:t> </a:t>
                      </a:r>
                      <a:r>
                        <a:rPr kumimoji="0" lang="en-US" altLang="ko-Kore-KR" sz="800" b="1" i="0" u="none" strike="noStrike" kern="1200" cap="none" spc="0" normalizeH="0" baseline="0" noProof="0" dirty="0">
                          <a:ln>
                            <a:noFill/>
                          </a:ln>
                          <a:solidFill>
                            <a:prstClr val="black"/>
                          </a:solidFill>
                          <a:effectLst/>
                          <a:uLnTx/>
                          <a:uFillTx/>
                          <a:latin typeface="Calibri"/>
                          <a:cs typeface="Calibri"/>
                        </a:rPr>
                        <a:t>D5(5072),D3(6391)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800" b="1" dirty="0">
                          <a:solidFill>
                            <a:schemeClr val="dk1"/>
                          </a:solidFill>
                        </a:rPr>
                        <a:t>34R</a:t>
                      </a:r>
                      <a:r>
                        <a:rPr lang="en-US" altLang="ko-Kore-KR" sz="800" b="1" dirty="0">
                          <a:solidFill>
                            <a:srgbClr val="C00000"/>
                          </a:solidFill>
                        </a:rPr>
                        <a:t>(DIS)</a:t>
                      </a:r>
                      <a:r>
                        <a:rPr lang="en-US" altLang="ko-Kore-KR" sz="800" b="1" dirty="0">
                          <a:solidFill>
                            <a:schemeClr val="dk1"/>
                          </a:solidFill>
                        </a:rPr>
                        <a:t>:C10(5780),C11(7270)</a:t>
                      </a:r>
                    </a:p>
                    <a:p>
                      <a:pPr marL="0" marR="0" lvl="0" indent="0" algn="l" rtl="0">
                        <a:lnSpc>
                          <a:spcPct val="100000"/>
                        </a:lnSpc>
                        <a:spcBef>
                          <a:spcPts val="0"/>
                        </a:spcBef>
                        <a:spcAft>
                          <a:spcPts val="0"/>
                        </a:spcAft>
                        <a:buClr>
                          <a:schemeClr val="dk1"/>
                        </a:buClr>
                        <a:buSzPts val="800"/>
                        <a:buFont typeface="Calibri"/>
                        <a:buNone/>
                      </a:pPr>
                      <a:r>
                        <a:rPr lang="en-US" altLang="ko-Kore-KR" sz="800" b="1" dirty="0">
                          <a:solidFill>
                            <a:schemeClr val="dk1"/>
                          </a:solidFill>
                        </a:rPr>
                        <a:t>16L</a:t>
                      </a:r>
                      <a:r>
                        <a:rPr lang="en-US" altLang="ko-Kore-KR" sz="800" b="1" dirty="0">
                          <a:solidFill>
                            <a:srgbClr val="C00000"/>
                          </a:solidFill>
                        </a:rPr>
                        <a:t>(DIS)</a:t>
                      </a:r>
                      <a:r>
                        <a:rPr lang="en-US" altLang="ko-Kore-KR" sz="800" b="1" dirty="0">
                          <a:solidFill>
                            <a:schemeClr val="dk1"/>
                          </a:solidFill>
                        </a:rPr>
                        <a:t>:C6(5925),C4(7004)</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29076">
                <a:tc gridSpan="4">
                  <a:txBody>
                    <a:bodyPr/>
                    <a:lstStyle/>
                    <a:p>
                      <a:pPr marL="0" marR="0" lvl="0" indent="0" algn="ctr" rtl="0">
                        <a:lnSpc>
                          <a:spcPct val="100000"/>
                        </a:lnSpc>
                        <a:spcBef>
                          <a:spcPts val="0"/>
                        </a:spcBef>
                        <a:spcAft>
                          <a:spcPts val="0"/>
                        </a:spcAft>
                        <a:buClr>
                          <a:schemeClr val="dk1"/>
                        </a:buClr>
                        <a:buSzPts val="700"/>
                        <a:buFont typeface="Calibri"/>
                        <a:buNone/>
                      </a:pPr>
                      <a:r>
                        <a:rPr lang="en-US" sz="800" b="1" dirty="0">
                          <a:solidFill>
                            <a:srgbClr val="0070C0"/>
                          </a:solidFill>
                        </a:rPr>
                        <a:t>xxx Z : 180kts, 160kts limit APP Chart, xxx Y After 1400z</a:t>
                      </a:r>
                    </a:p>
                    <a:p>
                      <a:pPr marL="0" marR="0" lvl="0" indent="0" algn="ctr" rtl="0">
                        <a:lnSpc>
                          <a:spcPct val="100000"/>
                        </a:lnSpc>
                        <a:spcBef>
                          <a:spcPts val="0"/>
                        </a:spcBef>
                        <a:spcAft>
                          <a:spcPts val="0"/>
                        </a:spcAft>
                        <a:buClr>
                          <a:schemeClr val="dk1"/>
                        </a:buClr>
                        <a:buSzPts val="700"/>
                        <a:buFont typeface="Calibri"/>
                        <a:buNone/>
                      </a:pPr>
                      <a:r>
                        <a:rPr lang="en-US" sz="800" b="1" dirty="0">
                          <a:solidFill>
                            <a:schemeClr val="bg1"/>
                          </a:solidFill>
                        </a:rPr>
                        <a:t>Gate 105P Procedure</a:t>
                      </a:r>
                      <a:endParaRPr sz="800" b="1" dirty="0">
                        <a:solidFill>
                          <a:schemeClr val="bg1"/>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347" name="Google Shape;347;p24"/>
          <p:cNvGraphicFramePr/>
          <p:nvPr>
            <p:extLst>
              <p:ext uri="{D42A27DB-BD31-4B8C-83A1-F6EECF244321}">
                <p14:modId xmlns:p14="http://schemas.microsoft.com/office/powerpoint/2010/main" val="359524539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RJTT(HND) 21ft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p>
                  </a:txBody>
                  <a:tcPr marL="91450" marR="91450" marT="0" marB="0" anchor="ctr"/>
                </a:tc>
                <a:tc>
                  <a:txBody>
                    <a:bodyPr/>
                    <a:lstStyle/>
                    <a:p>
                      <a:pPr marL="0" marR="0" lvl="0" indent="0" algn="ctr" rtl="0">
                        <a:spcBef>
                          <a:spcPts val="0"/>
                        </a:spcBef>
                        <a:spcAft>
                          <a:spcPts val="0"/>
                        </a:spcAft>
                        <a:buNone/>
                      </a:pPr>
                      <a:r>
                        <a:rPr lang="en-US" sz="900" dirty="0"/>
                        <a:t>Delta </a:t>
                      </a:r>
                      <a:r>
                        <a:rPr lang="en-US" sz="900" dirty="0" err="1"/>
                        <a:t>Oper</a:t>
                      </a:r>
                      <a:r>
                        <a:rPr lang="en-US" sz="900" dirty="0"/>
                        <a:t> 132.075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BC63946-A7CD-77E9-F5B8-CBBDBDCC5ADA}"/>
              </a:ext>
            </a:extLst>
          </p:cNvPr>
          <p:cNvSpPr txBox="1"/>
          <p:nvPr/>
        </p:nvSpPr>
        <p:spPr>
          <a:xfrm>
            <a:off x="-41878" y="2697251"/>
            <a:ext cx="1996059"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a:t>
            </a:r>
            <a:r>
              <a:rPr kumimoji="1" lang="en-US" altLang="ko-Kore-KR" sz="700" b="1" u="sng" dirty="0">
                <a:solidFill>
                  <a:srgbClr val="0070C0"/>
                </a:solidFill>
                <a:latin typeface="Gulim" panose="020B0600000101010101" pitchFamily="34" charset="-127"/>
                <a:ea typeface="Gulim" panose="020B0600000101010101" pitchFamily="34" charset="-127"/>
              </a:rPr>
              <a:t> 133.02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120.5 - TKO 133.35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APP 119.1 – 119.65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E883402A-2C06-3020-A385-CD1C99F5016F}"/>
              </a:ext>
            </a:extLst>
          </p:cNvPr>
          <p:cNvSpPr/>
          <p:nvPr/>
        </p:nvSpPr>
        <p:spPr>
          <a:xfrm>
            <a:off x="1622852" y="2957396"/>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DE2E95AF-4A51-6082-8123-DE5EE03D2C21}"/>
              </a:ext>
            </a:extLst>
          </p:cNvPr>
          <p:cNvSpPr/>
          <p:nvPr/>
        </p:nvSpPr>
        <p:spPr>
          <a:xfrm>
            <a:off x="821577" y="23689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6" name="Google Shape;309;p20">
            <a:extLst>
              <a:ext uri="{FF2B5EF4-FFF2-40B4-BE49-F238E27FC236}">
                <a16:creationId xmlns:a16="http://schemas.microsoft.com/office/drawing/2014/main" id="{7AF94529-0EDC-6D66-BE0C-1745672CD0D3}"/>
              </a:ext>
            </a:extLst>
          </p:cNvPr>
          <p:cNvGraphicFramePr/>
          <p:nvPr>
            <p:extLst>
              <p:ext uri="{D42A27DB-BD31-4B8C-83A1-F6EECF244321}">
                <p14:modId xmlns:p14="http://schemas.microsoft.com/office/powerpoint/2010/main" val="3820361943"/>
              </p:ext>
            </p:extLst>
          </p:nvPr>
        </p:nvGraphicFramePr>
        <p:xfrm>
          <a:off x="-20940" y="579374"/>
          <a:ext cx="2364294" cy="2108410"/>
        </p:xfrm>
        <a:graphic>
          <a:graphicData uri="http://schemas.openxmlformats.org/drawingml/2006/table">
            <a:tbl>
              <a:tblPr firstRow="1" bandRow="1">
                <a:noFill/>
                <a:tableStyleId>{A521BE36-7E6F-4EC9-8D66-1CF97A6895EC}</a:tableStyleId>
              </a:tblPr>
              <a:tblGrid>
                <a:gridCol w="340287">
                  <a:extLst>
                    <a:ext uri="{9D8B030D-6E8A-4147-A177-3AD203B41FA5}">
                      <a16:colId xmlns:a16="http://schemas.microsoft.com/office/drawing/2014/main" val="20000"/>
                    </a:ext>
                  </a:extLst>
                </a:gridCol>
                <a:gridCol w="226701">
                  <a:extLst>
                    <a:ext uri="{9D8B030D-6E8A-4147-A177-3AD203B41FA5}">
                      <a16:colId xmlns:a16="http://schemas.microsoft.com/office/drawing/2014/main" val="20001"/>
                    </a:ext>
                  </a:extLst>
                </a:gridCol>
                <a:gridCol w="364283">
                  <a:extLst>
                    <a:ext uri="{9D8B030D-6E8A-4147-A177-3AD203B41FA5}">
                      <a16:colId xmlns:a16="http://schemas.microsoft.com/office/drawing/2014/main" val="20002"/>
                    </a:ext>
                  </a:extLst>
                </a:gridCol>
                <a:gridCol w="140970">
                  <a:extLst>
                    <a:ext uri="{9D8B030D-6E8A-4147-A177-3AD203B41FA5}">
                      <a16:colId xmlns:a16="http://schemas.microsoft.com/office/drawing/2014/main" val="20003"/>
                    </a:ext>
                  </a:extLst>
                </a:gridCol>
                <a:gridCol w="234058">
                  <a:extLst>
                    <a:ext uri="{9D8B030D-6E8A-4147-A177-3AD203B41FA5}">
                      <a16:colId xmlns:a16="http://schemas.microsoft.com/office/drawing/2014/main" val="20004"/>
                    </a:ext>
                  </a:extLst>
                </a:gridCol>
                <a:gridCol w="100544">
                  <a:extLst>
                    <a:ext uri="{9D8B030D-6E8A-4147-A177-3AD203B41FA5}">
                      <a16:colId xmlns:a16="http://schemas.microsoft.com/office/drawing/2014/main" val="871491271"/>
                    </a:ext>
                  </a:extLst>
                </a:gridCol>
                <a:gridCol w="435917">
                  <a:extLst>
                    <a:ext uri="{9D8B030D-6E8A-4147-A177-3AD203B41FA5}">
                      <a16:colId xmlns:a16="http://schemas.microsoft.com/office/drawing/2014/main" val="20006"/>
                    </a:ext>
                  </a:extLst>
                </a:gridCol>
                <a:gridCol w="521534">
                  <a:extLst>
                    <a:ext uri="{9D8B030D-6E8A-4147-A177-3AD203B41FA5}">
                      <a16:colId xmlns:a16="http://schemas.microsoft.com/office/drawing/2014/main" val="20008"/>
                    </a:ext>
                  </a:extLst>
                </a:gridCol>
              </a:tblGrid>
              <a:tr h="159300">
                <a:tc gridSpan="8">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EGOBA xE/A</a:t>
                      </a:r>
                      <a:endParaRPr sz="800" b="1">
                        <a:solidFill>
                          <a:srgbClr val="0070C0"/>
                        </a:solidFill>
                      </a:endParaRPr>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AA47F5"/>
                          </a:solidFill>
                        </a:rPr>
                        <a:t>SPD 230/x</a:t>
                      </a:r>
                      <a:endParaRPr dirty="0">
                        <a:solidFill>
                          <a:srgbClr val="AA47F5"/>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EGOBA xY</a:t>
                      </a:r>
                      <a:endParaRPr sz="800"/>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sz="800"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EGOBA xC</a:t>
                      </a:r>
                      <a:endParaRPr sz="800" b="1">
                        <a:solidFill>
                          <a:srgbClr val="0070C0"/>
                        </a:solidFill>
                      </a:endParaRPr>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EGOBA xH</a:t>
                      </a:r>
                      <a:endParaRPr sz="800"/>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dirty="0"/>
                        <a:t>HD 153 </a:t>
                      </a:r>
                      <a:r>
                        <a:rPr lang="en-US" sz="800" dirty="0">
                          <a:solidFill>
                            <a:srgbClr val="0070C0"/>
                          </a:solidFill>
                        </a:rPr>
                        <a:t>ALT 5000</a:t>
                      </a:r>
                      <a:endParaRPr sz="800"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33L </a:t>
                      </a:r>
                      <a:endParaRPr dirty="0"/>
                    </a:p>
                    <a:p>
                      <a:pPr marL="0" marR="0" lvl="0" indent="0" algn="ctr" rtl="0">
                        <a:spcBef>
                          <a:spcPts val="0"/>
                        </a:spcBef>
                        <a:spcAft>
                          <a:spcPts val="0"/>
                        </a:spcAft>
                        <a:buNone/>
                      </a:pPr>
                      <a:r>
                        <a:rPr lang="en-US" sz="800" b="1" dirty="0">
                          <a:solidFill>
                            <a:srgbClr val="C00000"/>
                          </a:solidFill>
                        </a:rPr>
                        <a:t>109.3</a:t>
                      </a:r>
                      <a:endParaRPr sz="800" b="1" dirty="0">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33R</a:t>
                      </a:r>
                      <a:endParaRPr/>
                    </a:p>
                    <a:p>
                      <a:pPr marL="0" marR="0" lvl="0" indent="0" algn="ctr" rtl="0">
                        <a:spcBef>
                          <a:spcPts val="0"/>
                        </a:spcBef>
                        <a:spcAft>
                          <a:spcPts val="0"/>
                        </a:spcAft>
                        <a:buNone/>
                      </a:pPr>
                      <a:r>
                        <a:rPr lang="en-US" sz="800" b="1">
                          <a:solidFill>
                            <a:srgbClr val="C00000"/>
                          </a:solidFill>
                        </a:rPr>
                        <a:t>108.9</a:t>
                      </a:r>
                      <a:endParaRPr sz="800" b="1">
                        <a:solidFill>
                          <a:srgbClr val="C00000"/>
                        </a:solidFill>
                      </a:endParaRPr>
                    </a:p>
                  </a:txBody>
                  <a:tcPr marL="36000" marR="36000" marT="0" marB="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0" marB="0" anchor="ctr"/>
                </a:tc>
                <a:tc>
                  <a:txBody>
                    <a:bodyPr/>
                    <a:lstStyle/>
                    <a:p>
                      <a:pPr marL="0" marR="0" lvl="0" indent="0" algn="ctr" rtl="0">
                        <a:spcBef>
                          <a:spcPts val="0"/>
                        </a:spcBef>
                        <a:spcAft>
                          <a:spcPts val="0"/>
                        </a:spcAft>
                        <a:buNone/>
                      </a:pPr>
                      <a:r>
                        <a:rPr lang="en-US" sz="800" b="1" dirty="0">
                          <a:solidFill>
                            <a:srgbClr val="C00000"/>
                          </a:solidFill>
                        </a:rPr>
                        <a:t>15R </a:t>
                      </a:r>
                    </a:p>
                    <a:p>
                      <a:pPr marL="0" marR="0" lvl="0" indent="0" algn="ctr" rtl="0">
                        <a:spcBef>
                          <a:spcPts val="0"/>
                        </a:spcBef>
                        <a:spcAft>
                          <a:spcPts val="0"/>
                        </a:spcAft>
                        <a:buNone/>
                      </a:pPr>
                      <a:r>
                        <a:rPr lang="en-US" sz="800" b="1" dirty="0">
                          <a:solidFill>
                            <a:srgbClr val="C00000"/>
                          </a:solidFill>
                        </a:rPr>
                        <a:t>109.1</a:t>
                      </a:r>
                      <a:endParaRPr sz="800" b="1" dirty="0">
                        <a:solidFill>
                          <a:srgbClr val="C00000"/>
                        </a:solidFill>
                      </a:endParaRPr>
                    </a:p>
                  </a:txBody>
                  <a:tcPr marL="36000" marR="36000" marT="0" marB="0" anchor="ct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34L</a:t>
                      </a:r>
                      <a:endParaRPr dirty="0"/>
                    </a:p>
                    <a:p>
                      <a:pPr marL="0" marR="0" lvl="0" indent="0" algn="ctr" rtl="0">
                        <a:spcBef>
                          <a:spcPts val="0"/>
                        </a:spcBef>
                        <a:spcAft>
                          <a:spcPts val="0"/>
                        </a:spcAft>
                        <a:buNone/>
                      </a:pPr>
                      <a:r>
                        <a:rPr lang="en-US" sz="800" b="1" dirty="0">
                          <a:solidFill>
                            <a:srgbClr val="C00000"/>
                          </a:solidFill>
                        </a:rPr>
                        <a:t>109.95</a:t>
                      </a:r>
                      <a:endParaRPr sz="800" b="1" dirty="0">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34R</a:t>
                      </a:r>
                      <a:endParaRPr dirty="0"/>
                    </a:p>
                    <a:p>
                      <a:pPr marL="0" marR="0" lvl="0" indent="0" algn="ctr" rtl="0">
                        <a:spcBef>
                          <a:spcPts val="0"/>
                        </a:spcBef>
                        <a:spcAft>
                          <a:spcPts val="0"/>
                        </a:spcAft>
                        <a:buNone/>
                      </a:pPr>
                      <a:r>
                        <a:rPr lang="en-US" sz="800" b="1" dirty="0">
                          <a:solidFill>
                            <a:srgbClr val="C00000"/>
                          </a:solidFill>
                        </a:rPr>
                        <a:t>108.1</a:t>
                      </a:r>
                      <a:endParaRPr sz="800" b="1" dirty="0">
                        <a:solidFill>
                          <a:srgbClr val="C00000"/>
                        </a:solidFill>
                      </a:endParaRPr>
                    </a:p>
                  </a:txBody>
                  <a:tcPr marL="36000" marR="36000" marT="0" marB="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dirty="0">
                          <a:solidFill>
                            <a:srgbClr val="C00000"/>
                          </a:solidFill>
                        </a:rPr>
                        <a:t>16L</a:t>
                      </a:r>
                      <a:endParaRPr dirty="0"/>
                    </a:p>
                    <a:p>
                      <a:pPr marL="0" marR="0" lvl="0" indent="0" algn="ctr" rtl="0">
                        <a:spcBef>
                          <a:spcPts val="0"/>
                        </a:spcBef>
                        <a:spcAft>
                          <a:spcPts val="0"/>
                        </a:spcAft>
                        <a:buNone/>
                      </a:pPr>
                      <a:r>
                        <a:rPr lang="en-US" sz="800" b="1" dirty="0">
                          <a:solidFill>
                            <a:srgbClr val="C00000"/>
                          </a:solidFill>
                        </a:rPr>
                        <a:t>110.35</a:t>
                      </a:r>
                      <a:endParaRPr sz="800" b="1" dirty="0">
                        <a:solidFill>
                          <a:srgbClr val="C00000"/>
                        </a:solidFill>
                      </a:endParaRPr>
                    </a:p>
                  </a:txBody>
                  <a:tcPr marL="36000" marR="36000" marT="0" marB="0" anchor="ctr"/>
                </a:tc>
                <a:tc>
                  <a:txBody>
                    <a:bodyPr/>
                    <a:lstStyle/>
                    <a:p>
                      <a:pPr marL="0" marR="0" lvl="0" indent="0" algn="ctr" rtl="0">
                        <a:spcBef>
                          <a:spcPts val="0"/>
                        </a:spcBef>
                        <a:spcAft>
                          <a:spcPts val="0"/>
                        </a:spcAft>
                        <a:buNone/>
                      </a:pPr>
                      <a:r>
                        <a:rPr lang="en-US" sz="800" b="1" dirty="0">
                          <a:solidFill>
                            <a:srgbClr val="C00000"/>
                          </a:solidFill>
                        </a:rPr>
                        <a:t>16R</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0" marB="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4">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 YJU R271</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a:p>
                  </a:txBody>
                  <a:tcPr marL="36000" marR="36000" marT="36000" marB="36000" anchor="ctr"/>
                </a:tc>
                <a:tc gridSpan="3">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 R242</a:t>
                      </a:r>
                      <a:r>
                        <a:rPr kumimoji="0" lang="en-US" altLang="ko-Kore-KR" sz="458" b="0" i="0" u="none" strike="noStrike" kern="1200" cap="none" spc="0" normalizeH="0" baseline="0" noProof="0" dirty="0">
                          <a:ln>
                            <a:noFill/>
                          </a:ln>
                          <a:solidFill>
                            <a:prstClr val="black"/>
                          </a:solidFill>
                          <a:effectLst/>
                          <a:uLnTx/>
                          <a:uFillTx/>
                          <a:latin typeface="Calibri"/>
                          <a:cs typeface="Calibri"/>
                        </a:rPr>
                        <a:t>, </a:t>
                      </a: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8">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52"/>
        <p:cNvGrpSpPr/>
        <p:nvPr/>
      </p:nvGrpSpPr>
      <p:grpSpPr>
        <a:xfrm>
          <a:off x="0" y="0"/>
          <a:ext cx="0" cy="0"/>
          <a:chOff x="0" y="0"/>
          <a:chExt cx="0" cy="0"/>
        </a:xfrm>
      </p:grpSpPr>
      <p:sp>
        <p:nvSpPr>
          <p:cNvPr id="3" name="TextBox 2">
            <a:extLst>
              <a:ext uri="{FF2B5EF4-FFF2-40B4-BE49-F238E27FC236}">
                <a16:creationId xmlns:a16="http://schemas.microsoft.com/office/drawing/2014/main" id="{D411E119-4026-CE0D-8F48-49BFB4C46FBA}"/>
              </a:ext>
            </a:extLst>
          </p:cNvPr>
          <p:cNvSpPr txBox="1"/>
          <p:nvPr/>
        </p:nvSpPr>
        <p:spPr>
          <a:xfrm>
            <a:off x="897033" y="2497181"/>
            <a:ext cx="1287532"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a:t>
            </a:r>
            <a:r>
              <a:rPr kumimoji="1" lang="en-US" altLang="ko-Kore-KR" sz="700" b="1" u="sng" dirty="0">
                <a:solidFill>
                  <a:srgbClr val="FF0000"/>
                </a:solidFill>
                <a:latin typeface="Gulim" panose="020B0600000101010101" pitchFamily="34" charset="-127"/>
                <a:ea typeface="Gulim" panose="020B0600000101010101" pitchFamily="34" charset="-127"/>
              </a:rPr>
              <a:t>ATIS</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120.5 – FUK 133.02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354" name="Google Shape;354;p25"/>
          <p:cNvGraphicFramePr/>
          <p:nvPr>
            <p:extLst>
              <p:ext uri="{D42A27DB-BD31-4B8C-83A1-F6EECF244321}">
                <p14:modId xmlns:p14="http://schemas.microsoft.com/office/powerpoint/2010/main" val="4165810851"/>
              </p:ext>
            </p:extLst>
          </p:nvPr>
        </p:nvGraphicFramePr>
        <p:xfrm>
          <a:off x="0" y="611909"/>
          <a:ext cx="2329869" cy="1831450"/>
        </p:xfrm>
        <a:graphic>
          <a:graphicData uri="http://schemas.openxmlformats.org/drawingml/2006/table">
            <a:tbl>
              <a:tblPr firstRow="1" bandRow="1">
                <a:tableStyleId>{A521BE36-7E6F-4EC9-8D66-1CF97A6895EC}</a:tableStyleId>
              </a:tblPr>
              <a:tblGrid>
                <a:gridCol w="342321">
                  <a:extLst>
                    <a:ext uri="{9D8B030D-6E8A-4147-A177-3AD203B41FA5}">
                      <a16:colId xmlns:a16="http://schemas.microsoft.com/office/drawing/2014/main" val="20000"/>
                    </a:ext>
                  </a:extLst>
                </a:gridCol>
                <a:gridCol w="61400">
                  <a:extLst>
                    <a:ext uri="{9D8B030D-6E8A-4147-A177-3AD203B41FA5}">
                      <a16:colId xmlns:a16="http://schemas.microsoft.com/office/drawing/2014/main" val="1287199069"/>
                    </a:ext>
                  </a:extLst>
                </a:gridCol>
                <a:gridCol w="328611">
                  <a:extLst>
                    <a:ext uri="{9D8B030D-6E8A-4147-A177-3AD203B41FA5}">
                      <a16:colId xmlns:a16="http://schemas.microsoft.com/office/drawing/2014/main" val="20001"/>
                    </a:ext>
                  </a:extLst>
                </a:gridCol>
                <a:gridCol w="333480">
                  <a:extLst>
                    <a:ext uri="{9D8B030D-6E8A-4147-A177-3AD203B41FA5}">
                      <a16:colId xmlns:a16="http://schemas.microsoft.com/office/drawing/2014/main" val="20002"/>
                    </a:ext>
                  </a:extLst>
                </a:gridCol>
                <a:gridCol w="349784">
                  <a:extLst>
                    <a:ext uri="{9D8B030D-6E8A-4147-A177-3AD203B41FA5}">
                      <a16:colId xmlns:a16="http://schemas.microsoft.com/office/drawing/2014/main" val="20003"/>
                    </a:ext>
                  </a:extLst>
                </a:gridCol>
                <a:gridCol w="306061">
                  <a:extLst>
                    <a:ext uri="{9D8B030D-6E8A-4147-A177-3AD203B41FA5}">
                      <a16:colId xmlns:a16="http://schemas.microsoft.com/office/drawing/2014/main" val="20004"/>
                    </a:ext>
                  </a:extLst>
                </a:gridCol>
                <a:gridCol w="256092">
                  <a:extLst>
                    <a:ext uri="{9D8B030D-6E8A-4147-A177-3AD203B41FA5}">
                      <a16:colId xmlns:a16="http://schemas.microsoft.com/office/drawing/2014/main" val="20006"/>
                    </a:ext>
                  </a:extLst>
                </a:gridCol>
                <a:gridCol w="352120">
                  <a:extLst>
                    <a:ext uri="{9D8B030D-6E8A-4147-A177-3AD203B41FA5}">
                      <a16:colId xmlns:a16="http://schemas.microsoft.com/office/drawing/2014/main" val="20007"/>
                    </a:ext>
                  </a:extLst>
                </a:gridCol>
              </a:tblGrid>
              <a:tr h="174725">
                <a:tc gridSpan="8">
                  <a:txBody>
                    <a:bodyPr/>
                    <a:lstStyle/>
                    <a:p>
                      <a:pPr marL="0" marR="0" lvl="0" indent="0" algn="ctr" rtl="0">
                        <a:spcBef>
                          <a:spcPts val="0"/>
                        </a:spcBef>
                        <a:spcAft>
                          <a:spcPts val="0"/>
                        </a:spcAft>
                        <a:buNone/>
                      </a:pPr>
                      <a:r>
                        <a:rPr lang="en-US" sz="800" dirty="0"/>
                        <a:t>HND : SID </a:t>
                      </a:r>
                      <a:r>
                        <a:rPr lang="en-US" sz="800" dirty="0">
                          <a:solidFill>
                            <a:srgbClr val="FFC000"/>
                          </a:solidFill>
                        </a:rPr>
                        <a:t>(xx B/C 2200-0230z 0600-1000z)</a:t>
                      </a:r>
                      <a:r>
                        <a:rPr lang="en-US" sz="800" dirty="0"/>
                        <a:t> NADP 1</a:t>
                      </a:r>
                      <a:endParaRPr sz="800" dirty="0"/>
                    </a:p>
                  </a:txBody>
                  <a:tcPr marL="91450" marR="91450" marT="45725" marB="45725" anchor="ct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58650">
                <a:tc grid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dirty="0">
                          <a:solidFill>
                            <a:srgbClr val="0070C0"/>
                          </a:solidFill>
                        </a:rPr>
                        <a:t>BEKLA x</a:t>
                      </a:r>
                      <a:endParaRPr dirty="0"/>
                    </a:p>
                    <a:p>
                      <a:pPr marL="0" marR="0" lvl="0" indent="0" algn="ctr" rtl="0">
                        <a:spcBef>
                          <a:spcPts val="0"/>
                        </a:spcBef>
                        <a:spcAft>
                          <a:spcPts val="0"/>
                        </a:spcAft>
                        <a:buNone/>
                      </a:pPr>
                      <a:r>
                        <a:rPr lang="en-US" sz="800" b="1" dirty="0"/>
                        <a:t>OPPAR x</a:t>
                      </a:r>
                      <a:endParaRPr sz="800" b="1" dirty="0"/>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dirty="0"/>
                        <a:t>RWY HD(348(158),231(051))</a:t>
                      </a:r>
                    </a:p>
                    <a:p>
                      <a:pPr marL="0" marR="0" lvl="0" indent="0" algn="ctr" rtl="0">
                        <a:spcBef>
                          <a:spcPts val="0"/>
                        </a:spcBef>
                        <a:spcAft>
                          <a:spcPts val="0"/>
                        </a:spcAft>
                        <a:buNone/>
                      </a:pPr>
                      <a:r>
                        <a:rPr lang="en-US" sz="800" b="1" dirty="0">
                          <a:solidFill>
                            <a:srgbClr val="0070C0"/>
                          </a:solidFill>
                        </a:rPr>
                        <a:t>ALT ATC</a:t>
                      </a:r>
                    </a:p>
                    <a:p>
                      <a:pPr marL="0" marR="0" lvl="0" indent="0" algn="ctr" rtl="0">
                        <a:spcBef>
                          <a:spcPts val="0"/>
                        </a:spcBef>
                        <a:spcAft>
                          <a:spcPts val="0"/>
                        </a:spcAft>
                        <a:buNone/>
                      </a:pPr>
                      <a:r>
                        <a:rPr lang="en-US" sz="800" b="1" dirty="0">
                          <a:solidFill>
                            <a:srgbClr val="7030A0"/>
                          </a:solidFill>
                        </a:rPr>
                        <a:t>Mod SPD 230</a:t>
                      </a:r>
                      <a:endParaRPr sz="600" b="1" dirty="0">
                        <a:solidFill>
                          <a:srgbClr val="7030A0"/>
                        </a:solidFill>
                      </a:endParaRPr>
                    </a:p>
                  </a:txBody>
                  <a:tcPr marL="36000" marR="36000" marT="36000" marB="36000" anchor="ctr"/>
                </a:tc>
                <a:tc hMerge="1">
                  <a:txBody>
                    <a:bodyPr/>
                    <a:lstStyle/>
                    <a:p>
                      <a:endParaRPr/>
                    </a:p>
                  </a:txBody>
                  <a:tcPr marL="36000" marR="36000" marT="36000" marB="36000" anchor="ctr"/>
                </a:tc>
                <a:tc hMerge="1">
                  <a:txBody>
                    <a:bodyPr/>
                    <a:lstStyle/>
                    <a:p>
                      <a:endParaRPr/>
                    </a:p>
                  </a:txBody>
                  <a:tcPr marL="36000" marR="36000" marT="36000" marB="36000" anchor="ctr"/>
                </a:tc>
                <a:tc hMerge="1">
                  <a:txBody>
                    <a:bodyPr/>
                    <a:lstStyle/>
                    <a:p>
                      <a:endParaRPr dirty="0"/>
                    </a:p>
                  </a:txBody>
                  <a:tcPr marL="36000" marR="36000" marT="36000" marB="36000" anchor="ctr"/>
                </a:tc>
                <a:extLst>
                  <a:ext uri="{0D108BD9-81ED-4DB2-BD59-A6C34878D82A}">
                    <a16:rowId xmlns:a16="http://schemas.microsoft.com/office/drawing/2014/main" val="10001"/>
                  </a:ext>
                </a:extLst>
              </a:tr>
              <a:tr h="25865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HME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112.2</a:t>
                      </a:r>
                      <a:endParaRPr/>
                    </a:p>
                  </a:txBody>
                  <a:tcPr marL="0" marR="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a:solidFill>
                            <a:srgbClr val="C00000"/>
                          </a:solidFill>
                        </a:rPr>
                        <a:t>34L </a:t>
                      </a:r>
                      <a:endParaRPr/>
                    </a:p>
                    <a:p>
                      <a:pPr marL="0" marR="0" lvl="0" indent="0" algn="ctr" rtl="0">
                        <a:spcBef>
                          <a:spcPts val="0"/>
                        </a:spcBef>
                        <a:spcAft>
                          <a:spcPts val="0"/>
                        </a:spcAft>
                        <a:buNone/>
                      </a:pPr>
                      <a:r>
                        <a:rPr lang="en-US" sz="800" b="1">
                          <a:solidFill>
                            <a:srgbClr val="C00000"/>
                          </a:solidFill>
                        </a:rPr>
                        <a:t>111.7</a:t>
                      </a:r>
                      <a:endParaRPr sz="458"/>
                    </a:p>
                  </a:txBody>
                  <a:tcPr marL="0" marR="0" marT="36000" marB="36000" anchor="ctr"/>
                </a:tc>
                <a:tc>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111.55</a:t>
                      </a:r>
                      <a:endParaRPr sz="800"/>
                    </a:p>
                  </a:txBody>
                  <a:tcPr marL="0" marR="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34R 108.9</a:t>
                      </a:r>
                      <a:endParaRPr sz="800" b="1" dirty="0">
                        <a:solidFill>
                          <a:srgbClr val="C00000"/>
                        </a:solidFill>
                      </a:endParaRPr>
                    </a:p>
                  </a:txBody>
                  <a:tcPr marL="0" marR="0" marT="36000" marB="36000" anchor="ctr"/>
                </a:tc>
                <a:tc>
                  <a:txBody>
                    <a:bodyPr/>
                    <a:lstStyle/>
                    <a:p>
                      <a:pPr marL="0" marR="0" lvl="0" indent="0" algn="ctr" rtl="0">
                        <a:spcBef>
                          <a:spcPts val="0"/>
                        </a:spcBef>
                        <a:spcAft>
                          <a:spcPts val="0"/>
                        </a:spcAft>
                        <a:buNone/>
                      </a:pPr>
                      <a:r>
                        <a:rPr lang="en-US" sz="800" b="1">
                          <a:solidFill>
                            <a:srgbClr val="C00000"/>
                          </a:solidFill>
                        </a:rPr>
                        <a:t>16L 111.95</a:t>
                      </a:r>
                      <a:endParaRPr sz="800" b="1">
                        <a:solidFill>
                          <a:srgbClr val="C00000"/>
                        </a:solidFill>
                      </a:endParaRPr>
                    </a:p>
                  </a:txBody>
                  <a:tcPr marL="0" marR="0" marT="36000" marB="36000" anchor="ctr"/>
                </a:tc>
                <a:tc>
                  <a:txBody>
                    <a:bodyPr/>
                    <a:lstStyle/>
                    <a:p>
                      <a:pPr marL="0" marR="0" lvl="0" indent="0" algn="ctr" rtl="0">
                        <a:spcBef>
                          <a:spcPts val="0"/>
                        </a:spcBef>
                        <a:spcAft>
                          <a:spcPts val="0"/>
                        </a:spcAft>
                        <a:buNone/>
                      </a:pPr>
                      <a:r>
                        <a:rPr lang="en-US" sz="800" b="1">
                          <a:solidFill>
                            <a:srgbClr val="C00000"/>
                          </a:solidFill>
                        </a:rPr>
                        <a:t>22</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0" marR="0" marT="36000" marB="36000" anchor="ctr"/>
                </a:tc>
                <a:tc>
                  <a:txBody>
                    <a:bodyPr/>
                    <a:lstStyle/>
                    <a:p>
                      <a:pPr marL="0" marR="0" lvl="0" indent="0" algn="ctr" rtl="0">
                        <a:spcBef>
                          <a:spcPts val="0"/>
                        </a:spcBef>
                        <a:spcAft>
                          <a:spcPts val="0"/>
                        </a:spcAft>
                        <a:buNone/>
                      </a:pPr>
                      <a:r>
                        <a:rPr lang="en-US" sz="800" b="1">
                          <a:solidFill>
                            <a:srgbClr val="C00000"/>
                          </a:solidFill>
                        </a:rPr>
                        <a:t>23</a:t>
                      </a:r>
                      <a:endParaRPr/>
                    </a:p>
                    <a:p>
                      <a:pPr marL="0" marR="0" lvl="0" indent="0" algn="ctr" rtl="0">
                        <a:spcBef>
                          <a:spcPts val="0"/>
                        </a:spcBef>
                        <a:spcAft>
                          <a:spcPts val="0"/>
                        </a:spcAft>
                        <a:buNone/>
                      </a:pPr>
                      <a:r>
                        <a:rPr lang="en-US" sz="800" b="1">
                          <a:solidFill>
                            <a:srgbClr val="C00000"/>
                          </a:solidFill>
                        </a:rPr>
                        <a:t>110.5</a:t>
                      </a:r>
                      <a:endParaRPr sz="800"/>
                    </a:p>
                  </a:txBody>
                  <a:tcPr marL="0" marR="0" marT="36000" marB="36000" anchor="ctr"/>
                </a:tc>
                <a:extLst>
                  <a:ext uri="{0D108BD9-81ED-4DB2-BD59-A6C34878D82A}">
                    <a16:rowId xmlns:a16="http://schemas.microsoft.com/office/drawing/2014/main" val="10002"/>
                  </a:ext>
                </a:extLst>
              </a:tr>
              <a:tr h="1588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7">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u="none" strike="noStrike" kern="1200" cap="none" spc="0" normalizeH="0" baseline="0" noProof="0" dirty="0">
                          <a:ln>
                            <a:noFill/>
                          </a:ln>
                          <a:solidFill>
                            <a:prstClr val="black"/>
                          </a:solidFill>
                          <a:effectLst/>
                          <a:uLnTx/>
                          <a:uFillTx/>
                        </a:rPr>
                        <a:t>34L : HME 351/1.1, R095, 34R : HME R080, R095, 22 : HME /2.2 R185 </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p>
                  </a:txBody>
                  <a:tcPr/>
                </a:tc>
                <a:tc hMerge="1">
                  <a:txBody>
                    <a:bodyPr/>
                    <a:lstStyle/>
                    <a:p>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3"/>
                  </a:ext>
                </a:extLst>
              </a:tr>
              <a:tr h="88900">
                <a:tc gridSpan="8">
                  <a:txBody>
                    <a:bodyPr/>
                    <a:lstStyle/>
                    <a:p>
                      <a:pPr marL="0" marR="0" lvl="0" indent="0" algn="ctr" rtl="0">
                        <a:lnSpc>
                          <a:spcPct val="100000"/>
                        </a:lnSpc>
                        <a:spcBef>
                          <a:spcPts val="0"/>
                        </a:spcBef>
                        <a:spcAft>
                          <a:spcPts val="0"/>
                        </a:spcAft>
                        <a:buClr>
                          <a:schemeClr val="accent1"/>
                        </a:buClr>
                        <a:buSzPts val="700"/>
                        <a:buFont typeface="Calibri"/>
                        <a:buNone/>
                      </a:pPr>
                      <a:r>
                        <a:rPr lang="en-US" sz="900" b="0" dirty="0">
                          <a:solidFill>
                            <a:srgbClr val="7030A0"/>
                          </a:solidFill>
                        </a:rPr>
                        <a:t>34R BEKLA : KAIJI 230kts, TO FLAP SPD Until TORAM</a:t>
                      </a:r>
                      <a:endParaRPr sz="700" dirty="0">
                        <a:solidFill>
                          <a:srgbClr val="7030A0"/>
                        </a:solidFill>
                      </a:endParaRPr>
                    </a:p>
                    <a:p>
                      <a:pPr marL="0" marR="0" lvl="0" indent="0" algn="ctr" rtl="0">
                        <a:lnSpc>
                          <a:spcPct val="100000"/>
                        </a:lnSpc>
                        <a:spcBef>
                          <a:spcPts val="0"/>
                        </a:spcBef>
                        <a:spcAft>
                          <a:spcPts val="0"/>
                        </a:spcAft>
                        <a:buClr>
                          <a:schemeClr val="accent1"/>
                        </a:buClr>
                        <a:buSzPts val="700"/>
                        <a:buFont typeface="Calibri"/>
                        <a:buNone/>
                      </a:pPr>
                      <a:r>
                        <a:rPr lang="en-US" sz="900" b="0" dirty="0">
                          <a:solidFill>
                            <a:srgbClr val="7030A0"/>
                          </a:solidFill>
                        </a:rPr>
                        <a:t>05 OPPAR : Reduce SPD ARC TURN</a:t>
                      </a:r>
                    </a:p>
                    <a:p>
                      <a:pPr marL="0" marR="0" lvl="0" indent="0" algn="ctr" rtl="0">
                        <a:lnSpc>
                          <a:spcPct val="100000"/>
                        </a:lnSpc>
                        <a:spcBef>
                          <a:spcPts val="0"/>
                        </a:spcBef>
                        <a:spcAft>
                          <a:spcPts val="0"/>
                        </a:spcAft>
                        <a:buClr>
                          <a:schemeClr val="accent1"/>
                        </a:buClr>
                        <a:buSzPts val="700"/>
                        <a:buFont typeface="Calibri"/>
                        <a:buNone/>
                      </a:pPr>
                      <a:r>
                        <a:rPr lang="en-US" sz="900" b="0" dirty="0">
                          <a:solidFill>
                            <a:schemeClr val="bg1"/>
                          </a:solidFill>
                        </a:rPr>
                        <a:t>RWY05 RTE5 TAXI Chart</a:t>
                      </a:r>
                    </a:p>
                  </a:txBody>
                  <a:tcPr marL="36000" marR="36000" marT="0" marB="0" anchor="ct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55" name="Google Shape;355;p25"/>
          <p:cNvGraphicFramePr/>
          <p:nvPr>
            <p:extLst>
              <p:ext uri="{D42A27DB-BD31-4B8C-83A1-F6EECF244321}">
                <p14:modId xmlns:p14="http://schemas.microsoft.com/office/powerpoint/2010/main" val="791541661"/>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RJTT(HND) 21ft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Delta Oper 132.075</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357" name="Google Shape;357;p25"/>
          <p:cNvGraphicFramePr/>
          <p:nvPr>
            <p:extLst>
              <p:ext uri="{D42A27DB-BD31-4B8C-83A1-F6EECF244321}">
                <p14:modId xmlns:p14="http://schemas.microsoft.com/office/powerpoint/2010/main" val="1667303521"/>
              </p:ext>
            </p:extLst>
          </p:nvPr>
        </p:nvGraphicFramePr>
        <p:xfrm>
          <a:off x="-5861" y="3900677"/>
          <a:ext cx="2325975" cy="162073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dirty="0"/>
                        <a:t>RWY /8(180kts), /5(160kts) , YJU R271</a:t>
                      </a:r>
                      <a:endParaRP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15L : </a:t>
                      </a:r>
                      <a:r>
                        <a:rPr lang="en-US" altLang="ko-Kore-KR" sz="800" b="1" dirty="0">
                          <a:solidFill>
                            <a:srgbClr val="0070C0"/>
                          </a:solidFill>
                          <a:latin typeface="Calibri"/>
                          <a:ea typeface="Calibri"/>
                          <a:cs typeface="Calibri"/>
                          <a:sym typeface="Calibri"/>
                        </a:rPr>
                        <a:t>C2(7522’), </a:t>
                      </a:r>
                      <a:r>
                        <a:rPr lang="en-US" altLang="ko-Kore-KR" sz="800" b="1" dirty="0">
                          <a:solidFill>
                            <a:schemeClr val="dk1"/>
                          </a:solidFill>
                          <a:latin typeface="Calibri"/>
                          <a:ea typeface="Calibri"/>
                          <a:cs typeface="Calibri"/>
                          <a:sym typeface="Calibri"/>
                        </a:rPr>
                        <a:t>C1(8536’), 15R : </a:t>
                      </a:r>
                      <a:r>
                        <a:rPr lang="en-US" altLang="ko-Kore-KR"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altLang="ko-Kore-KR" sz="800" b="1" dirty="0">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358" name="Google Shape;358;p25"/>
          <p:cNvPicPr preferRelativeResize="0"/>
          <p:nvPr/>
        </p:nvPicPr>
        <p:blipFill rotWithShape="1">
          <a:blip r:embed="rId5">
            <a:alphaModFix/>
          </a:blip>
          <a:srcRect/>
          <a:stretch/>
        </p:blipFill>
        <p:spPr>
          <a:xfrm>
            <a:off x="-1" y="2478259"/>
            <a:ext cx="956281" cy="772905"/>
          </a:xfrm>
          <a:prstGeom prst="rect">
            <a:avLst/>
          </a:prstGeom>
          <a:noFill/>
          <a:ln>
            <a:noFill/>
          </a:ln>
        </p:spPr>
      </p:pic>
      <p:sp>
        <p:nvSpPr>
          <p:cNvPr id="4" name="직사각형 3">
            <a:hlinkClick r:id="" action="ppaction://hlinkshowjump?jump=firstslide"/>
            <a:extLst>
              <a:ext uri="{FF2B5EF4-FFF2-40B4-BE49-F238E27FC236}">
                <a16:creationId xmlns:a16="http://schemas.microsoft.com/office/drawing/2014/main" id="{8E3582B6-F7D2-6EF3-A8F0-CE2C1812FEDF}"/>
              </a:ext>
            </a:extLst>
          </p:cNvPr>
          <p:cNvSpPr/>
          <p:nvPr/>
        </p:nvSpPr>
        <p:spPr>
          <a:xfrm>
            <a:off x="1622852" y="300356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594720C-B6A0-A9A8-C0C5-31BACFE322E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568445011"/>
              </p:ext>
            </p:extLst>
          </p:nvPr>
        </p:nvGraphicFramePr>
        <p:xfrm>
          <a:off x="4410" y="3806539"/>
          <a:ext cx="2305886" cy="1727086"/>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416456">
                <a:tc gridSpan="4">
                  <a:txBody>
                    <a:bodyPr/>
                    <a:lstStyle/>
                    <a:p>
                      <a:pPr marL="0" marR="0" lvl="0" indent="0" algn="ctr" rtl="0">
                        <a:spcBef>
                          <a:spcPts val="0"/>
                        </a:spcBef>
                        <a:spcAft>
                          <a:spcPts val="0"/>
                        </a:spcAft>
                        <a:buNone/>
                      </a:pPr>
                      <a:r>
                        <a:rPr lang="en-US" sz="800" dirty="0"/>
                        <a:t>FUK : RNAV STAR, RDR Vectoring from IKE</a:t>
                      </a:r>
                    </a:p>
                    <a:p>
                      <a:pPr marL="0" marR="0" lvl="0" indent="0" algn="ctr" rtl="0">
                        <a:spcBef>
                          <a:spcPts val="0"/>
                        </a:spcBef>
                        <a:spcAft>
                          <a:spcPts val="0"/>
                        </a:spcAft>
                        <a:buNone/>
                      </a:pPr>
                      <a:r>
                        <a:rPr lang="en-US" sz="800" dirty="0">
                          <a:solidFill>
                            <a:srgbClr val="FFC000"/>
                          </a:solidFill>
                        </a:rPr>
                        <a:t>(PAVGA 13000ft) </a:t>
                      </a:r>
                    </a:p>
                    <a:p>
                      <a:pPr marL="0" marR="0" lvl="0" indent="0" algn="ctr" rtl="0">
                        <a:spcBef>
                          <a:spcPts val="0"/>
                        </a:spcBef>
                        <a:spcAft>
                          <a:spcPts val="0"/>
                        </a:spcAft>
                        <a:buNone/>
                      </a:pPr>
                      <a:r>
                        <a:rPr lang="en-US" sz="800" dirty="0">
                          <a:solidFill>
                            <a:srgbClr val="FFC000"/>
                          </a:solidFill>
                        </a:rPr>
                        <a:t>Hold W of IKE published </a:t>
                      </a:r>
                      <a:r>
                        <a:rPr lang="en-US" sz="800" dirty="0">
                          <a:solidFill>
                            <a:srgbClr val="FF0000"/>
                          </a:solidFill>
                        </a:rPr>
                        <a:t>(Confirm FMS DATA)</a:t>
                      </a:r>
                      <a:endParaRPr sz="800" dirty="0">
                        <a:solidFill>
                          <a:srgbClr val="FF0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6635">
                <a:tc>
                  <a:txBody>
                    <a:bodyPr/>
                    <a:lstStyle/>
                    <a:p>
                      <a:pPr marL="0" marR="0" lvl="0" indent="0" algn="ctr" rtl="0">
                        <a:spcBef>
                          <a:spcPts val="0"/>
                        </a:spcBef>
                        <a:spcAft>
                          <a:spcPts val="0"/>
                        </a:spcAft>
                        <a:buNone/>
                      </a:pPr>
                      <a:r>
                        <a:rPr lang="en-US" sz="800" b="1" dirty="0"/>
                        <a:t>16</a:t>
                      </a:r>
                      <a:endParaRPr sz="800" b="1" dirty="0"/>
                    </a:p>
                  </a:txBody>
                  <a:tcPr marL="0" marR="0" marT="36000" marB="36000" anchor="ctr"/>
                </a:tc>
                <a:tc>
                  <a:txBody>
                    <a:bodyPr/>
                    <a:lstStyle/>
                    <a:p>
                      <a:pPr marL="0" marR="0" lvl="0" indent="0" algn="ctr" rtl="0">
                        <a:spcBef>
                          <a:spcPts val="0"/>
                        </a:spcBef>
                        <a:spcAft>
                          <a:spcPts val="0"/>
                        </a:spcAft>
                        <a:buNone/>
                      </a:pPr>
                      <a:r>
                        <a:rPr lang="en-US" sz="800" b="0" dirty="0"/>
                        <a:t>SARUP</a:t>
                      </a:r>
                    </a:p>
                  </a:txBody>
                  <a:tcPr marL="0" marR="0" marT="36000" marB="36000" anchor="ctr"/>
                </a:tc>
                <a:tc>
                  <a:txBody>
                    <a:bodyPr/>
                    <a:lstStyle/>
                    <a:p>
                      <a:pPr marL="0" marR="0" lvl="0" indent="0" algn="ctr" rtl="0">
                        <a:spcBef>
                          <a:spcPts val="0"/>
                        </a:spcBef>
                        <a:spcAft>
                          <a:spcPts val="0"/>
                        </a:spcAft>
                        <a:buNone/>
                      </a:pPr>
                      <a:r>
                        <a:rPr lang="en-US" altLang="ko-Kore-KR" sz="800" b="0" dirty="0"/>
                        <a:t>ENTIX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RNP, LOC 16</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287687">
                <a:tc>
                  <a:txBody>
                    <a:bodyPr/>
                    <a:lstStyle/>
                    <a:p>
                      <a:pPr marL="0" marR="0" lvl="0" indent="0" algn="ctr" rtl="0">
                        <a:spcBef>
                          <a:spcPts val="0"/>
                        </a:spcBef>
                        <a:spcAft>
                          <a:spcPts val="0"/>
                        </a:spcAft>
                        <a:buNone/>
                      </a:pPr>
                      <a:r>
                        <a:rPr lang="en-US" sz="800" b="0" dirty="0"/>
                        <a:t>34</a:t>
                      </a:r>
                      <a:endParaRPr sz="800" b="0" dirty="0"/>
                    </a:p>
                  </a:txBody>
                  <a:tcPr marL="0" marR="0" marT="36000" marB="36000" anchor="ctr"/>
                </a:tc>
                <a:tc>
                  <a:txBody>
                    <a:bodyPr/>
                    <a:lstStyle/>
                    <a:p>
                      <a:pPr marL="0" marR="0" lvl="0" indent="0" algn="ctr" rtl="0">
                        <a:spcBef>
                          <a:spcPts val="0"/>
                        </a:spcBef>
                        <a:spcAft>
                          <a:spcPts val="0"/>
                        </a:spcAft>
                        <a:buNone/>
                      </a:pPr>
                      <a:r>
                        <a:rPr lang="en-US" sz="800" b="1" dirty="0"/>
                        <a:t>V34</a:t>
                      </a:r>
                    </a:p>
                    <a:p>
                      <a:pPr marL="0" marR="0" lvl="0" indent="0" algn="ctr" rtl="0">
                        <a:spcBef>
                          <a:spcPts val="0"/>
                        </a:spcBef>
                        <a:spcAft>
                          <a:spcPts val="0"/>
                        </a:spcAft>
                        <a:buNone/>
                      </a:pPr>
                      <a:r>
                        <a:rPr lang="en-US" sz="800" b="0" dirty="0"/>
                        <a:t>HAWKS WEST</a:t>
                      </a:r>
                    </a:p>
                  </a:txBody>
                  <a:tcPr marL="0" marR="0" marT="36000" marB="36000" anchor="ctr"/>
                </a:tc>
                <a:tc>
                  <a:txBody>
                    <a:bodyPr/>
                    <a:lstStyle/>
                    <a:p>
                      <a:pPr marL="0" marR="0" lvl="0" indent="0" algn="ctr" rtl="0">
                        <a:spcBef>
                          <a:spcPts val="0"/>
                        </a:spcBef>
                        <a:spcAft>
                          <a:spcPts val="0"/>
                        </a:spcAft>
                        <a:buNone/>
                      </a:pPr>
                      <a:r>
                        <a:rPr lang="en-US" altLang="ko-Kore-KR" sz="800" b="1" dirty="0"/>
                        <a:t>RWY34</a:t>
                      </a:r>
                    </a:p>
                    <a:p>
                      <a:pPr marL="0" marR="0" lvl="0" indent="0" algn="ctr" rtl="0">
                        <a:spcBef>
                          <a:spcPts val="0"/>
                        </a:spcBef>
                        <a:spcAft>
                          <a:spcPts val="0"/>
                        </a:spcAft>
                        <a:buNone/>
                      </a:pPr>
                      <a:r>
                        <a:rPr lang="en-US" altLang="ko-Kore-KR" sz="800" b="0" dirty="0"/>
                        <a:t>HAWKS</a:t>
                      </a:r>
                      <a:endParaRPr lang="en-US" sz="800" b="0" dirty="0"/>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VIS 34</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ILS, RNP, LOC 34</a:t>
                      </a: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10002"/>
                  </a:ext>
                </a:extLst>
              </a:tr>
              <a:tr h="200436">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16 : C6</a:t>
                      </a:r>
                      <a:r>
                        <a:rPr lang="en-US" sz="800" b="1" dirty="0">
                          <a:solidFill>
                            <a:schemeClr val="dk1"/>
                          </a:solidFill>
                        </a:rPr>
                        <a:t>(5505’), C7(6407’),  34 : C4(5193’), C3(6354’)</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50979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0" dirty="0">
                          <a:solidFill>
                            <a:srgbClr val="C00000"/>
                          </a:solidFill>
                        </a:rPr>
                        <a:t>DGC VOR out of 6NM A/P</a:t>
                      </a: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tx1"/>
                          </a:solidFill>
                        </a:rPr>
                        <a:t>VIS 34 : </a:t>
                      </a:r>
                      <a:r>
                        <a:rPr lang="en-US" sz="800" b="0" dirty="0">
                          <a:solidFill>
                            <a:srgbClr val="0070C0"/>
                          </a:solidFill>
                        </a:rPr>
                        <a:t>After IKE – RDR Vector Downwind – 1800ft – RWY Insight 1500</a:t>
                      </a:r>
                      <a:r>
                        <a:rPr lang="en-US" altLang="ko-KR" sz="800" b="0" dirty="0">
                          <a:solidFill>
                            <a:srgbClr val="0070C0"/>
                          </a:solidFill>
                        </a:rPr>
                        <a:t>ft – Before L/D CHK Complete before base (Do not Extend Downwind due Terrain)</a:t>
                      </a:r>
                      <a:endParaRPr sz="800"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1877075937"/>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rgbClr val="C00000"/>
                          </a:solidFill>
                          <a:hlinkClick r:id="rId4">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FUK 132.05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76" name="Google Shape;276;p16"/>
          <p:cNvGraphicFramePr/>
          <p:nvPr>
            <p:extLst>
              <p:ext uri="{D42A27DB-BD31-4B8C-83A1-F6EECF244321}">
                <p14:modId xmlns:p14="http://schemas.microsoft.com/office/powerpoint/2010/main" val="4122135990"/>
              </p:ext>
            </p:extLst>
          </p:nvPr>
        </p:nvGraphicFramePr>
        <p:xfrm>
          <a:off x="0" y="635155"/>
          <a:ext cx="2332925" cy="2059265"/>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53750">
                  <a:extLst>
                    <a:ext uri="{9D8B030D-6E8A-4147-A177-3AD203B41FA5}">
                      <a16:colId xmlns:a16="http://schemas.microsoft.com/office/drawing/2014/main" val="20004"/>
                    </a:ext>
                  </a:extLst>
                </a:gridCol>
                <a:gridCol w="134925">
                  <a:extLst>
                    <a:ext uri="{9D8B030D-6E8A-4147-A177-3AD203B41FA5}">
                      <a16:colId xmlns:a16="http://schemas.microsoft.com/office/drawing/2014/main" val="4082583789"/>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8"/>
                    </a:ext>
                  </a:extLst>
                </a:gridCol>
              </a:tblGrid>
              <a:tr h="159300">
                <a:tc gridSpan="8">
                  <a:txBody>
                    <a:bodyPr/>
                    <a:lstStyle/>
                    <a:p>
                      <a:pPr marL="0" marR="0" lvl="0" indent="0" algn="ctr" rtl="0">
                        <a:spcBef>
                          <a:spcPts val="0"/>
                        </a:spcBef>
                        <a:spcAft>
                          <a:spcPts val="0"/>
                        </a:spcAft>
                        <a:buNone/>
                      </a:pPr>
                      <a:r>
                        <a:rPr lang="en-US" sz="800" dirty="0"/>
                        <a:t>ICN : SID (33/34 NADP 1, 15/16 NADP 2)</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SPD230/x</a:t>
                      </a:r>
                      <a:endParaRPr sz="800" b="1" dirty="0">
                        <a:solidFill>
                          <a:srgbClr val="7030A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xC</a:t>
                      </a:r>
                      <a:endParaRPr sz="800" b="1">
                        <a:solidFill>
                          <a:srgbClr val="0070C0"/>
                        </a:solidFill>
                      </a:endParaRPr>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xH</a:t>
                      </a:r>
                      <a:endParaRPr sz="800"/>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dirty="0"/>
                        <a:t>HD 153 </a:t>
                      </a:r>
                      <a:r>
                        <a:rPr lang="en-US" sz="800" dirty="0">
                          <a:solidFill>
                            <a:srgbClr val="0070C0"/>
                          </a:solidFill>
                        </a:rPr>
                        <a:t>ALT 5000</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33L </a:t>
                      </a:r>
                      <a:endParaRPr dirty="0"/>
                    </a:p>
                    <a:p>
                      <a:pPr marL="0" marR="0" lvl="0" indent="0" algn="ctr" rtl="0">
                        <a:spcBef>
                          <a:spcPts val="0"/>
                        </a:spcBef>
                        <a:spcAft>
                          <a:spcPts val="0"/>
                        </a:spcAft>
                        <a:buNone/>
                      </a:pPr>
                      <a:r>
                        <a:rPr lang="en-US" sz="800" b="1" dirty="0">
                          <a:solidFill>
                            <a:srgbClr val="C00000"/>
                          </a:solidFill>
                        </a:rPr>
                        <a:t>109.3</a:t>
                      </a:r>
                      <a:endParaRPr sz="800" b="1" dirty="0">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33R</a:t>
                      </a:r>
                      <a:endParaRPr dirty="0"/>
                    </a:p>
                    <a:p>
                      <a:pPr marL="0" marR="0" lvl="0" indent="0" algn="ctr" rtl="0">
                        <a:spcBef>
                          <a:spcPts val="0"/>
                        </a:spcBef>
                        <a:spcAft>
                          <a:spcPts val="0"/>
                        </a:spcAft>
                        <a:buNone/>
                      </a:pPr>
                      <a:r>
                        <a:rPr lang="en-US" sz="800" b="1" dirty="0">
                          <a:solidFill>
                            <a:srgbClr val="C00000"/>
                          </a:solidFill>
                        </a:rPr>
                        <a:t>108.9</a:t>
                      </a:r>
                      <a:endParaRPr sz="800" b="1" dirty="0">
                        <a:solidFill>
                          <a:srgbClr val="C00000"/>
                        </a:solidFill>
                      </a:endParaRPr>
                    </a:p>
                  </a:txBody>
                  <a:tcPr marL="36000" marR="36000" marT="0" marB="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dirty="0">
                          <a:solidFill>
                            <a:srgbClr val="C00000"/>
                          </a:solidFill>
                        </a:rPr>
                        <a:t>15L 111.9</a:t>
                      </a:r>
                      <a:endParaRPr sz="800" b="1" dirty="0">
                        <a:solidFill>
                          <a:srgbClr val="C00000"/>
                        </a:solidFill>
                      </a:endParaRPr>
                    </a:p>
                  </a:txBody>
                  <a:tcPr marL="36000" marR="36000" marT="0" marB="0" anchor="ctr"/>
                </a:tc>
                <a:tc>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0" marB="0" anchor="ct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0" marB="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0" marB="0" anchor="ctr"/>
                </a:tc>
                <a:tc>
                  <a:txBody>
                    <a:bodyPr/>
                    <a:lstStyle/>
                    <a:p>
                      <a:pPr marL="0" marR="0" lvl="0" indent="0" algn="ctr" rtl="0">
                        <a:spcBef>
                          <a:spcPts val="0"/>
                        </a:spcBef>
                        <a:spcAft>
                          <a:spcPts val="0"/>
                        </a:spcAft>
                        <a:buNone/>
                      </a:pPr>
                      <a:r>
                        <a:rPr lang="en-US" sz="800" b="1" dirty="0">
                          <a:solidFill>
                            <a:srgbClr val="C00000"/>
                          </a:solidFill>
                        </a:rPr>
                        <a:t>16R</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0" marB="0" anchor="ctr"/>
                </a:tc>
                <a:extLst>
                  <a:ext uri="{0D108BD9-81ED-4DB2-BD59-A6C34878D82A}">
                    <a16:rowId xmlns:a16="http://schemas.microsoft.com/office/drawing/2014/main" val="10006"/>
                  </a:ext>
                </a:extLst>
              </a:tr>
              <a:tr h="28955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0" marB="36000" anchor="ctr">
                    <a:solidFill>
                      <a:schemeClr val="accent1"/>
                    </a:solidFill>
                  </a:tcPr>
                </a:tc>
                <a:tc gridSpan="4">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 YJU R271</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a:p>
                  </a:txBody>
                  <a:tcPr marL="36000" marR="36000" marT="36000" marB="36000" anchor="ctr"/>
                </a:tc>
                <a:tc gridSpan="3">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 R242</a:t>
                      </a:r>
                      <a:r>
                        <a:rPr kumimoji="0" lang="en-US" altLang="ko-Kore-KR" sz="458" b="0" i="0" u="none" strike="noStrike" kern="1200" cap="none" spc="0" normalizeH="0" baseline="0" noProof="0" dirty="0">
                          <a:ln>
                            <a:noFill/>
                          </a:ln>
                          <a:solidFill>
                            <a:prstClr val="black"/>
                          </a:solidFill>
                          <a:effectLst/>
                          <a:uLnTx/>
                          <a:uFillTx/>
                          <a:latin typeface="Calibri"/>
                          <a:cs typeface="Calibri"/>
                        </a:rPr>
                        <a:t>, </a:t>
                      </a: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8">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TextBox 2">
            <a:extLst>
              <a:ext uri="{FF2B5EF4-FFF2-40B4-BE49-F238E27FC236}">
                <a16:creationId xmlns:a16="http://schemas.microsoft.com/office/drawing/2014/main" id="{97737AA9-1E71-11AA-29CE-CB99BAAC9983}"/>
              </a:ext>
            </a:extLst>
          </p:cNvPr>
          <p:cNvSpPr txBox="1"/>
          <p:nvPr/>
        </p:nvSpPr>
        <p:spPr>
          <a:xfrm>
            <a:off x="-69798" y="3044765"/>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4" name="직사각형 3">
            <a:hlinkClick r:id="" action="ppaction://hlinkshowjump?jump=firstslide"/>
            <a:extLst>
              <a:ext uri="{FF2B5EF4-FFF2-40B4-BE49-F238E27FC236}">
                <a16:creationId xmlns:a16="http://schemas.microsoft.com/office/drawing/2014/main" id="{4DBB501F-12C7-34CA-C78C-1FF1B317E880}"/>
              </a:ext>
            </a:extLst>
          </p:cNvPr>
          <p:cNvSpPr/>
          <p:nvPr/>
        </p:nvSpPr>
        <p:spPr>
          <a:xfrm>
            <a:off x="1622852" y="3229268"/>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AC10F70C-499F-1525-282C-0C96F903AE7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97726242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1171633992"/>
              </p:ext>
            </p:extLst>
          </p:nvPr>
        </p:nvGraphicFramePr>
        <p:xfrm>
          <a:off x="6595" y="623810"/>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378631">
                  <a:extLst>
                    <a:ext uri="{9D8B030D-6E8A-4147-A177-3AD203B41FA5}">
                      <a16:colId xmlns:a16="http://schemas.microsoft.com/office/drawing/2014/main" val="20002"/>
                    </a:ext>
                  </a:extLst>
                </a:gridCol>
                <a:gridCol w="295965">
                  <a:extLst>
                    <a:ext uri="{9D8B030D-6E8A-4147-A177-3AD203B41FA5}">
                      <a16:colId xmlns:a16="http://schemas.microsoft.com/office/drawing/2014/main" val="20004"/>
                    </a:ext>
                  </a:extLst>
                </a:gridCol>
                <a:gridCol w="673229">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6">
                  <a:txBody>
                    <a:bodyPr/>
                    <a:lstStyle/>
                    <a:p>
                      <a:pPr marL="0" marR="0" lvl="0" indent="0" algn="ctr" rtl="0">
                        <a:spcBef>
                          <a:spcPts val="0"/>
                        </a:spcBef>
                        <a:spcAft>
                          <a:spcPts val="0"/>
                        </a:spcAft>
                        <a:buNone/>
                      </a:pPr>
                      <a:r>
                        <a:rPr lang="en-US" sz="800" dirty="0"/>
                        <a:t>FUK : SID </a:t>
                      </a:r>
                      <a:r>
                        <a:rPr lang="en-US" sz="800" dirty="0">
                          <a:solidFill>
                            <a:srgbClr val="FFC000"/>
                          </a:solidFill>
                        </a:rPr>
                        <a:t>(Consider C2, C8 Intersection T/O)</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HAKATA xx</a:t>
                      </a:r>
                      <a:endParaRPr sz="800" b="1" dirty="0">
                        <a:solidFill>
                          <a:srgbClr val="0070C0"/>
                        </a:solidFill>
                      </a:endParaRPr>
                    </a:p>
                  </a:txBody>
                  <a:tcPr marL="36000" marR="36000" marT="36000" marB="36000" anchor="ctr"/>
                </a:tc>
                <a:tc rowSpan="2" hMerge="1">
                  <a:txBody>
                    <a:bodyPr/>
                    <a:lstStyle/>
                    <a:p>
                      <a:endParaRPr lang="ko-Kore-KR"/>
                    </a:p>
                  </a:txBody>
                  <a:tcPr/>
                </a:tc>
                <a:tc gridSpan="3">
                  <a:txBody>
                    <a:bodyPr/>
                    <a:lstStyle/>
                    <a:p>
                      <a:pPr marL="0" marR="0" lvl="0" indent="0" algn="ctr" rtl="0">
                        <a:spcBef>
                          <a:spcPts val="0"/>
                        </a:spcBef>
                        <a:spcAft>
                          <a:spcPts val="0"/>
                        </a:spcAft>
                        <a:buNone/>
                      </a:pPr>
                      <a:r>
                        <a:rPr lang="en-US" altLang="ko-Kore-KR" sz="800" b="1" dirty="0"/>
                        <a:t>HD 158 </a:t>
                      </a:r>
                      <a:r>
                        <a:rPr lang="en-US" sz="800" b="1" dirty="0">
                          <a:solidFill>
                            <a:srgbClr val="0070C0"/>
                          </a:solidFill>
                        </a:rPr>
                        <a:t>ALT ATC (10000)</a:t>
                      </a: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0" dirty="0"/>
                        <a:t>34</a:t>
                      </a:r>
                      <a:endParaRPr sz="800" b="0" dirty="0"/>
                    </a:p>
                  </a:txBody>
                  <a:tcPr marL="36000" marR="36000" marT="36000" marB="36000" anchor="ctr"/>
                </a:tc>
                <a:tc gridSpan="2" v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hMerge="1" vMerge="1">
                  <a:txBody>
                    <a:bodyPr/>
                    <a:lstStyle/>
                    <a:p>
                      <a:endParaRPr lang="ko-Kore-KR"/>
                    </a:p>
                  </a:txBody>
                  <a:tcPr/>
                </a:tc>
                <a:tc gridSpan="3">
                  <a:txBody>
                    <a:bodyPr/>
                    <a:lstStyle/>
                    <a:p>
                      <a:pPr marL="0" marR="0" lvl="0" indent="0" algn="ctr" rtl="0">
                        <a:spcBef>
                          <a:spcPts val="0"/>
                        </a:spcBef>
                        <a:spcAft>
                          <a:spcPts val="0"/>
                        </a:spcAft>
                        <a:buNone/>
                      </a:pPr>
                      <a:r>
                        <a:rPr lang="en-US" altLang="ko-Kore-KR" sz="800" b="1" dirty="0"/>
                        <a:t>HD 338 </a:t>
                      </a:r>
                      <a:r>
                        <a:rPr lang="en-US" sz="800" b="1" dirty="0">
                          <a:solidFill>
                            <a:srgbClr val="0070C0"/>
                          </a:solidFill>
                        </a:rPr>
                        <a:t>ALT ATC (10000)</a:t>
                      </a: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115700">
                <a:tc gridSpan="4">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DGC 114.5</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16 111.7</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34 108.9</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4">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lang="en-US" altLang="ko-Kore-KR" sz="800" b="1" dirty="0">
                          <a:solidFill>
                            <a:srgbClr val="00B050"/>
                          </a:solidFill>
                        </a:rPr>
                        <a:t> </a:t>
                      </a:r>
                      <a:r>
                        <a:rPr kumimoji="0" lang="en-US" altLang="ko-KR" sz="800" b="0" i="0" u="none" strike="noStrike" kern="1200" cap="none" spc="0" normalizeH="0" baseline="0" noProof="0" dirty="0">
                          <a:ln>
                            <a:noFill/>
                          </a:ln>
                          <a:solidFill>
                            <a:prstClr val="black"/>
                          </a:solidFill>
                          <a:effectLst/>
                          <a:uLnTx/>
                          <a:uFillTx/>
                          <a:latin typeface="Calibri"/>
                          <a:cs typeface="Calibri"/>
                        </a:rPr>
                        <a:t>16</a:t>
                      </a:r>
                      <a:r>
                        <a:rPr kumimoji="0" lang="en-US" altLang="ko-Kore-KR" sz="800" b="0" i="0" u="none" strike="noStrike" kern="1200" cap="none" spc="0" normalizeH="0" baseline="0" noProof="0" dirty="0">
                          <a:ln>
                            <a:noFill/>
                          </a:ln>
                          <a:solidFill>
                            <a:prstClr val="black"/>
                          </a:solidFill>
                          <a:effectLst/>
                          <a:uLnTx/>
                          <a:uFillTx/>
                          <a:latin typeface="Calibri"/>
                          <a:cs typeface="Calibri"/>
                        </a:rPr>
                        <a:t> : DGC 156/20 R240 </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(DGC VOR out of 6NM A/P)</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Caution GP HOLD LINE</a:t>
                      </a:r>
                    </a:p>
                    <a:p>
                      <a:pPr marL="0" marR="0" lvl="0" indent="0" algn="ctr" rtl="0">
                        <a:lnSpc>
                          <a:spcPct val="100000"/>
                        </a:lnSpc>
                        <a:spcBef>
                          <a:spcPts val="0"/>
                        </a:spcBef>
                        <a:spcAft>
                          <a:spcPts val="0"/>
                        </a:spcAft>
                        <a:buClr>
                          <a:schemeClr val="dk1"/>
                        </a:buClr>
                        <a:buSzPts val="800"/>
                        <a:buFont typeface="Calibri"/>
                        <a:buNone/>
                      </a:pPr>
                      <a:r>
                        <a:rPr lang="en-US" sz="800" dirty="0"/>
                        <a:t>Initial CTC TWR, “Ready for departure”</a:t>
                      </a:r>
                    </a:p>
                    <a:p>
                      <a:pPr marL="0" marR="0" lvl="0" indent="0" algn="ctr" rtl="0">
                        <a:lnSpc>
                          <a:spcPct val="100000"/>
                        </a:lnSpc>
                        <a:spcBef>
                          <a:spcPts val="0"/>
                        </a:spcBef>
                        <a:spcAft>
                          <a:spcPts val="0"/>
                        </a:spcAft>
                        <a:buClr>
                          <a:schemeClr val="dk1"/>
                        </a:buClr>
                        <a:buSzPts val="800"/>
                        <a:buFont typeface="Calibri"/>
                        <a:buNone/>
                      </a:pPr>
                      <a:r>
                        <a:rPr lang="en-US" sz="800" dirty="0"/>
                        <a:t>RWSL(Runway Status Lights) in operation</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3" name="Google Shape;283;p17"/>
          <p:cNvGraphicFramePr/>
          <p:nvPr>
            <p:extLst>
              <p:ext uri="{D42A27DB-BD31-4B8C-83A1-F6EECF244321}">
                <p14:modId xmlns:p14="http://schemas.microsoft.com/office/powerpoint/2010/main" val="3852738277"/>
              </p:ext>
            </p:extLst>
          </p:nvPr>
        </p:nvGraphicFramePr>
        <p:xfrm>
          <a:off x="11589" y="3932939"/>
          <a:ext cx="2325975" cy="162073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dirty="0"/>
                        <a:t>RWY /8, /5 , YJU R271</a:t>
                      </a:r>
                      <a:endParaRP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84" name="Google Shape;284;p17"/>
          <p:cNvGraphicFramePr/>
          <p:nvPr>
            <p:extLst>
              <p:ext uri="{D42A27DB-BD31-4B8C-83A1-F6EECF244321}">
                <p14:modId xmlns:p14="http://schemas.microsoft.com/office/powerpoint/2010/main" val="399678259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rgbClr val="C00000"/>
                          </a:solidFill>
                          <a:hlinkClick r:id="rId3">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KE FUK 132.05</a:t>
                      </a:r>
                    </a:p>
                    <a:p>
                      <a:pPr marL="0" marR="0" lvl="0" indent="0" algn="ctr" rtl="0">
                        <a:spcBef>
                          <a:spcPts val="0"/>
                        </a:spcBef>
                        <a:spcAft>
                          <a:spcPts val="0"/>
                        </a:spcAft>
                        <a:buNone/>
                      </a:pPr>
                      <a:r>
                        <a:rPr lang="en-US" sz="700" dirty="0">
                          <a:solidFill>
                            <a:srgbClr val="FF0000"/>
                          </a:solidFill>
                        </a:rPr>
                        <a:t>DCL -15min, Voice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2C10DF35-4C8C-4BCD-35BF-D473906D8D90}"/>
              </a:ext>
            </a:extLst>
          </p:cNvPr>
          <p:cNvSpPr txBox="1"/>
          <p:nvPr/>
        </p:nvSpPr>
        <p:spPr>
          <a:xfrm>
            <a:off x="1313820" y="2239966"/>
            <a:ext cx="1764127" cy="532316"/>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127.9</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Kobe 1</a:t>
            </a:r>
            <a:r>
              <a:rPr kumimoji="1" lang="en-US" altLang="ko-KR" sz="700" b="1" u="sng" dirty="0">
                <a:solidFill>
                  <a:srgbClr val="0070C0"/>
                </a:solidFill>
                <a:latin typeface="Gulim" panose="020B0600000101010101" pitchFamily="34" charset="-127"/>
                <a:ea typeface="Gulim" panose="020B0600000101010101" pitchFamily="34" charset="-127"/>
              </a:rPr>
              <a:t>35</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65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p:txBody>
      </p:sp>
      <p:sp>
        <p:nvSpPr>
          <p:cNvPr id="3" name="직사각형 2">
            <a:hlinkClick r:id="" action="ppaction://hlinkshowjump?jump=firstslide"/>
            <a:extLst>
              <a:ext uri="{FF2B5EF4-FFF2-40B4-BE49-F238E27FC236}">
                <a16:creationId xmlns:a16="http://schemas.microsoft.com/office/drawing/2014/main" id="{D71BB25A-EB2C-6C8E-4320-E80D2FF5995A}"/>
              </a:ext>
            </a:extLst>
          </p:cNvPr>
          <p:cNvSpPr/>
          <p:nvPr/>
        </p:nvSpPr>
        <p:spPr>
          <a:xfrm>
            <a:off x="1622852" y="2986202"/>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EADFD83-B1ED-4336-4BA9-069594F75EC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림 6" descr="지도, 텍스트, 도표, 아틀라스이(가) 표시된 사진&#10;&#10;자동 생성된 설명">
            <a:extLst>
              <a:ext uri="{FF2B5EF4-FFF2-40B4-BE49-F238E27FC236}">
                <a16:creationId xmlns:a16="http://schemas.microsoft.com/office/drawing/2014/main" id="{F2EF0B45-A026-4882-552D-AE9B1DD5ADFF}"/>
              </a:ext>
            </a:extLst>
          </p:cNvPr>
          <p:cNvPicPr>
            <a:picLocks noChangeAspect="1"/>
          </p:cNvPicPr>
          <p:nvPr/>
        </p:nvPicPr>
        <p:blipFill>
          <a:blip r:embed="rId7"/>
          <a:stretch>
            <a:fillRect/>
          </a:stretch>
        </p:blipFill>
        <p:spPr>
          <a:xfrm>
            <a:off x="6595" y="2191106"/>
            <a:ext cx="1232042" cy="1110658"/>
          </a:xfrm>
          <a:prstGeom prst="rect">
            <a:avLst/>
          </a:prstGeom>
        </p:spPr>
      </p:pic>
    </p:spTree>
    <p:extLst>
      <p:ext uri="{BB962C8B-B14F-4D97-AF65-F5344CB8AC3E}">
        <p14:creationId xmlns:p14="http://schemas.microsoft.com/office/powerpoint/2010/main" val="312827039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Google Shape;371;p27">
            <a:extLst>
              <a:ext uri="{FF2B5EF4-FFF2-40B4-BE49-F238E27FC236}">
                <a16:creationId xmlns:a16="http://schemas.microsoft.com/office/drawing/2014/main" id="{4D02F53F-7837-826A-0E25-CAC7064CE638}"/>
              </a:ext>
            </a:extLst>
          </p:cNvPr>
          <p:cNvGraphicFramePr/>
          <p:nvPr>
            <p:extLst>
              <p:ext uri="{D42A27DB-BD31-4B8C-83A1-F6EECF244321}">
                <p14:modId xmlns:p14="http://schemas.microsoft.com/office/powerpoint/2010/main" val="3310053132"/>
              </p:ext>
            </p:extLst>
          </p:nvPr>
        </p:nvGraphicFramePr>
        <p:xfrm>
          <a:off x="3659" y="7511"/>
          <a:ext cx="2306998" cy="1844687"/>
        </p:xfrm>
        <a:graphic>
          <a:graphicData uri="http://schemas.openxmlformats.org/drawingml/2006/table">
            <a:tbl>
              <a:tblPr firstRow="1" bandRow="1">
                <a:tableStyleId>{A521BE36-7E6F-4EC9-8D66-1CF97A6895EC}</a:tableStyleId>
              </a:tblPr>
              <a:tblGrid>
                <a:gridCol w="566738">
                  <a:extLst>
                    <a:ext uri="{9D8B030D-6E8A-4147-A177-3AD203B41FA5}">
                      <a16:colId xmlns:a16="http://schemas.microsoft.com/office/drawing/2014/main" val="20000"/>
                    </a:ext>
                  </a:extLst>
                </a:gridCol>
                <a:gridCol w="298336">
                  <a:extLst>
                    <a:ext uri="{9D8B030D-6E8A-4147-A177-3AD203B41FA5}">
                      <a16:colId xmlns:a16="http://schemas.microsoft.com/office/drawing/2014/main" val="20001"/>
                    </a:ext>
                  </a:extLst>
                </a:gridCol>
                <a:gridCol w="738188">
                  <a:extLst>
                    <a:ext uri="{9D8B030D-6E8A-4147-A177-3AD203B41FA5}">
                      <a16:colId xmlns:a16="http://schemas.microsoft.com/office/drawing/2014/main" val="197832846"/>
                    </a:ext>
                  </a:extLst>
                </a:gridCol>
                <a:gridCol w="703736">
                  <a:extLst>
                    <a:ext uri="{9D8B030D-6E8A-4147-A177-3AD203B41FA5}">
                      <a16:colId xmlns:a16="http://schemas.microsoft.com/office/drawing/2014/main" val="2845834582"/>
                    </a:ext>
                  </a:extLst>
                </a:gridCol>
              </a:tblGrid>
              <a:tr h="238275">
                <a:tc gridSpan="4">
                  <a:txBody>
                    <a:bodyPr/>
                    <a:lstStyle/>
                    <a:p>
                      <a:pPr marL="0" marR="0" lvl="0" indent="0" algn="ctr" rtl="0">
                        <a:spcBef>
                          <a:spcPts val="0"/>
                        </a:spcBef>
                        <a:spcAft>
                          <a:spcPts val="0"/>
                        </a:spcAft>
                        <a:buNone/>
                      </a:pPr>
                      <a:r>
                        <a:rPr lang="en-US" sz="1400" b="1" dirty="0"/>
                        <a:t>Differences</a:t>
                      </a:r>
                      <a:r>
                        <a:rPr lang="ko-KR" altLang="en-US" sz="1400" b="1" dirty="0"/>
                        <a:t> </a:t>
                      </a:r>
                      <a:r>
                        <a:rPr lang="en-US" altLang="ko-KR" sz="1100" b="1" dirty="0">
                          <a:solidFill>
                            <a:srgbClr val="FFC000"/>
                          </a:solidFill>
                        </a:rPr>
                        <a:t>(ATS</a:t>
                      </a:r>
                      <a:r>
                        <a:rPr lang="ko-KR" altLang="en-US" sz="1100" b="1" dirty="0">
                          <a:solidFill>
                            <a:srgbClr val="FFC000"/>
                          </a:solidFill>
                        </a:rPr>
                        <a:t> </a:t>
                      </a:r>
                      <a:r>
                        <a:rPr lang="en-US" altLang="ko-KR" sz="1100" b="1" dirty="0">
                          <a:solidFill>
                            <a:srgbClr val="FFC000"/>
                          </a:solidFill>
                        </a:rPr>
                        <a:t>A333)</a:t>
                      </a:r>
                      <a:endParaRPr sz="1200" b="1" dirty="0">
                        <a:solidFill>
                          <a:srgbClr val="FFC000"/>
                        </a:solidFill>
                      </a:endParaRPr>
                    </a:p>
                  </a:txBody>
                  <a:tcPr marL="0" marR="0" marT="0" marB="0"/>
                </a:tc>
                <a:tc hMerge="1">
                  <a:txBody>
                    <a:bodyPr/>
                    <a:lstStyle/>
                    <a:p>
                      <a:pPr marL="0" marR="0" lvl="0" indent="0" algn="ctr" rtl="0">
                        <a:spcBef>
                          <a:spcPts val="0"/>
                        </a:spcBef>
                        <a:spcAft>
                          <a:spcPts val="0"/>
                        </a:spcAft>
                        <a:buNone/>
                      </a:pPr>
                      <a:endParaRPr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extLst>
                  <a:ext uri="{0D108BD9-81ED-4DB2-BD59-A6C34878D82A}">
                    <a16:rowId xmlns:a16="http://schemas.microsoft.com/office/drawing/2014/main" val="1412390786"/>
                  </a:ext>
                </a:extLst>
              </a:tr>
              <a:tr h="306353">
                <a:tc>
                  <a:txBody>
                    <a:bodyPr/>
                    <a:lstStyle/>
                    <a:p>
                      <a:pPr marL="0" marR="0" lvl="0" indent="0" algn="ctr" rtl="0">
                        <a:spcBef>
                          <a:spcPts val="0"/>
                        </a:spcBef>
                        <a:spcAft>
                          <a:spcPts val="0"/>
                        </a:spcAft>
                        <a:buNone/>
                      </a:pPr>
                      <a:r>
                        <a:rPr lang="en-US" sz="1000" b="1" dirty="0"/>
                        <a:t>A322(5)</a:t>
                      </a:r>
                      <a:endParaRPr lang="en-US" sz="800" b="0" dirty="0"/>
                    </a:p>
                    <a:p>
                      <a:pPr marL="0" marR="0" lvl="0" indent="0" algn="ctr" rtl="0">
                        <a:spcBef>
                          <a:spcPts val="0"/>
                        </a:spcBef>
                        <a:spcAft>
                          <a:spcPts val="0"/>
                        </a:spcAft>
                        <a:buNone/>
                      </a:pPr>
                      <a:r>
                        <a:rPr lang="en-US" sz="800" b="0" dirty="0"/>
                        <a:t>HL7524-7551</a:t>
                      </a:r>
                      <a:endParaRPr sz="800" b="0" dirty="0"/>
                    </a:p>
                  </a:txBody>
                  <a:tcPr marL="0" marR="0" marT="0" marB="0" anchor="ctr"/>
                </a:tc>
                <a:tc rowSpan="2">
                  <a:txBody>
                    <a:bodyPr/>
                    <a:lstStyle/>
                    <a:p>
                      <a:pPr marL="0" marR="0" lvl="0" indent="0" algn="ctr" rtl="0">
                        <a:spcBef>
                          <a:spcPts val="0"/>
                        </a:spcBef>
                        <a:spcAft>
                          <a:spcPts val="0"/>
                        </a:spcAft>
                        <a:buNone/>
                      </a:pPr>
                      <a:r>
                        <a:rPr lang="en-US" sz="800" b="1" dirty="0">
                          <a:solidFill>
                            <a:srgbClr val="0070C0"/>
                          </a:solidFill>
                        </a:rPr>
                        <a:t>APMS</a:t>
                      </a:r>
                      <a:endParaRPr sz="800" b="1" dirty="0">
                        <a:solidFill>
                          <a:srgbClr val="0070C0"/>
                        </a:solidFill>
                      </a:endParaRPr>
                    </a:p>
                  </a:txBody>
                  <a:tcPr marL="0" marR="0" marT="0" marB="0" anchor="ctr"/>
                </a:tc>
                <a:tc rowSpan="2">
                  <a:txBody>
                    <a:bodyPr/>
                    <a:lstStyle/>
                    <a:p>
                      <a:pPr marL="0" marR="0" lvl="0" indent="0" algn="ctr" rtl="0">
                        <a:spcBef>
                          <a:spcPts val="0"/>
                        </a:spcBef>
                        <a:spcAft>
                          <a:spcPts val="0"/>
                        </a:spcAft>
                        <a:buNone/>
                      </a:pPr>
                      <a:r>
                        <a:rPr lang="en-US" sz="900" b="1" dirty="0"/>
                        <a:t>EY 252 (</a:t>
                      </a:r>
                      <a:r>
                        <a:rPr lang="en-US" sz="900" b="1" dirty="0">
                          <a:solidFill>
                            <a:srgbClr val="00B050"/>
                          </a:solidFill>
                        </a:rPr>
                        <a:t>151</a:t>
                      </a:r>
                      <a:r>
                        <a:rPr lang="en-US" sz="900" b="1" dirty="0"/>
                        <a:t>)</a:t>
                      </a:r>
                    </a:p>
                    <a:p>
                      <a:pPr marL="0" marR="0" lvl="0" indent="0" algn="ctr" rtl="0">
                        <a:spcBef>
                          <a:spcPts val="0"/>
                        </a:spcBef>
                        <a:spcAft>
                          <a:spcPts val="0"/>
                        </a:spcAft>
                        <a:buNone/>
                      </a:pPr>
                      <a:r>
                        <a:rPr lang="en-US" sz="900" b="1" dirty="0"/>
                        <a:t>EY 260 (</a:t>
                      </a:r>
                      <a:r>
                        <a:rPr lang="en-US" sz="900" b="1" dirty="0">
                          <a:solidFill>
                            <a:srgbClr val="00B050"/>
                          </a:solidFill>
                        </a:rPr>
                        <a:t>156</a:t>
                      </a:r>
                      <a:r>
                        <a:rPr lang="en-US" sz="900" b="1" dirty="0"/>
                        <a:t>)</a:t>
                      </a:r>
                      <a:endParaRPr lang="en-US" sz="900" b="1" dirty="0">
                        <a:solidFill>
                          <a:srgbClr val="0070C0"/>
                        </a:solidFill>
                      </a:endParaRPr>
                    </a:p>
                  </a:txBody>
                  <a:tcPr marL="0" marR="0" marT="0" marB="0" anchor="ctr"/>
                </a:tc>
                <a:tc rowSpan="4">
                  <a:txBody>
                    <a:bodyPr/>
                    <a:lstStyle/>
                    <a:p>
                      <a:pPr marL="0" marR="0" lvl="0" indent="0" algn="ctr" rtl="0">
                        <a:spcBef>
                          <a:spcPts val="0"/>
                        </a:spcBef>
                        <a:spcAft>
                          <a:spcPts val="0"/>
                        </a:spcAft>
                        <a:buNone/>
                      </a:pPr>
                      <a:r>
                        <a:rPr lang="en-US" sz="800" b="1" dirty="0">
                          <a:solidFill>
                            <a:srgbClr val="0070C0"/>
                          </a:solidFill>
                        </a:rPr>
                        <a:t>Total </a:t>
                      </a:r>
                    </a:p>
                    <a:p>
                      <a:pPr marL="0" marR="0" lvl="0" indent="0" algn="ctr" rtl="0">
                        <a:spcBef>
                          <a:spcPts val="0"/>
                        </a:spcBef>
                        <a:spcAft>
                          <a:spcPts val="0"/>
                        </a:spcAft>
                        <a:buNone/>
                      </a:pPr>
                      <a:r>
                        <a:rPr lang="en-US" sz="800" b="1" dirty="0">
                          <a:solidFill>
                            <a:srgbClr val="0070C0"/>
                          </a:solidFill>
                        </a:rPr>
                        <a:t>PAX 200 NOR</a:t>
                      </a:r>
                    </a:p>
                    <a:p>
                      <a:pPr marL="0" marR="0" lvl="0" indent="0" algn="ctr" rtl="0">
                        <a:spcBef>
                          <a:spcPts val="0"/>
                        </a:spcBef>
                        <a:spcAft>
                          <a:spcPts val="0"/>
                        </a:spcAft>
                        <a:buNone/>
                      </a:pPr>
                      <a:endParaRPr lang="en-US" sz="800" b="1" dirty="0">
                        <a:solidFill>
                          <a:srgbClr val="0070C0"/>
                        </a:solidFill>
                      </a:endParaRPr>
                    </a:p>
                    <a:p>
                      <a:pPr marL="0" marR="0" lvl="0" indent="0" algn="ctr" rtl="0">
                        <a:spcBef>
                          <a:spcPts val="0"/>
                        </a:spcBef>
                        <a:spcAft>
                          <a:spcPts val="0"/>
                        </a:spcAft>
                        <a:buNone/>
                      </a:pPr>
                      <a:r>
                        <a:rPr lang="en-US" sz="700" b="1" dirty="0">
                          <a:solidFill>
                            <a:schemeClr val="bg1"/>
                          </a:solidFill>
                        </a:rPr>
                        <a:t>CHK OFP PAX No</a:t>
                      </a:r>
                    </a:p>
                    <a:p>
                      <a:pPr marL="0" marR="0" lvl="0" indent="0" algn="ctr" rtl="0">
                        <a:spcBef>
                          <a:spcPts val="0"/>
                        </a:spcBef>
                        <a:spcAft>
                          <a:spcPts val="0"/>
                        </a:spcAft>
                        <a:buNone/>
                      </a:pPr>
                      <a:endParaRPr lang="en-US" sz="700" b="1" dirty="0">
                        <a:solidFill>
                          <a:schemeClr val="bg1"/>
                        </a:solidFill>
                      </a:endParaRPr>
                    </a:p>
                    <a:p>
                      <a:pPr marL="0" marR="0" lvl="0" indent="0" algn="ctr" rtl="0">
                        <a:spcBef>
                          <a:spcPts val="0"/>
                        </a:spcBef>
                        <a:spcAft>
                          <a:spcPts val="0"/>
                        </a:spcAft>
                        <a:buNone/>
                      </a:pPr>
                      <a:r>
                        <a:rPr lang="en-US" sz="700" b="1" dirty="0">
                          <a:solidFill>
                            <a:srgbClr val="00B050"/>
                          </a:solidFill>
                        </a:rPr>
                        <a:t>HL 8026, 8027 </a:t>
                      </a:r>
                    </a:p>
                    <a:p>
                      <a:pPr marL="0" marR="0" lvl="0" indent="0" algn="ctr" rtl="0">
                        <a:spcBef>
                          <a:spcPts val="0"/>
                        </a:spcBef>
                        <a:spcAft>
                          <a:spcPts val="0"/>
                        </a:spcAft>
                        <a:buNone/>
                      </a:pPr>
                      <a:r>
                        <a:rPr lang="en-US" sz="700" b="1" dirty="0">
                          <a:solidFill>
                            <a:srgbClr val="00B050"/>
                          </a:solidFill>
                        </a:rPr>
                        <a:t>PAX AUTO</a:t>
                      </a:r>
                    </a:p>
                    <a:p>
                      <a:pPr marL="0" marR="0" lvl="0" indent="0" algn="ctr" rtl="0">
                        <a:spcBef>
                          <a:spcPts val="0"/>
                        </a:spcBef>
                        <a:spcAft>
                          <a:spcPts val="0"/>
                        </a:spcAft>
                        <a:buNone/>
                      </a:pPr>
                      <a:endParaRPr lang="en-US" sz="700" b="1" dirty="0">
                        <a:solidFill>
                          <a:srgbClr val="00B050"/>
                        </a:solidFill>
                      </a:endParaRPr>
                    </a:p>
                    <a:p>
                      <a:pPr marL="0" marR="0" lvl="0" indent="0" algn="ctr" rtl="0">
                        <a:spcBef>
                          <a:spcPts val="0"/>
                        </a:spcBef>
                        <a:spcAft>
                          <a:spcPts val="0"/>
                        </a:spcAft>
                        <a:buNone/>
                      </a:pPr>
                      <a:r>
                        <a:rPr lang="en-US" sz="700" b="1" dirty="0">
                          <a:solidFill>
                            <a:srgbClr val="AA47F5"/>
                          </a:solidFill>
                        </a:rPr>
                        <a:t>Enhanced</a:t>
                      </a:r>
                    </a:p>
                    <a:p>
                      <a:pPr marL="0" marR="0" lvl="0" indent="0" algn="ctr" rtl="0">
                        <a:spcBef>
                          <a:spcPts val="0"/>
                        </a:spcBef>
                        <a:spcAft>
                          <a:spcPts val="0"/>
                        </a:spcAft>
                        <a:buNone/>
                      </a:pPr>
                      <a:r>
                        <a:rPr lang="en-US" sz="700" b="1" dirty="0">
                          <a:solidFill>
                            <a:srgbClr val="AA47F5"/>
                          </a:solidFill>
                        </a:rPr>
                        <a:t>TRIM AUTO</a:t>
                      </a:r>
                      <a:endParaRPr sz="700" b="1" dirty="0">
                        <a:solidFill>
                          <a:srgbClr val="AA47F5"/>
                        </a:solidFill>
                      </a:endParaRPr>
                    </a:p>
                  </a:txBody>
                  <a:tcPr marL="0" marR="0" marT="0" marB="0" anchor="ctr"/>
                </a:tc>
                <a:extLst>
                  <a:ext uri="{0D108BD9-81ED-4DB2-BD59-A6C34878D82A}">
                    <a16:rowId xmlns:a16="http://schemas.microsoft.com/office/drawing/2014/main" val="10000"/>
                  </a:ext>
                </a:extLst>
              </a:tr>
              <a:tr h="306353">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000" b="1" i="0" u="none" strike="noStrike" kern="1200" cap="none" spc="0" normalizeH="0" baseline="0" noProof="0" dirty="0">
                          <a:ln>
                            <a:noFill/>
                          </a:ln>
                          <a:solidFill>
                            <a:prstClr val="black"/>
                          </a:solidFill>
                          <a:effectLst/>
                          <a:uLnTx/>
                          <a:uFillTx/>
                          <a:latin typeface="Calibri"/>
                          <a:cs typeface="Calibri"/>
                        </a:rPr>
                        <a:t>A323(11)</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HL7553-7720</a:t>
                      </a:r>
                    </a:p>
                  </a:txBody>
                  <a:tcPr marL="0" marR="0" marT="0" marB="0" anchor="ctr"/>
                </a:tc>
                <a:tc v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vMerge="1">
                  <a:txBody>
                    <a:bodyPr/>
                    <a:lstStyle/>
                    <a:p>
                      <a:pPr marL="0" marR="0" lvl="0" indent="0" algn="ctr" rtl="0">
                        <a:spcBef>
                          <a:spcPts val="0"/>
                        </a:spcBef>
                        <a:spcAft>
                          <a:spcPts val="0"/>
                        </a:spcAft>
                        <a:buNone/>
                      </a:pPr>
                      <a:endParaRPr lang="en-US" sz="800" b="0" dirty="0">
                        <a:solidFill>
                          <a:srgbClr val="0070C0"/>
                        </a:solidFill>
                      </a:endParaRPr>
                    </a:p>
                  </a:txBody>
                  <a:tcPr marL="0" marR="0" marT="0" marB="0" anchor="ctr"/>
                </a:tc>
                <a:tc vMerge="1">
                  <a:txBody>
                    <a:bodyPr/>
                    <a:lstStyle/>
                    <a:p>
                      <a:endParaRPr lang="ko-Kore-KR" altLang="en-US"/>
                    </a:p>
                  </a:txBody>
                  <a:tcPr/>
                </a:tc>
                <a:extLst>
                  <a:ext uri="{0D108BD9-81ED-4DB2-BD59-A6C34878D82A}">
                    <a16:rowId xmlns:a16="http://schemas.microsoft.com/office/drawing/2014/main" val="3285894375"/>
                  </a:ext>
                </a:extLst>
              </a:tr>
              <a:tr h="306353">
                <a:tc>
                  <a:txBody>
                    <a:bodyPr/>
                    <a:lstStyle/>
                    <a:p>
                      <a:pPr marL="0" marR="0" lvl="0" indent="0" algn="ctr" rtl="0">
                        <a:spcBef>
                          <a:spcPts val="0"/>
                        </a:spcBef>
                        <a:spcAft>
                          <a:spcPts val="0"/>
                        </a:spcAft>
                        <a:buNone/>
                      </a:pPr>
                      <a:r>
                        <a:rPr lang="en-US" sz="1000" b="1" dirty="0"/>
                        <a:t>A223E(3)</a:t>
                      </a:r>
                    </a:p>
                    <a:p>
                      <a:pPr marL="0" marR="0" lvl="0" indent="0" algn="ctr" rtl="0">
                        <a:spcBef>
                          <a:spcPts val="0"/>
                        </a:spcBef>
                        <a:spcAft>
                          <a:spcPts val="0"/>
                        </a:spcAft>
                        <a:buNone/>
                      </a:pPr>
                      <a:r>
                        <a:rPr lang="en-US" sz="800" dirty="0"/>
                        <a:t>HL82xx</a:t>
                      </a:r>
                      <a:endParaRPr sz="800" dirty="0"/>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-2.5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EY 188 (</a:t>
                      </a:r>
                      <a:r>
                        <a:rPr lang="en-US" sz="900" b="1" dirty="0">
                          <a:solidFill>
                            <a:srgbClr val="00B050"/>
                          </a:solidFill>
                        </a:rPr>
                        <a:t>112</a:t>
                      </a:r>
                      <a:r>
                        <a:rPr lang="en-US" sz="900" b="1" dirty="0"/>
                        <a:t>)</a:t>
                      </a:r>
                    </a:p>
                  </a:txBody>
                  <a:tcPr marL="0" marR="0" marT="0" marB="0" anchor="ctr"/>
                </a:tc>
                <a:tc vMerge="1">
                  <a:txBody>
                    <a:bodyPr/>
                    <a:lstStyle/>
                    <a:p>
                      <a:pPr marL="0" marR="0" lvl="0" indent="0" algn="ctr" rtl="0">
                        <a:spcBef>
                          <a:spcPts val="0"/>
                        </a:spcBef>
                        <a:spcAft>
                          <a:spcPts val="0"/>
                        </a:spcAft>
                        <a:buNone/>
                      </a:pPr>
                      <a:endParaRPr lang="en-US" sz="900" dirty="0"/>
                    </a:p>
                  </a:txBody>
                  <a:tcPr marL="0" marR="0" marT="0" marB="0" anchor="ctr"/>
                </a:tc>
                <a:extLst>
                  <a:ext uri="{0D108BD9-81ED-4DB2-BD59-A6C34878D82A}">
                    <a16:rowId xmlns:a16="http://schemas.microsoft.com/office/drawing/2014/main" val="10001"/>
                  </a:ext>
                </a:extLst>
              </a:tr>
              <a:tr h="306353">
                <a:tc>
                  <a:txBody>
                    <a:bodyPr/>
                    <a:lstStyle/>
                    <a:p>
                      <a:pPr marL="0" marR="0" lvl="0" indent="0" algn="ctr" rtl="0">
                        <a:spcBef>
                          <a:spcPts val="0"/>
                        </a:spcBef>
                        <a:spcAft>
                          <a:spcPts val="0"/>
                        </a:spcAft>
                        <a:buNone/>
                      </a:pPr>
                      <a:r>
                        <a:rPr lang="en-US" sz="1000" b="1" dirty="0"/>
                        <a:t>A323E(6)</a:t>
                      </a:r>
                    </a:p>
                    <a:p>
                      <a:pPr marL="0" marR="0" lvl="0" indent="0" algn="ctr" rtl="0">
                        <a:spcBef>
                          <a:spcPts val="0"/>
                        </a:spcBef>
                        <a:spcAft>
                          <a:spcPts val="0"/>
                        </a:spcAft>
                        <a:buNone/>
                      </a:pPr>
                      <a:r>
                        <a:rPr lang="en-US" sz="800" dirty="0"/>
                        <a:t>HL80xx</a:t>
                      </a:r>
                    </a:p>
                    <a:p>
                      <a:pPr marL="0" marR="0" lvl="0" indent="0" algn="ctr" rtl="0">
                        <a:spcBef>
                          <a:spcPts val="0"/>
                        </a:spcBef>
                        <a:spcAft>
                          <a:spcPts val="0"/>
                        </a:spcAft>
                        <a:buNone/>
                      </a:pPr>
                      <a:r>
                        <a:rPr lang="en-US" sz="700" dirty="0">
                          <a:solidFill>
                            <a:srgbClr val="AA47F5"/>
                          </a:solidFill>
                        </a:rPr>
                        <a:t>RNP AR OANS</a:t>
                      </a:r>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-1.5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900" b="1" dirty="0">
                          <a:solidFill>
                            <a:schemeClr val="bg1"/>
                          </a:solidFill>
                        </a:rPr>
                        <a:t>EY 248 (</a:t>
                      </a:r>
                      <a:r>
                        <a:rPr lang="en-US" altLang="ko-Kore-KR" sz="900" b="1" dirty="0">
                          <a:solidFill>
                            <a:srgbClr val="00B050"/>
                          </a:solidFill>
                        </a:rPr>
                        <a:t>148</a:t>
                      </a:r>
                      <a:r>
                        <a:rPr lang="en-US" altLang="ko-Kore-KR" sz="900" b="1" dirty="0">
                          <a:solidFill>
                            <a:schemeClr val="bg1"/>
                          </a:solidFill>
                        </a:rPr>
                        <a:t>)</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HL8001 RNP AR</a:t>
                      </a:r>
                      <a:r>
                        <a:rPr kumimoji="0" lang="ko-KR" altLang="en-US" sz="800" b="0" i="0" u="none" strike="noStrike" kern="1200" cap="none" spc="0" normalizeH="0" baseline="0" noProof="0" dirty="0">
                          <a:ln>
                            <a:noFill/>
                          </a:ln>
                          <a:solidFill>
                            <a:srgbClr val="C00000"/>
                          </a:solidFill>
                          <a:effectLst/>
                          <a:uLnTx/>
                          <a:uFillTx/>
                          <a:latin typeface="Calibri"/>
                          <a:cs typeface="Calibri"/>
                        </a:rPr>
                        <a:t> </a:t>
                      </a:r>
                      <a:r>
                        <a:rPr kumimoji="0" lang="en-US" altLang="ko-KR" sz="800" b="0" i="0" u="none" strike="noStrike" kern="1200" cap="none" spc="0" normalizeH="0" baseline="0" noProof="0" dirty="0">
                          <a:ln>
                            <a:noFill/>
                          </a:ln>
                          <a:solidFill>
                            <a:srgbClr val="C00000"/>
                          </a:solidFill>
                          <a:effectLst/>
                          <a:uLnTx/>
                          <a:uFillTx/>
                          <a:latin typeface="Calibri"/>
                          <a:cs typeface="Calibri"/>
                        </a:rPr>
                        <a:t>X</a:t>
                      </a:r>
                      <a:endParaRPr kumimoji="0" lang="en-US" altLang="ko-Kore-KR" sz="800" b="0"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vMerge="1">
                  <a:txBody>
                    <a:bodyPr/>
                    <a:lstStyle/>
                    <a:p>
                      <a:pPr marL="0" marR="0" lvl="0" indent="0" algn="ctr" rtl="0">
                        <a:spcBef>
                          <a:spcPts val="0"/>
                        </a:spcBef>
                        <a:spcAft>
                          <a:spcPts val="0"/>
                        </a:spcAft>
                        <a:buNone/>
                      </a:pPr>
                      <a:endParaRPr lang="en-US" altLang="ko-Kore-KR" sz="800" dirty="0">
                        <a:solidFill>
                          <a:srgbClr val="0070C0"/>
                        </a:solidFill>
                      </a:endParaRPr>
                    </a:p>
                  </a:txBody>
                  <a:tcPr marL="0" marR="0" marT="0" marB="0" anchor="ctr"/>
                </a:tc>
                <a:extLst>
                  <a:ext uri="{0D108BD9-81ED-4DB2-BD59-A6C34878D82A}">
                    <a16:rowId xmlns:a16="http://schemas.microsoft.com/office/drawing/2014/main" val="1495032429"/>
                  </a:ext>
                </a:extLst>
              </a:tr>
              <a:tr h="306353">
                <a:tc gridSpan="2">
                  <a:txBody>
                    <a:bodyPr/>
                    <a:lstStyle/>
                    <a:p>
                      <a:pPr marL="0" marR="0" lvl="0" indent="0" algn="ctr" rtl="0">
                        <a:spcBef>
                          <a:spcPts val="0"/>
                        </a:spcBef>
                        <a:spcAft>
                          <a:spcPts val="0"/>
                        </a:spcAft>
                        <a:buNone/>
                      </a:pPr>
                      <a:r>
                        <a:rPr lang="en-US" sz="800" b="1" dirty="0">
                          <a:solidFill>
                            <a:schemeClr val="tx1"/>
                          </a:solidFill>
                        </a:rPr>
                        <a:t>ENG START</a:t>
                      </a:r>
                      <a:endParaRPr sz="800" b="1" dirty="0">
                        <a:solidFill>
                          <a:schemeClr val="tx1"/>
                        </a:solidFill>
                      </a:endParaRPr>
                    </a:p>
                  </a:txBody>
                  <a:tcPr marL="0" marR="0" marT="0" marB="0" anchor="ctr">
                    <a:solidFill>
                      <a:schemeClr val="accent1"/>
                    </a:solidFill>
                  </a:tcPr>
                </a:tc>
                <a:tc h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800" b="1" dirty="0">
                          <a:solidFill>
                            <a:schemeClr val="bg1"/>
                          </a:solidFill>
                        </a:rPr>
                        <a:t>HL7xxx 43-48%</a:t>
                      </a:r>
                    </a:p>
                  </a:txBody>
                  <a:tcPr marL="0" marR="0" marT="0" marB="0" anchor="ctr"/>
                </a:tc>
                <a:tc>
                  <a:txBody>
                    <a:bodyPr/>
                    <a:lstStyle/>
                    <a:p>
                      <a:pPr marL="0" marR="0" lvl="0" indent="0" algn="ctr" rtl="0">
                        <a:spcBef>
                          <a:spcPts val="0"/>
                        </a:spcBef>
                        <a:spcAft>
                          <a:spcPts val="0"/>
                        </a:spcAft>
                        <a:buNone/>
                      </a:pPr>
                      <a:r>
                        <a:rPr lang="en-US" sz="800" b="1" dirty="0">
                          <a:solidFill>
                            <a:schemeClr val="bg1"/>
                          </a:solidFill>
                        </a:rPr>
                        <a:t>HL8xxx 52-54%</a:t>
                      </a:r>
                      <a:endParaRPr sz="800" b="1" dirty="0">
                        <a:solidFill>
                          <a:schemeClr val="bg1"/>
                        </a:solidFill>
                      </a:endParaRPr>
                    </a:p>
                  </a:txBody>
                  <a:tcPr marL="0" marR="0" marT="0" marB="0" anchor="ctr"/>
                </a:tc>
                <a:extLst>
                  <a:ext uri="{0D108BD9-81ED-4DB2-BD59-A6C34878D82A}">
                    <a16:rowId xmlns:a16="http://schemas.microsoft.com/office/drawing/2014/main" val="1204448837"/>
                  </a:ext>
                </a:extLst>
              </a:tr>
            </a:tbl>
          </a:graphicData>
        </a:graphic>
      </p:graphicFrame>
      <p:sp>
        <p:nvSpPr>
          <p:cNvPr id="18" name="직사각형 17">
            <a:hlinkClick r:id="" action="ppaction://hlinkshowjump?jump=firstslide"/>
            <a:extLst>
              <a:ext uri="{FF2B5EF4-FFF2-40B4-BE49-F238E27FC236}">
                <a16:creationId xmlns:a16="http://schemas.microsoft.com/office/drawing/2014/main" id="{B3112A3B-610B-125E-A8F9-BF40AA4D19D0}"/>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pSp>
        <p:nvGrpSpPr>
          <p:cNvPr id="9" name="그룹 8">
            <a:extLst>
              <a:ext uri="{FF2B5EF4-FFF2-40B4-BE49-F238E27FC236}">
                <a16:creationId xmlns:a16="http://schemas.microsoft.com/office/drawing/2014/main" id="{8E2D29D6-2193-A648-AE53-8E22D516BC89}"/>
              </a:ext>
            </a:extLst>
          </p:cNvPr>
          <p:cNvGrpSpPr/>
          <p:nvPr/>
        </p:nvGrpSpPr>
        <p:grpSpPr>
          <a:xfrm>
            <a:off x="0" y="1903423"/>
            <a:ext cx="2328863" cy="1190611"/>
            <a:chOff x="0" y="1862173"/>
            <a:chExt cx="2328863" cy="1190611"/>
          </a:xfrm>
        </p:grpSpPr>
        <p:grpSp>
          <p:nvGrpSpPr>
            <p:cNvPr id="6" name="그룹 5">
              <a:extLst>
                <a:ext uri="{FF2B5EF4-FFF2-40B4-BE49-F238E27FC236}">
                  <a16:creationId xmlns:a16="http://schemas.microsoft.com/office/drawing/2014/main" id="{E6E774DD-7707-C18D-7D47-F7C6304A48E6}"/>
                </a:ext>
              </a:extLst>
            </p:cNvPr>
            <p:cNvGrpSpPr/>
            <p:nvPr/>
          </p:nvGrpSpPr>
          <p:grpSpPr>
            <a:xfrm>
              <a:off x="0" y="1862173"/>
              <a:ext cx="2328863" cy="1190611"/>
              <a:chOff x="0" y="1862173"/>
              <a:chExt cx="2328863" cy="1190611"/>
            </a:xfrm>
          </p:grpSpPr>
          <p:grpSp>
            <p:nvGrpSpPr>
              <p:cNvPr id="3" name="그룹 2">
                <a:extLst>
                  <a:ext uri="{FF2B5EF4-FFF2-40B4-BE49-F238E27FC236}">
                    <a16:creationId xmlns:a16="http://schemas.microsoft.com/office/drawing/2014/main" id="{3BE6A6AA-987E-10E1-F9A8-89FCBA32AFA9}"/>
                  </a:ext>
                </a:extLst>
              </p:cNvPr>
              <p:cNvGrpSpPr/>
              <p:nvPr/>
            </p:nvGrpSpPr>
            <p:grpSpPr>
              <a:xfrm>
                <a:off x="0" y="1862173"/>
                <a:ext cx="2328863" cy="1190611"/>
                <a:chOff x="0" y="1772965"/>
                <a:chExt cx="2328863" cy="1190611"/>
              </a:xfrm>
            </p:grpSpPr>
            <p:pic>
              <p:nvPicPr>
                <p:cNvPr id="1026" name="Picture 2" descr="AIRCRAFT DIFFERENCES &#10;PRINCIPAL DIMENSION &#10;A330-3001300E &#10;63.69 m &#10;208.92 ft &#10;60.30 m &#10;197.83 ft &#10;16.83 m &#10;55.25 ft &#10;25.37 m &#10;83.25 ft &#10;10.68 m &#10;35.08 ft &#10;A330-200 1 200E &#10;LENGTH &#10;WING SPAN &#10;HEIGHT &#10;WHEEL BASE &#10;WHEEL TREAD &#10;58.37 m &#10;60.30 m &#10;17.80 m / &#10;17.30 m &#10;22.18 m &#10;10.68 m &#10;191.25 ft &#10;197.83 ft &#10;58.42 ft/ &#10;56.67 ft &#10;72.75 ft &#10;35.08 ft &#10;Refer to FCOM DSC-20-20 Principal Dimensions ">
                  <a:extLst>
                    <a:ext uri="{FF2B5EF4-FFF2-40B4-BE49-F238E27FC236}">
                      <a16:creationId xmlns:a16="http://schemas.microsoft.com/office/drawing/2014/main" id="{F259DAB8-9767-8A55-9C6D-43D00F9887B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3113"/>
                <a:stretch/>
              </p:blipFill>
              <p:spPr bwMode="auto">
                <a:xfrm>
                  <a:off x="0" y="1793903"/>
                  <a:ext cx="2328863" cy="116967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878F22F8-477B-8EEA-D382-745299F020BE}"/>
                    </a:ext>
                  </a:extLst>
                </p:cNvPr>
                <p:cNvSpPr txBox="1"/>
                <p:nvPr/>
              </p:nvSpPr>
              <p:spPr>
                <a:xfrm>
                  <a:off x="1123799" y="1772965"/>
                  <a:ext cx="1043876" cy="246221"/>
                </a:xfrm>
                <a:prstGeom prst="rect">
                  <a:avLst/>
                </a:prstGeom>
                <a:noFill/>
              </p:spPr>
              <p:txBody>
                <a:bodyPr wrap="none" rtlCol="0">
                  <a:spAutoFit/>
                </a:bodyPr>
                <a:lstStyle/>
                <a:p>
                  <a:r>
                    <a:rPr kumimoji="1" lang="en-US" altLang="ko-Kore-KR" sz="500" b="1" dirty="0">
                      <a:solidFill>
                        <a:srgbClr val="0070C0"/>
                      </a:solidFill>
                      <a:latin typeface="Arial" panose="020B0604020202020204" pitchFamily="34" charset="0"/>
                      <a:cs typeface="Arial" panose="020B0604020202020204" pitchFamily="34" charset="0"/>
                    </a:rPr>
                    <a:t>WINGSPAN : ICAO E, FAA V</a:t>
                  </a:r>
                </a:p>
                <a:p>
                  <a:r>
                    <a:rPr kumimoji="1" lang="en-US" altLang="ko-Kore-KR" sz="500" b="1" dirty="0">
                      <a:solidFill>
                        <a:srgbClr val="0070C0"/>
                      </a:solidFill>
                      <a:latin typeface="Arial" panose="020B0604020202020204" pitchFamily="34" charset="0"/>
                      <a:cs typeface="Arial" panose="020B0604020202020204" pitchFamily="34" charset="0"/>
                    </a:rPr>
                    <a:t>Weight CAT : Heavy</a:t>
                  </a:r>
                  <a:endParaRPr kumimoji="1" lang="ko-Kore-KR" altLang="en-US" sz="500" b="1" dirty="0">
                    <a:solidFill>
                      <a:srgbClr val="0070C0"/>
                    </a:solidFill>
                    <a:latin typeface="Arial" panose="020B0604020202020204" pitchFamily="34" charset="0"/>
                    <a:cs typeface="Arial" panose="020B0604020202020204" pitchFamily="34" charset="0"/>
                  </a:endParaRPr>
                </a:p>
              </p:txBody>
            </p:sp>
          </p:grpSp>
          <p:sp>
            <p:nvSpPr>
              <p:cNvPr id="5" name="TextBox 4">
                <a:extLst>
                  <a:ext uri="{FF2B5EF4-FFF2-40B4-BE49-F238E27FC236}">
                    <a16:creationId xmlns:a16="http://schemas.microsoft.com/office/drawing/2014/main" id="{D511136D-3120-4FDA-C601-570D4D0BA4A0}"/>
                  </a:ext>
                </a:extLst>
              </p:cNvPr>
              <p:cNvSpPr txBox="1"/>
              <p:nvPr/>
            </p:nvSpPr>
            <p:spPr>
              <a:xfrm>
                <a:off x="1433334" y="2939345"/>
                <a:ext cx="853366" cy="76944"/>
              </a:xfrm>
              <a:prstGeom prst="rect">
                <a:avLst/>
              </a:prstGeom>
              <a:solidFill>
                <a:srgbClr val="FCFCFC"/>
              </a:solidFill>
            </p:spPr>
            <p:txBody>
              <a:bodyPr wrap="none" lIns="36000" tIns="0" rIns="36000" bIns="0" rtlCol="0">
                <a:spAutoFit/>
              </a:bodyPr>
              <a:lstStyle/>
              <a:p>
                <a:r>
                  <a:rPr kumimoji="1" lang="en-US" altLang="ko-Kore-KR" sz="500" b="1" dirty="0">
                    <a:solidFill>
                      <a:srgbClr val="C00000"/>
                    </a:solidFill>
                    <a:latin typeface="Arial" panose="020B0604020202020204" pitchFamily="34" charset="0"/>
                    <a:cs typeface="Arial" panose="020B0604020202020204" pitchFamily="34" charset="0"/>
                  </a:rPr>
                  <a:t>180 Back 72</a:t>
                </a:r>
                <a:r>
                  <a:rPr kumimoji="1" lang="ko-KR" altLang="en-US" sz="500" b="1" dirty="0">
                    <a:solidFill>
                      <a:srgbClr val="C00000"/>
                    </a:solidFill>
                    <a:latin typeface="Arial" panose="020B0604020202020204" pitchFamily="34" charset="0"/>
                    <a:cs typeface="Arial" panose="020B0604020202020204" pitchFamily="34" charset="0"/>
                  </a:rPr>
                  <a:t>도 </a:t>
                </a:r>
                <a:r>
                  <a:rPr kumimoji="1" lang="en-US" altLang="ko-KR" sz="500" b="1" dirty="0">
                    <a:solidFill>
                      <a:srgbClr val="C00000"/>
                    </a:solidFill>
                    <a:latin typeface="Arial" panose="020B0604020202020204" pitchFamily="34" charset="0"/>
                    <a:cs typeface="Arial" panose="020B0604020202020204" pitchFamily="34" charset="0"/>
                  </a:rPr>
                  <a:t>48m/(157ft)</a:t>
                </a:r>
                <a:endParaRPr kumimoji="1" lang="en-US" altLang="ko-Kore-KR" sz="500" b="1" dirty="0">
                  <a:solidFill>
                    <a:srgbClr val="C00000"/>
                  </a:solidFill>
                  <a:latin typeface="Arial" panose="020B0604020202020204" pitchFamily="34" charset="0"/>
                  <a:cs typeface="Arial" panose="020B0604020202020204" pitchFamily="34" charset="0"/>
                </a:endParaRPr>
              </a:p>
            </p:txBody>
          </p:sp>
        </p:grpSp>
        <p:sp>
          <p:nvSpPr>
            <p:cNvPr id="7" name="액자 6">
              <a:extLst>
                <a:ext uri="{FF2B5EF4-FFF2-40B4-BE49-F238E27FC236}">
                  <a16:creationId xmlns:a16="http://schemas.microsoft.com/office/drawing/2014/main" id="{32867CEA-17FF-A75A-0FF2-280EF11D0E9E}"/>
                </a:ext>
              </a:extLst>
            </p:cNvPr>
            <p:cNvSpPr/>
            <p:nvPr/>
          </p:nvSpPr>
          <p:spPr>
            <a:xfrm>
              <a:off x="621612" y="2324288"/>
              <a:ext cx="1665088" cy="144142"/>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pSp>
      <p:graphicFrame>
        <p:nvGraphicFramePr>
          <p:cNvPr id="8" name="Google Shape;371;p27">
            <a:extLst>
              <a:ext uri="{FF2B5EF4-FFF2-40B4-BE49-F238E27FC236}">
                <a16:creationId xmlns:a16="http://schemas.microsoft.com/office/drawing/2014/main" id="{968524BE-DACB-3A48-27BF-61446DA252B6}"/>
              </a:ext>
            </a:extLst>
          </p:cNvPr>
          <p:cNvGraphicFramePr/>
          <p:nvPr>
            <p:extLst>
              <p:ext uri="{D42A27DB-BD31-4B8C-83A1-F6EECF244321}">
                <p14:modId xmlns:p14="http://schemas.microsoft.com/office/powerpoint/2010/main" val="1600412287"/>
              </p:ext>
            </p:extLst>
          </p:nvPr>
        </p:nvGraphicFramePr>
        <p:xfrm>
          <a:off x="10990" y="3164515"/>
          <a:ext cx="2317874" cy="782704"/>
        </p:xfrm>
        <a:graphic>
          <a:graphicData uri="http://schemas.openxmlformats.org/drawingml/2006/table">
            <a:tbl>
              <a:tblPr firstRow="1" bandRow="1">
                <a:tableStyleId>{A521BE36-7E6F-4EC9-8D66-1CF97A6895EC}</a:tableStyleId>
              </a:tblPr>
              <a:tblGrid>
                <a:gridCol w="478536">
                  <a:extLst>
                    <a:ext uri="{9D8B030D-6E8A-4147-A177-3AD203B41FA5}">
                      <a16:colId xmlns:a16="http://schemas.microsoft.com/office/drawing/2014/main" val="20000"/>
                    </a:ext>
                  </a:extLst>
                </a:gridCol>
                <a:gridCol w="682964">
                  <a:extLst>
                    <a:ext uri="{9D8B030D-6E8A-4147-A177-3AD203B41FA5}">
                      <a16:colId xmlns:a16="http://schemas.microsoft.com/office/drawing/2014/main" val="1710634008"/>
                    </a:ext>
                  </a:extLst>
                </a:gridCol>
                <a:gridCol w="430009">
                  <a:extLst>
                    <a:ext uri="{9D8B030D-6E8A-4147-A177-3AD203B41FA5}">
                      <a16:colId xmlns:a16="http://schemas.microsoft.com/office/drawing/2014/main" val="237343090"/>
                    </a:ext>
                  </a:extLst>
                </a:gridCol>
                <a:gridCol w="726365">
                  <a:extLst>
                    <a:ext uri="{9D8B030D-6E8A-4147-A177-3AD203B41FA5}">
                      <a16:colId xmlns:a16="http://schemas.microsoft.com/office/drawing/2014/main" val="3123104972"/>
                    </a:ext>
                  </a:extLst>
                </a:gridCol>
              </a:tblGrid>
              <a:tr h="257703">
                <a:tc gridSpan="4">
                  <a:txBody>
                    <a:bodyPr/>
                    <a:lstStyle/>
                    <a:p>
                      <a:pPr marL="0" marR="0" lvl="0" indent="0" algn="ctr" rtl="0">
                        <a:spcBef>
                          <a:spcPts val="0"/>
                        </a:spcBef>
                        <a:spcAft>
                          <a:spcPts val="0"/>
                        </a:spcAft>
                        <a:buNone/>
                      </a:pPr>
                      <a:r>
                        <a:rPr lang="en-US" altLang="ko-KR" sz="1100" b="1" dirty="0"/>
                        <a:t>MTOW</a:t>
                      </a:r>
                      <a:endParaRPr sz="1100" b="1" dirty="0"/>
                    </a:p>
                  </a:txBody>
                  <a:tcPr marL="0" marR="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412390786"/>
                  </a:ext>
                </a:extLst>
              </a:tr>
              <a:tr h="193667">
                <a:tc>
                  <a:txBody>
                    <a:bodyPr/>
                    <a:lstStyle/>
                    <a:p>
                      <a:pPr marL="0" marR="0" lvl="0" indent="0" algn="ctr" rtl="0">
                        <a:spcBef>
                          <a:spcPts val="0"/>
                        </a:spcBef>
                        <a:spcAft>
                          <a:spcPts val="0"/>
                        </a:spcAft>
                        <a:buNone/>
                      </a:pPr>
                      <a:r>
                        <a:rPr lang="en-US" altLang="ko-KR" sz="900" b="1" dirty="0">
                          <a:solidFill>
                            <a:srgbClr val="0070C0"/>
                          </a:solidFill>
                        </a:rPr>
                        <a:t>238T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524,700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230T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507,063 </a:t>
                      </a:r>
                      <a:r>
                        <a:rPr lang="en-US" sz="900" b="1" dirty="0" err="1"/>
                        <a:t>lbs</a:t>
                      </a:r>
                      <a:endParaRPr sz="900" b="1" dirty="0"/>
                    </a:p>
                  </a:txBody>
                  <a:tcPr marL="0" marR="0" marT="0" marB="0" anchor="ctr"/>
                </a:tc>
                <a:extLst>
                  <a:ext uri="{0D108BD9-81ED-4DB2-BD59-A6C34878D82A}">
                    <a16:rowId xmlns:a16="http://schemas.microsoft.com/office/drawing/2014/main" val="707937932"/>
                  </a:ext>
                </a:extLst>
              </a:tr>
              <a:tr h="165667">
                <a:tc>
                  <a:txBody>
                    <a:bodyPr/>
                    <a:lstStyle/>
                    <a:p>
                      <a:pPr marL="0" marR="0" lvl="0" indent="0" algn="ctr" rtl="0">
                        <a:spcBef>
                          <a:spcPts val="0"/>
                        </a:spcBef>
                        <a:spcAft>
                          <a:spcPts val="0"/>
                        </a:spcAft>
                        <a:buNone/>
                      </a:pPr>
                      <a:r>
                        <a:rPr lang="en-US" sz="900" b="1" dirty="0">
                          <a:solidFill>
                            <a:srgbClr val="0070C0"/>
                          </a:solidFill>
                        </a:rPr>
                        <a:t>217T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468,402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198T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436,515 </a:t>
                      </a:r>
                      <a:r>
                        <a:rPr lang="en-US" sz="900" b="1" dirty="0" err="1"/>
                        <a:t>lbs</a:t>
                      </a:r>
                      <a:endParaRPr sz="900" b="1" dirty="0"/>
                    </a:p>
                  </a:txBody>
                  <a:tcPr marL="0" marR="0" marT="0" marB="0" anchor="ctr"/>
                </a:tc>
                <a:extLst>
                  <a:ext uri="{0D108BD9-81ED-4DB2-BD59-A6C34878D82A}">
                    <a16:rowId xmlns:a16="http://schemas.microsoft.com/office/drawing/2014/main" val="896249924"/>
                  </a:ext>
                </a:extLst>
              </a:tr>
              <a:tr h="165667">
                <a:tc>
                  <a:txBody>
                    <a:bodyPr/>
                    <a:lstStyle/>
                    <a:p>
                      <a:pPr marL="0" marR="0" lvl="0" indent="0" algn="ctr" rtl="0">
                        <a:spcBef>
                          <a:spcPts val="0"/>
                        </a:spcBef>
                        <a:spcAft>
                          <a:spcPts val="0"/>
                        </a:spcAft>
                        <a:buNone/>
                      </a:pPr>
                      <a:r>
                        <a:rPr lang="en-US" sz="900" b="1" dirty="0">
                          <a:solidFill>
                            <a:srgbClr val="0070C0"/>
                          </a:solidFill>
                        </a:rPr>
                        <a:t>192T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423,287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endParaRPr sz="900" b="1" dirty="0"/>
                    </a:p>
                  </a:txBody>
                  <a:tcPr marL="0" marR="0" marT="0" marB="0" anchor="ctr"/>
                </a:tc>
                <a:extLst>
                  <a:ext uri="{0D108BD9-81ED-4DB2-BD59-A6C34878D82A}">
                    <a16:rowId xmlns:a16="http://schemas.microsoft.com/office/drawing/2014/main" val="902440045"/>
                  </a:ext>
                </a:extLst>
              </a:tr>
            </a:tbl>
          </a:graphicData>
        </a:graphic>
      </p:graphicFrame>
      <p:sp>
        <p:nvSpPr>
          <p:cNvPr id="10" name="액자 9">
            <a:extLst>
              <a:ext uri="{FF2B5EF4-FFF2-40B4-BE49-F238E27FC236}">
                <a16:creationId xmlns:a16="http://schemas.microsoft.com/office/drawing/2014/main" id="{D2D2AA0C-6C9A-6E78-A020-8B4E6A215341}"/>
              </a:ext>
            </a:extLst>
          </p:cNvPr>
          <p:cNvSpPr/>
          <p:nvPr/>
        </p:nvSpPr>
        <p:spPr>
          <a:xfrm>
            <a:off x="14809" y="3581973"/>
            <a:ext cx="2314054" cy="220005"/>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spTree>
    <p:extLst>
      <p:ext uri="{BB962C8B-B14F-4D97-AF65-F5344CB8AC3E}">
        <p14:creationId xmlns:p14="http://schemas.microsoft.com/office/powerpoint/2010/main" val="398590726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4170209501"/>
              </p:ext>
            </p:extLst>
          </p:nvPr>
        </p:nvGraphicFramePr>
        <p:xfrm>
          <a:off x="0" y="0"/>
          <a:ext cx="2328875" cy="86028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CRZ FUEL Penalty </a:t>
                      </a:r>
                      <a:r>
                        <a:rPr lang="en-US" sz="1000" dirty="0">
                          <a:latin typeface="+mn-lt"/>
                        </a:rPr>
                        <a:t>(Approximation)</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altLang="ko-Kore-KR" sz="1000" b="1" i="0" u="none" strike="noStrike" cap="none" dirty="0">
                          <a:solidFill>
                            <a:srgbClr val="0070C0"/>
                          </a:solidFill>
                          <a:latin typeface="Calibri"/>
                          <a:ea typeface="Calibri"/>
                          <a:cs typeface="Calibri"/>
                          <a:sym typeface="Arial"/>
                        </a:rPr>
                        <a:t>A330</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400</a:t>
                      </a:r>
                      <a:r>
                        <a:rPr lang="en-US" altLang="ko-KR" sz="900" b="0" i="0" u="none" strike="noStrike" cap="none" dirty="0">
                          <a:solidFill>
                            <a:srgbClr val="0070C0"/>
                          </a:solidFill>
                          <a:latin typeface="Calibri"/>
                          <a:ea typeface="Calibri"/>
                          <a:cs typeface="Calibri"/>
                          <a:sym typeface="Arial"/>
                        </a:rPr>
                        <a:t>0ft below OPT ALT : 5% increase trip fuel</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8000</a:t>
                      </a:r>
                      <a:r>
                        <a:rPr lang="en-US" altLang="ko-KR" sz="900" b="0" i="0" u="none" strike="noStrike" cap="none" dirty="0">
                          <a:solidFill>
                            <a:srgbClr val="0070C0"/>
                          </a:solidFill>
                          <a:latin typeface="Calibri"/>
                          <a:ea typeface="Calibri"/>
                          <a:cs typeface="Calibri"/>
                          <a:sym typeface="Arial"/>
                        </a:rPr>
                        <a:t>ft below OPT ALT : 10% increase trip fuel</a:t>
                      </a:r>
                    </a:p>
                    <a:p>
                      <a:pPr marL="0" marR="0" lvl="0" indent="0" algn="l" rtl="0">
                        <a:spcBef>
                          <a:spcPts val="0"/>
                        </a:spcBef>
                        <a:spcAft>
                          <a:spcPts val="0"/>
                        </a:spcAft>
                        <a:buNone/>
                      </a:pPr>
                      <a:r>
                        <a:rPr lang="en-US" altLang="ko-KR" sz="900" b="0" i="0" u="none" strike="noStrike" cap="none" dirty="0">
                          <a:solidFill>
                            <a:srgbClr val="0070C0"/>
                          </a:solidFill>
                          <a:latin typeface="Calibri"/>
                          <a:ea typeface="Calibri"/>
                          <a:cs typeface="Calibri"/>
                          <a:sym typeface="Arial"/>
                        </a:rPr>
                        <a:t>Above OPT ALT : 3% increase trip fuel</a:t>
                      </a:r>
                    </a:p>
                  </a:txBody>
                  <a:tcPr marL="36000" marR="36000" marT="36000" marB="36000"/>
                </a:tc>
                <a:extLst>
                  <a:ext uri="{0D108BD9-81ED-4DB2-BD59-A6C34878D82A}">
                    <a16:rowId xmlns:a16="http://schemas.microsoft.com/office/drawing/2014/main" val="10001"/>
                  </a:ext>
                </a:extLst>
              </a:tr>
            </a:tbl>
          </a:graphicData>
        </a:graphic>
      </p:graphicFrame>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847353" y="5193196"/>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402;p31">
            <a:extLst>
              <a:ext uri="{FF2B5EF4-FFF2-40B4-BE49-F238E27FC236}">
                <a16:creationId xmlns:a16="http://schemas.microsoft.com/office/drawing/2014/main" id="{8C1A594E-6DAE-98B3-E918-E5F0370C4B3C}"/>
              </a:ext>
            </a:extLst>
          </p:cNvPr>
          <p:cNvGraphicFramePr/>
          <p:nvPr>
            <p:extLst>
              <p:ext uri="{D42A27DB-BD31-4B8C-83A1-F6EECF244321}">
                <p14:modId xmlns:p14="http://schemas.microsoft.com/office/powerpoint/2010/main" val="1823599447"/>
              </p:ext>
            </p:extLst>
          </p:nvPr>
        </p:nvGraphicFramePr>
        <p:xfrm>
          <a:off x="1933" y="923306"/>
          <a:ext cx="2328875" cy="21735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FUEL Consumption</a:t>
                      </a:r>
                      <a:endParaRPr sz="1000" dirty="0">
                        <a:solidFill>
                          <a:srgbClr val="FFC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APU</a:t>
                      </a: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GND : 438 LBS/</a:t>
                      </a:r>
                      <a:r>
                        <a:rPr lang="en-US" sz="800" b="0" dirty="0" err="1">
                          <a:solidFill>
                            <a:srgbClr val="0070C0"/>
                          </a:solidFill>
                          <a:latin typeface="Arial" panose="020B0604020202020204" pitchFamily="34" charset="0"/>
                          <a:cs typeface="Arial" panose="020B0604020202020204" pitchFamily="34" charset="0"/>
                        </a:rPr>
                        <a:t>hr</a:t>
                      </a:r>
                      <a:r>
                        <a:rPr lang="en-US" sz="800" b="0" dirty="0">
                          <a:solidFill>
                            <a:srgbClr val="0070C0"/>
                          </a:solidFill>
                          <a:latin typeface="Arial" panose="020B0604020202020204" pitchFamily="34" charset="0"/>
                          <a:cs typeface="Arial" panose="020B0604020202020204" pitchFamily="34" charset="0"/>
                        </a:rPr>
                        <a:t> (BLOCK FUEL</a:t>
                      </a:r>
                      <a:r>
                        <a:rPr lang="ko-KR" altLang="en-US" sz="800" b="0" dirty="0">
                          <a:solidFill>
                            <a:srgbClr val="0070C0"/>
                          </a:solidFill>
                          <a:latin typeface="Arial" panose="020B0604020202020204" pitchFamily="34" charset="0"/>
                          <a:cs typeface="Arial" panose="020B0604020202020204" pitchFamily="34" charset="0"/>
                        </a:rPr>
                        <a:t>산정</a:t>
                      </a:r>
                      <a:r>
                        <a:rPr lang="en-US" altLang="ko-KR" sz="800" b="0" dirty="0">
                          <a:solidFill>
                            <a:srgbClr val="0070C0"/>
                          </a:solidFill>
                          <a:latin typeface="Arial" panose="020B0604020202020204" pitchFamily="34" charset="0"/>
                          <a:cs typeface="Arial" panose="020B0604020202020204" pitchFamily="34" charset="0"/>
                        </a:rPr>
                        <a:t>)</a:t>
                      </a:r>
                      <a:endParaRPr lang="en-US" sz="800" b="0"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IN FLT : </a:t>
                      </a:r>
                      <a:r>
                        <a:rPr lang="en-US" altLang="ko-KR" sz="800" b="0" dirty="0">
                          <a:solidFill>
                            <a:srgbClr val="0070C0"/>
                          </a:solidFill>
                          <a:latin typeface="Arial" panose="020B0604020202020204" pitchFamily="34" charset="0"/>
                          <a:cs typeface="Arial" panose="020B0604020202020204" pitchFamily="34" charset="0"/>
                        </a:rPr>
                        <a:t>286</a:t>
                      </a:r>
                      <a:r>
                        <a:rPr lang="ko-KR" altLang="en-US" sz="800" b="0" dirty="0">
                          <a:solidFill>
                            <a:srgbClr val="0070C0"/>
                          </a:solidFill>
                          <a:latin typeface="Arial" panose="020B0604020202020204" pitchFamily="34" charset="0"/>
                          <a:cs typeface="Arial" panose="020B0604020202020204" pitchFamily="34" charset="0"/>
                        </a:rPr>
                        <a:t> </a:t>
                      </a:r>
                      <a:r>
                        <a:rPr lang="en-US" sz="800" b="0" dirty="0">
                          <a:solidFill>
                            <a:srgbClr val="0070C0"/>
                          </a:solidFill>
                          <a:latin typeface="Arial" panose="020B0604020202020204" pitchFamily="34" charset="0"/>
                          <a:cs typeface="Arial" panose="020B0604020202020204" pitchFamily="34" charset="0"/>
                        </a:rPr>
                        <a:t>LBS/</a:t>
                      </a:r>
                      <a:r>
                        <a:rPr lang="en-US" sz="800" b="0" dirty="0" err="1">
                          <a:solidFill>
                            <a:srgbClr val="0070C0"/>
                          </a:solidFill>
                          <a:latin typeface="Arial" panose="020B0604020202020204" pitchFamily="34" charset="0"/>
                          <a:cs typeface="Arial" panose="020B0604020202020204" pitchFamily="34" charset="0"/>
                        </a:rPr>
                        <a:t>hr</a:t>
                      </a:r>
                      <a:endParaRPr lang="en-US" sz="800" b="0" dirty="0">
                        <a:solidFill>
                          <a:srgbClr val="0070C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2985261219"/>
                  </a:ext>
                </a:extLst>
              </a:tr>
              <a:tr h="214363">
                <a:tc>
                  <a:txBody>
                    <a:bodyPr/>
                    <a:lstStyle/>
                    <a:p>
                      <a:pPr marL="0" marR="0" lvl="0" indent="0" algn="l" rtl="0">
                        <a:spcBef>
                          <a:spcPts val="0"/>
                        </a:spcBef>
                        <a:spcAft>
                          <a:spcPts val="0"/>
                        </a:spcAft>
                        <a:buNone/>
                      </a:pPr>
                      <a:r>
                        <a:rPr lang="en-US" altLang="ko-Kore-KR" sz="900" b="1" i="0" u="none" strike="noStrike" cap="none" dirty="0">
                          <a:solidFill>
                            <a:srgbClr val="0070C0"/>
                          </a:solidFill>
                          <a:latin typeface="Arial" panose="020B0604020202020204" pitchFamily="34" charset="0"/>
                          <a:ea typeface="Calibri"/>
                          <a:cs typeface="Arial" panose="020B0604020202020204" pitchFamily="34" charset="0"/>
                          <a:sym typeface="Arial"/>
                        </a:rPr>
                        <a:t>TAXI</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2 ENG, no APU :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3300</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LBS/</a:t>
                      </a:r>
                      <a:r>
                        <a:rPr lang="en-US" altLang="ko-Kore-KR" sz="800" b="0" i="0" u="none" strike="noStrike" cap="none" dirty="0" err="1">
                          <a:solidFill>
                            <a:srgbClr val="0070C0"/>
                          </a:solidFill>
                          <a:latin typeface="Arial" panose="020B0604020202020204" pitchFamily="34" charset="0"/>
                          <a:ea typeface="Calibri"/>
                          <a:cs typeface="Arial" panose="020B0604020202020204" pitchFamily="34" charset="0"/>
                          <a:sym typeface="Arial"/>
                        </a:rPr>
                        <a:t>hr</a:t>
                      </a: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55 LBS/</a:t>
                      </a:r>
                      <a:r>
                        <a:rPr lang="en-US" altLang="ko-KR" sz="800" b="0" i="0" u="none" strike="noStrike" cap="none" dirty="0" err="1">
                          <a:solidFill>
                            <a:srgbClr val="0070C0"/>
                          </a:solidFill>
                          <a:latin typeface="Arial" panose="020B0604020202020204" pitchFamily="34" charset="0"/>
                          <a:ea typeface="Calibri"/>
                          <a:cs typeface="Arial" panose="020B0604020202020204" pitchFamily="34" charset="0"/>
                          <a:sym typeface="Arial"/>
                        </a:rPr>
                        <a:t>hr</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a:t>
                      </a:r>
                    </a:p>
                  </a:txBody>
                  <a:tcPr marL="36000" marR="36000" marT="36000" marB="36000"/>
                </a:tc>
                <a:extLst>
                  <a:ext uri="{0D108BD9-81ED-4DB2-BD59-A6C34878D82A}">
                    <a16:rowId xmlns:a16="http://schemas.microsoft.com/office/drawing/2014/main" val="10001"/>
                  </a:ext>
                </a:extLst>
              </a:tr>
              <a:tr h="214363">
                <a:tc>
                  <a:txBody>
                    <a:bodyPr/>
                    <a:lstStyle/>
                    <a:p>
                      <a:pPr marL="0" marR="0" lvl="0" indent="0" algn="l" rtl="0">
                        <a:spcBef>
                          <a:spcPts val="0"/>
                        </a:spcBef>
                        <a:spcAft>
                          <a:spcPts val="0"/>
                        </a:spcAft>
                        <a:buNone/>
                      </a:pPr>
                      <a:r>
                        <a:rPr lang="en-US" altLang="ko-Kore-KR" sz="900" b="1" i="0" u="none" strike="noStrike" cap="none" dirty="0">
                          <a:solidFill>
                            <a:srgbClr val="0070C0"/>
                          </a:solidFill>
                          <a:latin typeface="Arial" panose="020B0604020202020204" pitchFamily="34" charset="0"/>
                          <a:ea typeface="Calibri"/>
                          <a:cs typeface="Arial" panose="020B0604020202020204" pitchFamily="34" charset="0"/>
                          <a:sym typeface="Arial"/>
                        </a:rPr>
                        <a:t>CRZ</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- 100ft </a:t>
                      </a:r>
                      <a:r>
                        <a:rPr lang="ko-Kore-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당</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8</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min </a:t>
                      </a:r>
                    </a:p>
                    <a:p>
                      <a:pPr marL="0" marR="0" lvl="0" indent="0" algn="l" rtl="0">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ex) 1000ft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상승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80</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min, 1hr 20min</a:t>
                      </a:r>
                      <a:endPar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4015474656"/>
                  </a:ext>
                </a:extLst>
              </a:tr>
              <a:tr h="214363">
                <a:tc>
                  <a:txBody>
                    <a:bodyPr/>
                    <a:lstStyle/>
                    <a:p>
                      <a:pPr marL="0" marR="0" lvl="0" indent="0" algn="l" rtl="0">
                        <a:lnSpc>
                          <a:spcPct val="100000"/>
                        </a:lnSpc>
                        <a:spcBef>
                          <a:spcPts val="0"/>
                        </a:spcBef>
                        <a:spcAft>
                          <a:spcPts val="0"/>
                        </a:spcAft>
                        <a:buNone/>
                      </a:pPr>
                      <a:r>
                        <a:rPr lang="en-US" altLang="ko-Kore-KR" sz="900" b="1" i="0" u="none" strike="noStrike" cap="none" dirty="0">
                          <a:solidFill>
                            <a:srgbClr val="0070C0"/>
                          </a:solidFill>
                          <a:latin typeface="Arial" panose="020B0604020202020204" pitchFamily="34" charset="0"/>
                          <a:ea typeface="Calibri"/>
                          <a:cs typeface="Arial" panose="020B0604020202020204" pitchFamily="34" charset="0"/>
                          <a:sym typeface="Arial"/>
                        </a:rPr>
                        <a:t>Holding</a:t>
                      </a:r>
                    </a:p>
                    <a:p>
                      <a:pPr marL="0" marR="0" lvl="0" indent="0" algn="l" rtl="0">
                        <a:lnSpc>
                          <a:spcPct val="100000"/>
                        </a:lnSpc>
                        <a:spcBef>
                          <a:spcPts val="0"/>
                        </a:spcBef>
                        <a:spcAft>
                          <a:spcPts val="0"/>
                        </a:spcAft>
                        <a:buNone/>
                      </a:pP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분당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200LBS (Actual F/F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참조</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시간당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12000LBS)</a:t>
                      </a:r>
                    </a:p>
                    <a:p>
                      <a:pPr marL="0" marR="0" lvl="0" indent="0" algn="l" rtl="0">
                        <a:lnSpc>
                          <a:spcPct val="100000"/>
                        </a:lnSpc>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Missed App </a:t>
                      </a:r>
                      <a:r>
                        <a:rPr kumimoji="0" lang="en-US" altLang="ko-KR" sz="9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&amp;</a:t>
                      </a:r>
                      <a:r>
                        <a:rPr kumimoji="0" lang="ko-KR" altLang="en-US" sz="9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r>
                        <a:rPr kumimoji="0" lang="en-US" altLang="ko-KR" sz="9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Landing</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3000</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LBS (</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과거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EDTO</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자료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1</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Missed App + L/D)</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endPar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3077422953"/>
                  </a:ext>
                </a:extLst>
              </a:tr>
            </a:tbl>
          </a:graphicData>
        </a:graphic>
      </p:graphicFrame>
      <p:graphicFrame>
        <p:nvGraphicFramePr>
          <p:cNvPr id="5" name="Google Shape;402;p31">
            <a:extLst>
              <a:ext uri="{FF2B5EF4-FFF2-40B4-BE49-F238E27FC236}">
                <a16:creationId xmlns:a16="http://schemas.microsoft.com/office/drawing/2014/main" id="{CC58B19C-6D0D-9F37-979E-48EB84619961}"/>
              </a:ext>
            </a:extLst>
          </p:cNvPr>
          <p:cNvGraphicFramePr/>
          <p:nvPr>
            <p:extLst>
              <p:ext uri="{D42A27DB-BD31-4B8C-83A1-F6EECF244321}">
                <p14:modId xmlns:p14="http://schemas.microsoft.com/office/powerpoint/2010/main" val="1729410845"/>
              </p:ext>
            </p:extLst>
          </p:nvPr>
        </p:nvGraphicFramePr>
        <p:xfrm>
          <a:off x="3864" y="3117984"/>
          <a:ext cx="2328875" cy="130268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ea typeface="+mn-ea"/>
                          <a:cs typeface="Calibri" panose="020F0502020204030204" pitchFamily="34" charset="0"/>
                        </a:rPr>
                        <a:t>FUEL Loading</a:t>
                      </a:r>
                      <a:endParaRPr sz="1000" dirty="0">
                        <a:solidFill>
                          <a:srgbClr val="FFC000"/>
                        </a:solidFill>
                        <a:latin typeface="+mn-lt"/>
                        <a:ea typeface="+mn-ea"/>
                        <a:cs typeface="Calibri" panose="020F0502020204030204" pitchFamily="34" charset="0"/>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lnSpc>
                          <a:spcPct val="150000"/>
                        </a:lnSpc>
                        <a:spcBef>
                          <a:spcPts val="0"/>
                        </a:spcBef>
                        <a:spcAft>
                          <a:spcPts val="0"/>
                        </a:spcAft>
                        <a:buNone/>
                      </a:pPr>
                      <a:r>
                        <a:rPr lang="en-US" altLang="ko-KR" sz="900" b="1" dirty="0">
                          <a:solidFill>
                            <a:srgbClr val="0070C0"/>
                          </a:solidFill>
                          <a:latin typeface="Calibri" panose="020F0502020204030204" pitchFamily="34" charset="0"/>
                          <a:ea typeface="+mn-ea"/>
                          <a:cs typeface="Calibri" panose="020F0502020204030204" pitchFamily="34" charset="0"/>
                        </a:rPr>
                        <a:t>Tail</a:t>
                      </a:r>
                      <a:r>
                        <a:rPr lang="ko-KR" altLang="en-US" sz="900" b="1" dirty="0">
                          <a:solidFill>
                            <a:srgbClr val="0070C0"/>
                          </a:solidFill>
                          <a:latin typeface="Calibri" panose="020F0502020204030204" pitchFamily="34" charset="0"/>
                          <a:ea typeface="+mn-ea"/>
                          <a:cs typeface="Calibri" panose="020F0502020204030204" pitchFamily="34" charset="0"/>
                        </a:rPr>
                        <a:t> </a:t>
                      </a:r>
                      <a:r>
                        <a:rPr lang="en-US" altLang="ko-KR" sz="900" b="1" dirty="0">
                          <a:solidFill>
                            <a:srgbClr val="0070C0"/>
                          </a:solidFill>
                          <a:latin typeface="Calibri" panose="020F0502020204030204" pitchFamily="34" charset="0"/>
                          <a:ea typeface="+mn-ea"/>
                          <a:cs typeface="Calibri" panose="020F0502020204030204" pitchFamily="34" charset="0"/>
                        </a:rPr>
                        <a:t>Tank</a:t>
                      </a:r>
                      <a:r>
                        <a:rPr lang="ko-KR" altLang="en-US" sz="900" b="1" dirty="0">
                          <a:solidFill>
                            <a:srgbClr val="0070C0"/>
                          </a:solidFill>
                          <a:latin typeface="Calibri" panose="020F0502020204030204" pitchFamily="34" charset="0"/>
                          <a:ea typeface="+mn-ea"/>
                          <a:cs typeface="Calibri" panose="020F0502020204030204" pitchFamily="34" charset="0"/>
                        </a:rPr>
                        <a:t> </a:t>
                      </a:r>
                      <a:r>
                        <a:rPr lang="en-US" altLang="ko-KR" sz="900" b="1" dirty="0">
                          <a:solidFill>
                            <a:srgbClr val="0070C0"/>
                          </a:solidFill>
                          <a:latin typeface="Calibri" panose="020F0502020204030204" pitchFamily="34" charset="0"/>
                          <a:ea typeface="+mn-ea"/>
                          <a:cs typeface="Calibri" panose="020F0502020204030204" pitchFamily="34" charset="0"/>
                        </a:rPr>
                        <a:t>:</a:t>
                      </a:r>
                      <a:r>
                        <a:rPr lang="ko-KR" altLang="en-US" sz="900" b="1" dirty="0">
                          <a:solidFill>
                            <a:srgbClr val="0070C0"/>
                          </a:solidFill>
                          <a:latin typeface="Calibri" panose="020F0502020204030204" pitchFamily="34" charset="0"/>
                          <a:ea typeface="+mn-ea"/>
                          <a:cs typeface="Calibri" panose="020F0502020204030204" pitchFamily="34" charset="0"/>
                        </a:rPr>
                        <a:t> </a:t>
                      </a:r>
                      <a:endParaRPr lang="en-US" altLang="ko-KR" sz="900" b="1"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sz="900" b="0" dirty="0">
                          <a:solidFill>
                            <a:srgbClr val="0070C0"/>
                          </a:solidFill>
                          <a:latin typeface="Calibri" panose="020F0502020204030204" pitchFamily="34" charset="0"/>
                          <a:ea typeface="+mn-ea"/>
                          <a:cs typeface="Calibri" panose="020F0502020204030204" pitchFamily="34" charset="0"/>
                        </a:rPr>
                        <a:t>C</a:t>
                      </a:r>
                      <a:r>
                        <a:rPr lang="en-US" altLang="ko-KR" sz="900" b="0" dirty="0">
                          <a:solidFill>
                            <a:srgbClr val="0070C0"/>
                          </a:solidFill>
                          <a:latin typeface="Calibri" panose="020F0502020204030204" pitchFamily="34" charset="0"/>
                          <a:ea typeface="+mn-ea"/>
                          <a:cs typeface="Calibri" panose="020F0502020204030204" pitchFamily="34" charset="0"/>
                        </a:rPr>
                        <a:t>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sz="900" b="0" dirty="0">
                          <a:solidFill>
                            <a:srgbClr val="0070C0"/>
                          </a:solidFill>
                          <a:latin typeface="Calibri" panose="020F0502020204030204" pitchFamily="34" charset="0"/>
                          <a:ea typeface="+mn-ea"/>
                          <a:cs typeface="Calibri" panose="020F0502020204030204" pitchFamily="34" charset="0"/>
                        </a:rPr>
                        <a:t> 80000LBS </a:t>
                      </a:r>
                      <a:r>
                        <a:rPr lang="ko-KR" altLang="en-US" sz="900" b="0" dirty="0">
                          <a:solidFill>
                            <a:srgbClr val="0070C0"/>
                          </a:solidFill>
                          <a:latin typeface="Calibri" panose="020F0502020204030204" pitchFamily="34" charset="0"/>
                          <a:ea typeface="+mn-ea"/>
                          <a:cs typeface="Calibri" panose="020F0502020204030204" pitchFamily="34" charset="0"/>
                        </a:rPr>
                        <a:t>이상</a:t>
                      </a:r>
                      <a:r>
                        <a:rPr lang="en-US" altLang="ko-KR" sz="900" b="0" dirty="0">
                          <a:solidFill>
                            <a:srgbClr val="0070C0"/>
                          </a:solidFill>
                          <a:latin typeface="Calibri" panose="020F0502020204030204" pitchFamily="34" charset="0"/>
                          <a:ea typeface="+mn-ea"/>
                          <a:cs typeface="Calibri" panose="020F0502020204030204" pitchFamily="34" charset="0"/>
                        </a:rPr>
                        <a:t> 5000LBS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0" dirty="0">
                          <a:solidFill>
                            <a:srgbClr val="0070C0"/>
                          </a:solidFill>
                          <a:latin typeface="Calibri" panose="020F0502020204030204" pitchFamily="34" charset="0"/>
                          <a:ea typeface="+mn-ea"/>
                          <a:cs typeface="Calibri" panose="020F0502020204030204" pitchFamily="34" charset="0"/>
                        </a:rPr>
                        <a:t>CL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160000LBS </a:t>
                      </a:r>
                      <a:r>
                        <a:rPr lang="ko-KR" altLang="en-US" sz="900" b="0" dirty="0">
                          <a:solidFill>
                            <a:srgbClr val="0070C0"/>
                          </a:solidFill>
                          <a:latin typeface="Calibri" panose="020F0502020204030204" pitchFamily="34" charset="0"/>
                          <a:ea typeface="+mn-ea"/>
                          <a:cs typeface="Calibri" panose="020F0502020204030204" pitchFamily="34" charset="0"/>
                        </a:rPr>
                        <a:t>이상 </a:t>
                      </a:r>
                      <a:r>
                        <a:rPr lang="en-US" altLang="ko-KR" sz="900" b="0" dirty="0">
                          <a:solidFill>
                            <a:srgbClr val="0070C0"/>
                          </a:solidFill>
                          <a:latin typeface="Calibri" panose="020F0502020204030204" pitchFamily="34" charset="0"/>
                          <a:ea typeface="+mn-ea"/>
                          <a:cs typeface="Calibri" panose="020F0502020204030204" pitchFamily="34" charset="0"/>
                        </a:rPr>
                        <a:t>10000</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1" dirty="0">
                          <a:solidFill>
                            <a:srgbClr val="0070C0"/>
                          </a:solidFill>
                          <a:latin typeface="Calibri" panose="020F0502020204030204" pitchFamily="34" charset="0"/>
                          <a:ea typeface="+mn-ea"/>
                          <a:cs typeface="Calibri" panose="020F0502020204030204" pitchFamily="34" charset="0"/>
                        </a:rPr>
                        <a:t>FUEL Overfill </a:t>
                      </a:r>
                      <a:r>
                        <a:rPr lang="en-US" altLang="ko-KR" sz="900" b="0" dirty="0">
                          <a:solidFill>
                            <a:srgbClr val="0070C0"/>
                          </a:solidFill>
                          <a:latin typeface="Calibri" panose="020F0502020204030204" pitchFamily="34" charset="0"/>
                          <a:ea typeface="+mn-ea"/>
                          <a:cs typeface="Calibri" panose="020F0502020204030204" pitchFamily="34" charset="0"/>
                        </a:rPr>
                        <a:t>: 1000LBS</a:t>
                      </a:r>
                      <a:r>
                        <a:rPr lang="ko-KR" altLang="en-US" sz="900" b="0" dirty="0">
                          <a:solidFill>
                            <a:srgbClr val="0070C0"/>
                          </a:solidFill>
                          <a:latin typeface="Calibri" panose="020F0502020204030204" pitchFamily="34" charset="0"/>
                          <a:ea typeface="+mn-ea"/>
                          <a:cs typeface="Calibri" panose="020F0502020204030204" pitchFamily="34" charset="0"/>
                        </a:rPr>
                        <a:t> 기준</a:t>
                      </a:r>
                      <a:endParaRPr lang="en-US" altLang="ko-KR" sz="900" b="0" dirty="0">
                        <a:solidFill>
                          <a:srgbClr val="0070C0"/>
                        </a:solidFill>
                        <a:latin typeface="Calibri" panose="020F0502020204030204" pitchFamily="34" charset="0"/>
                        <a:ea typeface="+mn-ea"/>
                        <a:cs typeface="Calibri" panose="020F0502020204030204" pitchFamily="34" charset="0"/>
                      </a:endParaRPr>
                    </a:p>
                  </a:txBody>
                  <a:tcPr marL="36000" marR="36000" marT="36000" marB="36000"/>
                </a:tc>
                <a:extLst>
                  <a:ext uri="{0D108BD9-81ED-4DB2-BD59-A6C34878D82A}">
                    <a16:rowId xmlns:a16="http://schemas.microsoft.com/office/drawing/2014/main" val="2985261219"/>
                  </a:ext>
                </a:extLst>
              </a:tr>
            </a:tbl>
          </a:graphicData>
        </a:graphic>
      </p:graphicFrame>
    </p:spTree>
    <p:extLst>
      <p:ext uri="{BB962C8B-B14F-4D97-AF65-F5344CB8AC3E}">
        <p14:creationId xmlns:p14="http://schemas.microsoft.com/office/powerpoint/2010/main" val="248076159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1270621955"/>
              </p:ext>
            </p:extLst>
          </p:nvPr>
        </p:nvGraphicFramePr>
        <p:xfrm>
          <a:off x="0" y="2272753"/>
          <a:ext cx="2328875" cy="2846642"/>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396707">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APU BLEED USE WITH HP AIR START UNIT</a:t>
                      </a:r>
                      <a:r>
                        <a:rPr lang="ko-KR" altLang="en-US" sz="1000" dirty="0">
                          <a:latin typeface="Arial" panose="020B0604020202020204" pitchFamily="34" charset="0"/>
                          <a:cs typeface="Arial" panose="020B0604020202020204" pitchFamily="34" charset="0"/>
                        </a:rPr>
                        <a:t> </a:t>
                      </a:r>
                      <a:r>
                        <a:rPr lang="en-US" altLang="ko-KR" sz="1000" dirty="0">
                          <a:solidFill>
                            <a:srgbClr val="FFC000"/>
                          </a:solidFill>
                          <a:latin typeface="Arial" panose="020B0604020202020204" pitchFamily="34" charset="0"/>
                          <a:cs typeface="Arial" panose="020B0604020202020204" pitchFamily="34" charset="0"/>
                        </a:rPr>
                        <a:t>(SD</a:t>
                      </a:r>
                      <a:r>
                        <a:rPr lang="ko-KR" altLang="en-US" sz="1000" dirty="0">
                          <a:solidFill>
                            <a:srgbClr val="FFC000"/>
                          </a:solidFill>
                          <a:latin typeface="Arial" panose="020B0604020202020204" pitchFamily="34" charset="0"/>
                          <a:cs typeface="Arial" panose="020B0604020202020204" pitchFamily="34" charset="0"/>
                        </a:rPr>
                        <a:t> 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412752">
                <a:tc>
                  <a:txBody>
                    <a:bodyPr/>
                    <a:lstStyle/>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APU </a:t>
                      </a:r>
                      <a:r>
                        <a:rPr lang="ko-KR" altLang="en-US" sz="700" dirty="0">
                          <a:latin typeface="Arial" panose="020B0604020202020204" pitchFamily="34" charset="0"/>
                          <a:cs typeface="Arial" panose="020B0604020202020204" pitchFamily="34" charset="0"/>
                        </a:rPr>
                        <a:t>부작동시 </a:t>
                      </a:r>
                      <a:r>
                        <a:rPr lang="en-US" altLang="ko-KR" sz="700" dirty="0">
                          <a:latin typeface="Arial" panose="020B0604020202020204" pitchFamily="34" charset="0"/>
                          <a:cs typeface="Arial" panose="020B0604020202020204" pitchFamily="34" charset="0"/>
                        </a:rPr>
                        <a:t>AIR START UNIT</a:t>
                      </a:r>
                      <a:r>
                        <a:rPr lang="ko-KR" altLang="en-US" sz="700" dirty="0" err="1">
                          <a:latin typeface="Arial" panose="020B0604020202020204" pitchFamily="34" charset="0"/>
                          <a:cs typeface="Arial" panose="020B0604020202020204" pitchFamily="34" charset="0"/>
                        </a:rPr>
                        <a:t>으로</a:t>
                      </a:r>
                      <a:r>
                        <a:rPr lang="ko-KR" altLang="en-US" sz="700" dirty="0">
                          <a:latin typeface="Arial" panose="020B0604020202020204" pitchFamily="34" charset="0"/>
                          <a:cs typeface="Arial" panose="020B0604020202020204" pitchFamily="34" charset="0"/>
                        </a:rPr>
                        <a:t> 시동을 위해 사용</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외부 </a:t>
                      </a:r>
                      <a:r>
                        <a:rPr lang="en-US" altLang="ko-KR" sz="700" dirty="0">
                          <a:latin typeface="Arial" panose="020B0604020202020204" pitchFamily="34" charset="0"/>
                          <a:cs typeface="Arial" panose="020B0604020202020204" pitchFamily="34" charset="0"/>
                        </a:rPr>
                        <a:t>BLEED</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AIR</a:t>
                      </a:r>
                      <a:r>
                        <a:rPr lang="ko-KR" altLang="en-US" sz="700" dirty="0">
                          <a:latin typeface="Arial" panose="020B0604020202020204" pitchFamily="34" charset="0"/>
                          <a:cs typeface="Arial" panose="020B0604020202020204" pitchFamily="34" charset="0"/>
                        </a:rPr>
                        <a:t>의 역할을 함</a:t>
                      </a:r>
                      <a:r>
                        <a:rPr lang="en-US" altLang="ko-KR" sz="700" dirty="0">
                          <a:latin typeface="Arial" panose="020B0604020202020204" pitchFamily="34" charset="0"/>
                          <a:cs typeface="Arial" panose="020B0604020202020204" pitchFamily="34" charset="0"/>
                        </a:rPr>
                        <a:t>.</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APU BLEED </a:t>
                      </a:r>
                      <a:r>
                        <a:rPr lang="ko-KR" altLang="en-US" sz="700" dirty="0">
                          <a:latin typeface="Arial" panose="020B0604020202020204" pitchFamily="34" charset="0"/>
                          <a:cs typeface="Arial" panose="020B0604020202020204" pitchFamily="34" charset="0"/>
                        </a:rPr>
                        <a:t>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822172">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bleed air from the APU BLEED and from the HP Air Start Unit at the same time, to prevent any adverse effect on the Bleed Air System.</a:t>
                      </a:r>
                      <a:endParaRPr kumimoji="0" lang="en-US" altLang="ko-Kore-KR" sz="700" b="0"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1215011">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PACK 1</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&amp;</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2</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as REQ</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F/O</a:t>
                      </a:r>
                      <a:endPar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HP AIR </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시동전</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 Condition</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으로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사용시</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OFF)</a:t>
                      </a:r>
                      <a:endPar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 F/O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OFF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OPEN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724847737"/>
                  </a:ext>
                </a:extLst>
              </a:tr>
            </a:tbl>
          </a:graphicData>
        </a:graphic>
      </p:graphicFrame>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2989630151"/>
              </p:ext>
            </p:extLst>
          </p:nvPr>
        </p:nvGraphicFramePr>
        <p:xfrm>
          <a:off x="-12" y="9492"/>
          <a:ext cx="2328875" cy="2222909"/>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759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000" dirty="0">
                          <a:latin typeface="Arial" panose="020B0604020202020204" pitchFamily="34" charset="0"/>
                          <a:cs typeface="Arial" panose="020B0604020202020204" pitchFamily="34" charset="0"/>
                        </a:rPr>
                        <a:t>PACKS USE WITH LP AIR</a:t>
                      </a:r>
                      <a:r>
                        <a:rPr lang="ko-KR" altLang="en-US" sz="1000" dirty="0">
                          <a:latin typeface="Arial" panose="020B0604020202020204" pitchFamily="34" charset="0"/>
                          <a:cs typeface="Arial" panose="020B0604020202020204" pitchFamily="34" charset="0"/>
                        </a:rPr>
                        <a:t> </a:t>
                      </a:r>
                      <a:r>
                        <a:rPr lang="en-US" sz="1000" dirty="0">
                          <a:latin typeface="Arial" panose="020B0604020202020204" pitchFamily="34" charset="0"/>
                          <a:cs typeface="Arial" panose="020B0604020202020204" pitchFamily="34" charset="0"/>
                        </a:rPr>
                        <a:t>CONDITION UNIT </a:t>
                      </a:r>
                      <a:r>
                        <a:rPr lang="en-US" sz="1000" dirty="0">
                          <a:solidFill>
                            <a:srgbClr val="FFC000"/>
                          </a:solidFill>
                          <a:latin typeface="Arial" panose="020B0604020202020204" pitchFamily="34" charset="0"/>
                          <a:cs typeface="Arial" panose="020B0604020202020204" pitchFamily="34" charset="0"/>
                        </a:rPr>
                        <a:t>(SD </a:t>
                      </a:r>
                      <a:r>
                        <a:rPr lang="ko-KR" altLang="en-US" sz="1000" dirty="0">
                          <a:solidFill>
                            <a:srgbClr val="FFC000"/>
                          </a:solidFill>
                          <a:latin typeface="Arial" panose="020B0604020202020204" pitchFamily="34" charset="0"/>
                          <a:cs typeface="Arial" panose="020B0604020202020204" pitchFamily="34" charset="0"/>
                        </a:rPr>
                        <a:t>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208962">
                <a:tc>
                  <a:txBody>
                    <a:bodyPr/>
                    <a:lstStyle/>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공항 요구로 </a:t>
                      </a:r>
                      <a:r>
                        <a:rPr lang="en-US" altLang="ko-KR" sz="700" dirty="0">
                          <a:latin typeface="Arial" panose="020B0604020202020204" pitchFamily="34" charset="0"/>
                          <a:cs typeface="Arial" panose="020B0604020202020204" pitchFamily="34" charset="0"/>
                        </a:rPr>
                        <a:t>APU OFF</a:t>
                      </a:r>
                      <a:r>
                        <a:rPr lang="ko-KR" altLang="en-US" sz="700" dirty="0">
                          <a:latin typeface="Arial" panose="020B0604020202020204" pitchFamily="34" charset="0"/>
                          <a:cs typeface="Arial" panose="020B0604020202020204" pitchFamily="34" charset="0"/>
                        </a:rPr>
                        <a:t>후 기내 온도 조절을 위한 방법</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Low Press Unit</a:t>
                      </a:r>
                      <a:r>
                        <a:rPr lang="ko-KR" altLang="en-US" sz="700" dirty="0">
                          <a:latin typeface="Arial" panose="020B0604020202020204" pitchFamily="34" charset="0"/>
                          <a:cs typeface="Arial" panose="020B0604020202020204" pitchFamily="34" charset="0"/>
                        </a:rPr>
                        <a:t>을 연결하며 </a:t>
                      </a:r>
                      <a:r>
                        <a:rPr lang="en-US" altLang="ko-KR" sz="700" dirty="0">
                          <a:latin typeface="Arial" panose="020B0604020202020204" pitchFamily="34" charset="0"/>
                          <a:cs typeface="Arial" panose="020B0604020202020204" pitchFamily="34" charset="0"/>
                        </a:rPr>
                        <a:t>APU</a:t>
                      </a:r>
                      <a:r>
                        <a:rPr lang="ko-KR" altLang="en-US" sz="700" dirty="0">
                          <a:latin typeface="Arial" panose="020B0604020202020204" pitchFamily="34" charset="0"/>
                          <a:cs typeface="Arial" panose="020B0604020202020204" pitchFamily="34" charset="0"/>
                        </a:rPr>
                        <a:t>와 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506328">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conditioned air from the packs and from the LP Air Conditioning Unit at the same time, to prevent any adverse effect on the Air Conditioning system.</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255724">
                <a:tc>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절차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POM, FCOM</a:t>
                      </a:r>
                      <a:r>
                        <a:rPr lang="ko-KR" altLang="en-US"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에</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없음</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OFF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후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LP AIR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연결</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LP </a:t>
                      </a:r>
                      <a:r>
                        <a:rPr lang="en-US" altLang="ko-Kore-KR"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Disconnet</a:t>
                      </a: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후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Start </a:t>
                      </a:r>
                      <a:endPar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004037912"/>
                  </a:ext>
                </a:extLst>
              </a:tr>
            </a:tbl>
          </a:graphicData>
        </a:graphic>
      </p:graphicFrame>
      <p:sp>
        <p:nvSpPr>
          <p:cNvPr id="4" name="TextBox 3">
            <a:extLst>
              <a:ext uri="{FF2B5EF4-FFF2-40B4-BE49-F238E27FC236}">
                <a16:creationId xmlns:a16="http://schemas.microsoft.com/office/drawing/2014/main" id="{28409F7C-9A34-07D3-B638-05B5A50E1A63}"/>
              </a:ext>
            </a:extLst>
          </p:cNvPr>
          <p:cNvSpPr txBox="1"/>
          <p:nvPr/>
        </p:nvSpPr>
        <p:spPr>
          <a:xfrm>
            <a:off x="1406773" y="5170979"/>
            <a:ext cx="994183" cy="430887"/>
          </a:xfrm>
          <a:prstGeom prst="rect">
            <a:avLst/>
          </a:prstGeom>
          <a:noFill/>
        </p:spPr>
        <p:txBody>
          <a:bodyPr wrap="none" rtlCol="0">
            <a:spAutoFit/>
          </a:bodyPr>
          <a:lstStyle/>
          <a:p>
            <a:r>
              <a:rPr kumimoji="1" lang="en-US" altLang="ko-Kore-KR" sz="1100" dirty="0">
                <a:solidFill>
                  <a:srgbClr val="C00000"/>
                </a:solidFill>
                <a:latin typeface="+mn-lt"/>
              </a:rPr>
              <a:t>ENG START</a:t>
            </a:r>
          </a:p>
          <a:p>
            <a:r>
              <a:rPr kumimoji="1" lang="en-US" altLang="ko-Kore-KR" sz="1100" dirty="0">
                <a:solidFill>
                  <a:srgbClr val="C00000"/>
                </a:solidFill>
                <a:latin typeface="+mn-lt"/>
              </a:rPr>
              <a:t>Next Page</a:t>
            </a:r>
            <a:endParaRPr kumimoji="1" lang="ko-Kore-KR" altLang="en-US" sz="1100" dirty="0">
              <a:solidFill>
                <a:srgbClr val="C00000"/>
              </a:solidFill>
              <a:latin typeface="+mn-lt"/>
            </a:endParaRPr>
          </a:p>
        </p:txBody>
      </p:sp>
      <p:sp>
        <p:nvSpPr>
          <p:cNvPr id="5" name="직사각형 4">
            <a:hlinkClick r:id="" action="ppaction://hlinkshowjump?jump=firstslide"/>
            <a:extLst>
              <a:ext uri="{FF2B5EF4-FFF2-40B4-BE49-F238E27FC236}">
                <a16:creationId xmlns:a16="http://schemas.microsoft.com/office/drawing/2014/main" id="{DC530451-8D9A-9F43-6651-727AC3D815C1}"/>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427057112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4243989717"/>
              </p:ext>
            </p:extLst>
          </p:nvPr>
        </p:nvGraphicFramePr>
        <p:xfrm>
          <a:off x="0" y="3194"/>
          <a:ext cx="2328875" cy="553698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19483">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STARTING with AIR START UNIT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308919">
                <a:tc>
                  <a:txBody>
                    <a:bodyPr/>
                    <a:lstStyle/>
                    <a:p>
                      <a:pPr marL="0" marR="0" lvl="0" indent="0" algn="l" rtl="0">
                        <a:spcBef>
                          <a:spcPts val="0"/>
                        </a:spcBef>
                        <a:spcAft>
                          <a:spcPts val="0"/>
                        </a:spcAft>
                        <a:buNone/>
                      </a:pPr>
                      <a:r>
                        <a:rPr lang="ko-KR" altLang="en-US" sz="800" dirty="0">
                          <a:latin typeface="Arial" panose="020B0604020202020204" pitchFamily="34" charset="0"/>
                          <a:ea typeface="+mn-ea"/>
                          <a:cs typeface="Arial" panose="020B0604020202020204" pitchFamily="34" charset="0"/>
                        </a:rPr>
                        <a:t>통상 </a:t>
                      </a:r>
                      <a:r>
                        <a:rPr lang="en-US" altLang="ko-KR" sz="800" dirty="0">
                          <a:latin typeface="Arial" panose="020B0604020202020204" pitchFamily="34" charset="0"/>
                          <a:ea typeface="+mn-ea"/>
                          <a:cs typeface="Arial" panose="020B0604020202020204" pitchFamily="34" charset="0"/>
                        </a:rPr>
                        <a:t>ENG 1</a:t>
                      </a:r>
                      <a:r>
                        <a:rPr lang="ko-KR" altLang="en-US" sz="800" dirty="0">
                          <a:latin typeface="Arial" panose="020B0604020202020204" pitchFamily="34" charset="0"/>
                          <a:ea typeface="+mn-ea"/>
                          <a:cs typeface="Arial" panose="020B0604020202020204" pitchFamily="34" charset="0"/>
                        </a:rPr>
                        <a:t> 먼저 </a:t>
                      </a:r>
                      <a:r>
                        <a:rPr lang="en-US" altLang="ko-KR" sz="800" b="1" dirty="0">
                          <a:solidFill>
                            <a:srgbClr val="0070C0"/>
                          </a:solidFill>
                          <a:latin typeface="Arial" panose="020B0604020202020204" pitchFamily="34" charset="0"/>
                          <a:ea typeface="+mn-ea"/>
                          <a:cs typeface="Arial" panose="020B0604020202020204" pitchFamily="34" charset="0"/>
                        </a:rPr>
                        <a:t>(EXT PWR Start 2 ENG)</a:t>
                      </a:r>
                    </a:p>
                    <a:p>
                      <a:pPr marL="0" marR="0" lvl="0" indent="0" algn="l" rtl="0">
                        <a:spcBef>
                          <a:spcPts val="0"/>
                        </a:spcBef>
                        <a:spcAft>
                          <a:spcPts val="0"/>
                        </a:spcAft>
                        <a:buNone/>
                      </a:pPr>
                      <a:r>
                        <a:rPr lang="en-US" altLang="ko-KR" sz="800" b="1" dirty="0">
                          <a:solidFill>
                            <a:srgbClr val="00B050"/>
                          </a:solidFill>
                          <a:latin typeface="Arial" panose="020B0604020202020204" pitchFamily="34" charset="0"/>
                          <a:cs typeface="Arial" panose="020B0604020202020204" pitchFamily="34" charset="0"/>
                        </a:rPr>
                        <a:t>“Req Engine Start up Present </a:t>
                      </a:r>
                      <a:r>
                        <a:rPr lang="en-US" altLang="ko-KR" sz="800" b="1" dirty="0" err="1">
                          <a:solidFill>
                            <a:srgbClr val="00B050"/>
                          </a:solidFill>
                          <a:latin typeface="Arial" panose="020B0604020202020204" pitchFamily="34" charset="0"/>
                          <a:cs typeface="Arial" panose="020B0604020202020204" pitchFamily="34" charset="0"/>
                        </a:rPr>
                        <a:t>Positon</a:t>
                      </a:r>
                      <a:r>
                        <a:rPr lang="en-US" altLang="ko-KR" sz="800" b="1" dirty="0">
                          <a:solidFill>
                            <a:srgbClr val="00B050"/>
                          </a:solidFill>
                          <a:latin typeface="Arial" panose="020B0604020202020204" pitchFamily="34" charset="0"/>
                          <a:cs typeface="Arial" panose="020B0604020202020204" pitchFamily="34" charset="0"/>
                        </a:rPr>
                        <a:t>~~~”</a:t>
                      </a:r>
                    </a:p>
                  </a:txBody>
                  <a:tcPr marL="36000" marR="36000" marT="36000" marB="36000"/>
                </a:tc>
                <a:extLst>
                  <a:ext uri="{0D108BD9-81ED-4DB2-BD59-A6C34878D82A}">
                    <a16:rowId xmlns:a16="http://schemas.microsoft.com/office/drawing/2014/main" val="10001"/>
                  </a:ext>
                </a:extLst>
              </a:tr>
              <a:tr h="1218188">
                <a:tc>
                  <a:txBody>
                    <a:bodyPr/>
                    <a:lstStyle/>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PACK 1</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&amp;</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2</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OFF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F/O</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prevent any possible contamination of the packs by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 </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 OPEN F/O</a:t>
                      </a:r>
                    </a:p>
                    <a:p>
                      <a:pPr marL="0" marR="0" lvl="0" indent="0" algn="l" rtl="0">
                        <a:lnSpc>
                          <a:spcPct val="100000"/>
                        </a:lnSpc>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0003"/>
                  </a:ext>
                </a:extLst>
              </a:tr>
              <a:tr h="949879">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cleared to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The </a:t>
                      </a:r>
                      <a:r>
                        <a:rPr kumimoji="0" lang="en-US" altLang="ko-Kore-KR" sz="600" b="1" i="0" u="none" strike="noStrike" kern="120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ABNORM BLEED CONFIG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alert is triggered after the first engine start. It can be disregarded.</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 START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As necessary, engine 2 can be started first.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In this case, check the brake ACCU pressure prior to engine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The minimum recommended starter air supply pressure is 25 PSI when the start valve is open.</a:t>
                      </a:r>
                    </a:p>
                  </a:txBody>
                  <a:tcPr marL="36000" marR="36000" marT="36000" marB="36000"/>
                </a:tc>
                <a:extLst>
                  <a:ext uri="{0D108BD9-81ED-4DB2-BD59-A6C34878D82A}">
                    <a16:rowId xmlns:a16="http://schemas.microsoft.com/office/drawing/2014/main" val="2955124980"/>
                  </a:ext>
                </a:extLst>
              </a:tr>
              <a:tr h="1069128">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After engine 1 is started:</a:t>
                      </a:r>
                    </a:p>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air start unit is used to start engine 2:</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2 .............................. START CAP</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engine 2 is started:</a:t>
                      </a:r>
                      <a:endPar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DISC . . . . REQ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AUTO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endParaRPr kumimoji="0" lang="en-US" altLang="ko-Kore-KR" sz="5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396707165"/>
                  </a:ext>
                </a:extLst>
              </a:tr>
              <a:tr h="815725">
                <a:tc>
                  <a:txBody>
                    <a:bodyPr/>
                    <a:lstStyle/>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t>
                      </a:r>
                      <a:r>
                        <a:rPr kumimoji="0" lang="en-US" altLang="ko-Kore-KR" sz="700" b="1" i="0" u="none" strike="noStrike" kern="1200" cap="none" spc="0" normalizeH="0" baseline="0" noProof="0" dirty="0" err="1">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crossbleed</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engine start procedure is used to start engine 2: </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a:t>
                      </a:r>
                      <a:r>
                        <a:rPr kumimoji="0" lang="en-US" altLang="ko-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DISC.RQ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ENG 1 BLEED </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CRSBLD ENG START PROC.APPLY</a:t>
                      </a:r>
                    </a:p>
                  </a:txBody>
                  <a:tcPr marL="36000" marR="0" marT="36000" marB="36000"/>
                </a:tc>
                <a:extLst>
                  <a:ext uri="{0D108BD9-81ED-4DB2-BD59-A6C34878D82A}">
                    <a16:rowId xmlns:a16="http://schemas.microsoft.com/office/drawing/2014/main" val="1371695389"/>
                  </a:ext>
                </a:extLst>
              </a:tr>
              <a:tr h="853024">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 CHK AVAIL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DISCONNECT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 removed after 1 ENG start.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but FCOM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In order to ensure that the entire network remains electrically supplied, it is recommended to start both engines before the disconnection of the external electrical power.</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NOR PROC - AFTER START .......RESUME </a:t>
                      </a:r>
                    </a:p>
                  </a:txBody>
                  <a:tcPr marL="36000" marR="36000" marT="36000" marB="36000"/>
                </a:tc>
                <a:extLst>
                  <a:ext uri="{0D108BD9-81ED-4DB2-BD59-A6C34878D82A}">
                    <a16:rowId xmlns:a16="http://schemas.microsoft.com/office/drawing/2014/main" val="2133151072"/>
                  </a:ext>
                </a:extLst>
              </a:tr>
            </a:tbl>
          </a:graphicData>
        </a:graphic>
      </p:graphicFrame>
      <p:sp>
        <p:nvSpPr>
          <p:cNvPr id="4" name="직사각형 3">
            <a:hlinkClick r:id="" action="ppaction://hlinkshowjump?jump=firstslide"/>
            <a:extLst>
              <a:ext uri="{FF2B5EF4-FFF2-40B4-BE49-F238E27FC236}">
                <a16:creationId xmlns:a16="http://schemas.microsoft.com/office/drawing/2014/main" id="{BB76D5AE-CD28-3420-C695-F55BDCA4C923}"/>
              </a:ext>
            </a:extLst>
          </p:cNvPr>
          <p:cNvSpPr/>
          <p:nvPr/>
        </p:nvSpPr>
        <p:spPr>
          <a:xfrm>
            <a:off x="1596587" y="2596430"/>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71616780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F59BC2A-DE73-E830-B7D9-1BA53BB021E9}"/>
              </a:ext>
            </a:extLst>
          </p:cNvPr>
          <p:cNvSpPr>
            <a:spLocks noGrp="1"/>
          </p:cNvSpPr>
          <p:nvPr>
            <p:ph type="title"/>
          </p:nvPr>
        </p:nvSpPr>
        <p:spPr/>
        <p:txBody>
          <a:bodyPr/>
          <a:lstStyle/>
          <a:p>
            <a:endParaRPr kumimoji="1" lang="ko-Kore-KR" altLang="en-US"/>
          </a:p>
        </p:txBody>
      </p:sp>
      <p:sp>
        <p:nvSpPr>
          <p:cNvPr id="3" name="내용 개체 틀 2">
            <a:extLst>
              <a:ext uri="{FF2B5EF4-FFF2-40B4-BE49-F238E27FC236}">
                <a16:creationId xmlns:a16="http://schemas.microsoft.com/office/drawing/2014/main" id="{889FC6FC-B6E2-F3AD-7113-77656A296E92}"/>
              </a:ext>
            </a:extLst>
          </p:cNvPr>
          <p:cNvSpPr>
            <a:spLocks noGrp="1"/>
          </p:cNvSpPr>
          <p:nvPr>
            <p:ph idx="1"/>
          </p:nvPr>
        </p:nvSpPr>
        <p:spPr/>
        <p:txBody>
          <a:bodyPr/>
          <a:lstStyle/>
          <a:p>
            <a:endParaRPr kumimoji="1" lang="ko-Kore-KR" altLang="en-US"/>
          </a:p>
        </p:txBody>
      </p:sp>
      <p:graphicFrame>
        <p:nvGraphicFramePr>
          <p:cNvPr id="4" name="Google Shape;402;p31">
            <a:extLst>
              <a:ext uri="{FF2B5EF4-FFF2-40B4-BE49-F238E27FC236}">
                <a16:creationId xmlns:a16="http://schemas.microsoft.com/office/drawing/2014/main" id="{EB24B94C-B974-2D89-F60E-0B9B51FD523E}"/>
              </a:ext>
            </a:extLst>
          </p:cNvPr>
          <p:cNvGraphicFramePr/>
          <p:nvPr>
            <p:extLst>
              <p:ext uri="{D42A27DB-BD31-4B8C-83A1-F6EECF244321}">
                <p14:modId xmlns:p14="http://schemas.microsoft.com/office/powerpoint/2010/main" val="2271391481"/>
              </p:ext>
            </p:extLst>
          </p:nvPr>
        </p:nvGraphicFramePr>
        <p:xfrm>
          <a:off x="0" y="4"/>
          <a:ext cx="2328875" cy="480137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4043">
                <a:tc>
                  <a:txBody>
                    <a:bodyPr/>
                    <a:lstStyle/>
                    <a:p>
                      <a:pPr marL="0" marR="0" lvl="0" indent="0" algn="l" rtl="0">
                        <a:lnSpc>
                          <a:spcPct val="100000"/>
                        </a:lnSpc>
                        <a:spcBef>
                          <a:spcPts val="0"/>
                        </a:spcBef>
                        <a:spcAft>
                          <a:spcPts val="0"/>
                        </a:spcAft>
                        <a:buNone/>
                      </a:pPr>
                      <a:r>
                        <a:rPr lang="en-US" sz="1000" dirty="0">
                          <a:latin typeface="Arial" panose="020B0604020202020204" pitchFamily="34" charset="0"/>
                          <a:cs typeface="Arial" panose="020B0604020202020204" pitchFamily="34" charset="0"/>
                        </a:rPr>
                        <a:t>ENG CROSSBLEED START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173880">
                <a:tc>
                  <a:txBody>
                    <a:bodyPr/>
                    <a:lstStyle/>
                    <a:p>
                      <a:pPr marL="0" marR="0" lvl="0" indent="0" algn="l" rtl="0">
                        <a:lnSpc>
                          <a:spcPct val="100000"/>
                        </a:lnSpc>
                        <a:spcBef>
                          <a:spcPts val="0"/>
                        </a:spcBef>
                        <a:spcAft>
                          <a:spcPts val="0"/>
                        </a:spcAft>
                        <a:buNone/>
                      </a:pPr>
                      <a:r>
                        <a:rPr lang="en-US" sz="800" dirty="0">
                          <a:latin typeface="Arial" panose="020B0604020202020204" pitchFamily="34" charset="0"/>
                          <a:cs typeface="Arial" panose="020B0604020202020204" pitchFamily="34" charset="0"/>
                        </a:rPr>
                        <a:t>#1 ENG BLEED </a:t>
                      </a:r>
                      <a:r>
                        <a:rPr lang="ko-KR" altLang="en-US" sz="800" dirty="0">
                          <a:latin typeface="Arial" panose="020B0604020202020204" pitchFamily="34" charset="0"/>
                          <a:cs typeface="Arial" panose="020B0604020202020204" pitchFamily="34" charset="0"/>
                        </a:rPr>
                        <a:t>로 </a:t>
                      </a:r>
                      <a:r>
                        <a:rPr lang="en-US" altLang="ko-KR" sz="800" dirty="0">
                          <a:latin typeface="Arial" panose="020B0604020202020204" pitchFamily="34" charset="0"/>
                          <a:cs typeface="Arial" panose="020B0604020202020204" pitchFamily="34" charset="0"/>
                        </a:rPr>
                        <a:t>#2</a:t>
                      </a:r>
                      <a:r>
                        <a:rPr lang="ko-KR" altLang="en-US" sz="800" dirty="0">
                          <a:latin typeface="Arial" panose="020B0604020202020204" pitchFamily="34" charset="0"/>
                          <a:cs typeface="Arial" panose="020B0604020202020204" pitchFamily="34" charset="0"/>
                        </a:rPr>
                        <a:t> </a:t>
                      </a:r>
                      <a:r>
                        <a:rPr lang="en-US" altLang="ko-KR" sz="800" dirty="0">
                          <a:latin typeface="Arial" panose="020B0604020202020204" pitchFamily="34" charset="0"/>
                          <a:cs typeface="Arial" panose="020B0604020202020204" pitchFamily="34" charset="0"/>
                        </a:rPr>
                        <a:t>ENG START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Req </a:t>
                      </a:r>
                      <a:r>
                        <a:rPr lang="en-US" altLang="ko-Kore-KR" sz="800" b="1" dirty="0" err="1">
                          <a:solidFill>
                            <a:srgbClr val="00B050"/>
                          </a:solidFill>
                          <a:latin typeface="Arial" panose="020B0604020202020204" pitchFamily="34" charset="0"/>
                          <a:ea typeface="Helvetica Neue"/>
                          <a:cs typeface="Arial" panose="020B0604020202020204" pitchFamily="34" charset="0"/>
                          <a:sym typeface="Helvetica Neue"/>
                        </a:rPr>
                        <a:t>PushBack</a:t>
                      </a:r>
                      <a:endPar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1"/>
                  </a:ext>
                </a:extLst>
              </a:tr>
              <a:tr h="1679059">
                <a:tc>
                  <a:txBody>
                    <a:bodyPr/>
                    <a:lstStyle/>
                    <a:p>
                      <a:pPr marL="0" marR="0" lvl="0" indent="0" algn="l" rtl="0">
                        <a:lnSpc>
                          <a:spcPct val="100000"/>
                        </a:lnSpc>
                        <a:spcBef>
                          <a:spcPts val="0"/>
                        </a:spcBef>
                        <a:spcAft>
                          <a:spcPts val="0"/>
                        </a:spcAft>
                        <a:buNone/>
                      </a:pPr>
                      <a:r>
                        <a:rPr lang="en-US" sz="800" b="1" dirty="0" err="1">
                          <a:solidFill>
                            <a:srgbClr val="C00000"/>
                          </a:solidFill>
                          <a:latin typeface="Arial" panose="020B0604020202020204" pitchFamily="34" charset="0"/>
                          <a:ea typeface="Helvetica Neue"/>
                          <a:cs typeface="Arial" panose="020B0604020202020204" pitchFamily="34" charset="0"/>
                          <a:sym typeface="Helvetica Neue"/>
                        </a:rPr>
                        <a:t>PushBack</a:t>
                      </a:r>
                      <a:r>
                        <a:rPr 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완료</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(Parking Brake set)</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One engine must be running in order to supply air for other engine start.</a:t>
                      </a:r>
                    </a:p>
                    <a:p>
                      <a:pPr marL="0" marR="0" lvl="0" indent="0" algn="l" rtl="0">
                        <a:lnSpc>
                          <a:spcPct val="100000"/>
                        </a:lnSpc>
                        <a:spcBef>
                          <a:spcPts val="0"/>
                        </a:spcBef>
                        <a:spcAft>
                          <a:spcPts val="0"/>
                        </a:spcAft>
                        <a:buNone/>
                      </a:pP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second engine start :</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 of the supplying engine reopens and the cross bleed</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valve closes.</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ENG BLEED (supply engine) .</a:t>
                      </a:r>
                      <a:r>
                        <a:rPr lang="en-US" altLang="ko-Kore-KR" sz="900" b="1" i="0" kern="1200" dirty="0">
                          <a:solidFill>
                            <a:srgbClr val="00B050"/>
                          </a:solidFill>
                          <a:latin typeface="Arial" panose="020B0604020202020204" pitchFamily="34" charset="0"/>
                          <a:ea typeface="Helvetica Neue"/>
                          <a:cs typeface="Arial" panose="020B0604020202020204" pitchFamily="34" charset="0"/>
                          <a:sym typeface="Helvetica Neue"/>
                        </a:rPr>
                        <a:t>..</a:t>
                      </a:r>
                      <a:r>
                        <a:rPr lang="en-US" sz="900" b="1" dirty="0">
                          <a:solidFill>
                            <a:srgbClr val="00B050"/>
                          </a:solidFill>
                          <a:latin typeface="Arial" panose="020B0604020202020204" pitchFamily="34" charset="0"/>
                          <a:ea typeface="Helvetica Neue"/>
                          <a:cs typeface="Arial" panose="020B0604020202020204" pitchFamily="34" charset="0"/>
                          <a:sym typeface="Helvetica Neue"/>
                        </a:rPr>
                        <a:t>....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BLEED (receive engine)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valves of receiving engines are closed to avoid reverse flow leakage.</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OPEN F/O</a:t>
                      </a:r>
                    </a:p>
                  </a:txBody>
                  <a:tcPr marL="36000" marR="36000" marT="36000" marB="36000"/>
                </a:tc>
                <a:extLst>
                  <a:ext uri="{0D108BD9-81ED-4DB2-BD59-A6C34878D82A}">
                    <a16:rowId xmlns:a16="http://schemas.microsoft.com/office/drawing/2014/main" val="10003"/>
                  </a:ext>
                </a:extLst>
              </a:tr>
              <a:tr h="171759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When cleared to start :</a:t>
                      </a:r>
                      <a:endParaRPr lang="en-US" sz="1050" b="1" dirty="0">
                        <a:solidFill>
                          <a:srgbClr val="00B05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C00000"/>
                          </a:solidFill>
                          <a:latin typeface="Arial" panose="020B0604020202020204" pitchFamily="34" charset="0"/>
                          <a:cs typeface="Arial" panose="020B0604020202020204" pitchFamily="34" charset="0"/>
                        </a:rPr>
                        <a:t>AREA CLEAR OF OBS ........... CONF CAP</a:t>
                      </a:r>
                      <a:endParaRPr lang="en-US" sz="1000" b="1" dirty="0">
                        <a:solidFill>
                          <a:srgbClr val="C0000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Ensure increased power jet wake does not constitute any hazard to people or installations behind the aircraft.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solidFill>
                            <a:srgbClr val="0070C0"/>
                          </a:solidFill>
                          <a:latin typeface="Arial" panose="020B0604020202020204" pitchFamily="34" charset="0"/>
                          <a:cs typeface="Arial" panose="020B0604020202020204" pitchFamily="34" charset="0"/>
                        </a:rPr>
                        <a:t>THR LVR (sup </a:t>
                      </a:r>
                      <a:r>
                        <a:rPr lang="en-US" sz="900" b="1" dirty="0" err="1">
                          <a:solidFill>
                            <a:srgbClr val="0070C0"/>
                          </a:solidFill>
                          <a:latin typeface="Arial" panose="020B0604020202020204" pitchFamily="34" charset="0"/>
                          <a:cs typeface="Arial" panose="020B0604020202020204" pitchFamily="34" charset="0"/>
                        </a:rPr>
                        <a:t>eng</a:t>
                      </a:r>
                      <a:r>
                        <a:rPr lang="en-US" sz="900" b="1" dirty="0">
                          <a:solidFill>
                            <a:srgbClr val="0070C0"/>
                          </a:solidFill>
                          <a:latin typeface="Arial" panose="020B0604020202020204" pitchFamily="34" charset="0"/>
                          <a:cs typeface="Arial" panose="020B0604020202020204" pitchFamily="34" charset="0"/>
                        </a:rPr>
                        <a:t>) .</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cs typeface="Arial" panose="020B0604020202020204" pitchFamily="34" charset="0"/>
                        </a:rPr>
                        <a:t> </a:t>
                      </a:r>
                      <a:r>
                        <a:rPr lang="en-US" sz="900" b="1" dirty="0">
                          <a:solidFill>
                            <a:srgbClr val="0070C0"/>
                          </a:solidFill>
                          <a:latin typeface="Arial" panose="020B0604020202020204" pitchFamily="34" charset="0"/>
                          <a:cs typeface="Arial" panose="020B0604020202020204" pitchFamily="34" charset="0"/>
                        </a:rPr>
                        <a:t>ADJ BLD PRES CAP</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Adjust thrust of supplying engine to obtain an engine bleed pressure of </a:t>
                      </a:r>
                      <a:r>
                        <a:rPr lang="en-US" sz="700" b="1" dirty="0">
                          <a:solidFill>
                            <a:srgbClr val="00B050"/>
                          </a:solidFill>
                          <a:latin typeface="Arial" panose="020B0604020202020204" pitchFamily="34" charset="0"/>
                          <a:cs typeface="Arial" panose="020B0604020202020204" pitchFamily="34" charset="0"/>
                        </a:rPr>
                        <a:t>30 PSI. </a:t>
                      </a:r>
                      <a:r>
                        <a:rPr lang="en-US" sz="700" b="1" dirty="0">
                          <a:solidFill>
                            <a:schemeClr val="bg1"/>
                          </a:solidFill>
                          <a:latin typeface="Arial" panose="020B0604020202020204" pitchFamily="34" charset="0"/>
                          <a:cs typeface="Arial" panose="020B0604020202020204" pitchFamily="34" charset="0"/>
                        </a:rPr>
                        <a:t>If the thrust required to obtain the appropriate engine bleed pressure exceeds </a:t>
                      </a:r>
                      <a:r>
                        <a:rPr lang="en-US" sz="700" b="1" dirty="0">
                          <a:solidFill>
                            <a:srgbClr val="C00000"/>
                          </a:solidFill>
                          <a:latin typeface="Arial" panose="020B0604020202020204" pitchFamily="34" charset="0"/>
                          <a:cs typeface="Arial" panose="020B0604020202020204" pitchFamily="34" charset="0"/>
                        </a:rPr>
                        <a:t>40 % N1</a:t>
                      </a:r>
                      <a:r>
                        <a:rPr lang="en-US" sz="700" b="1" dirty="0">
                          <a:solidFill>
                            <a:schemeClr val="bg1"/>
                          </a:solidFill>
                          <a:latin typeface="Arial" panose="020B0604020202020204" pitchFamily="34" charset="0"/>
                          <a:cs typeface="Arial" panose="020B0604020202020204" pitchFamily="34" charset="0"/>
                        </a:rPr>
                        <a:t>, pay particular attention to the surrounding area.</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RECEIVING ENGINE .............. START ALL</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Apply the normal engine start procedure.</a:t>
                      </a:r>
                      <a:endParaRPr sz="7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141454693"/>
                  </a:ext>
                </a:extLst>
              </a:tr>
              <a:tr h="78845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After start :</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THR LVR (supply engine) ......... IDLE CAP</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X BLEED.................................... AUTO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ENG BLEED (receive engine) ......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PACK 1 &amp;2 .................................... ON F/O</a:t>
                      </a:r>
                    </a:p>
                  </a:txBody>
                  <a:tcPr marL="36000" marR="36000" marT="36000" marB="36000"/>
                </a:tc>
                <a:extLst>
                  <a:ext uri="{0D108BD9-81ED-4DB2-BD59-A6C34878D82A}">
                    <a16:rowId xmlns:a16="http://schemas.microsoft.com/office/drawing/2014/main" val="87037673"/>
                  </a:ext>
                </a:extLst>
              </a:tr>
            </a:tbl>
          </a:graphicData>
        </a:graphic>
      </p:graphicFrame>
      <p:sp>
        <p:nvSpPr>
          <p:cNvPr id="5" name="직사각형 4">
            <a:hlinkClick r:id="" action="ppaction://hlinkshowjump?jump=firstslide"/>
            <a:extLst>
              <a:ext uri="{FF2B5EF4-FFF2-40B4-BE49-F238E27FC236}">
                <a16:creationId xmlns:a16="http://schemas.microsoft.com/office/drawing/2014/main" id="{B6B09F70-0B7B-1517-1722-DAFC7774627F}"/>
              </a:ext>
            </a:extLst>
          </p:cNvPr>
          <p:cNvSpPr/>
          <p:nvPr/>
        </p:nvSpPr>
        <p:spPr>
          <a:xfrm>
            <a:off x="842165" y="5186067"/>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58269834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2732521415"/>
              </p:ext>
            </p:extLst>
          </p:nvPr>
        </p:nvGraphicFramePr>
        <p:xfrm>
          <a:off x="7" y="1099855"/>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173">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200-800ft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600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700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800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80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50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90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graphicFrame>
        <p:nvGraphicFramePr>
          <p:cNvPr id="381" name="Google Shape;381;p28"/>
          <p:cNvGraphicFramePr/>
          <p:nvPr>
            <p:extLst>
              <p:ext uri="{D42A27DB-BD31-4B8C-83A1-F6EECF244321}">
                <p14:modId xmlns:p14="http://schemas.microsoft.com/office/powerpoint/2010/main" val="3609790984"/>
              </p:ext>
            </p:extLst>
          </p:nvPr>
        </p:nvGraphicFramePr>
        <p:xfrm>
          <a:off x="7" y="0"/>
          <a:ext cx="2328850" cy="106683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solidFill>
                            <a:srgbClr val="FFC000"/>
                          </a:solidFill>
                        </a:rPr>
                        <a:t>COLD TEMP CORRECTION General</a:t>
                      </a:r>
                    </a:p>
                    <a:p>
                      <a:pPr marL="0" marR="0" lvl="0" indent="0" algn="l" rtl="0">
                        <a:spcBef>
                          <a:spcPts val="0"/>
                        </a:spcBef>
                        <a:spcAft>
                          <a:spcPts val="0"/>
                        </a:spcAft>
                        <a:buNone/>
                      </a:pPr>
                      <a:r>
                        <a:rPr lang="en-US" altLang="ko-KR" sz="700" b="0" dirty="0">
                          <a:solidFill>
                            <a:schemeClr val="tx1"/>
                          </a:solidFill>
                        </a:rPr>
                        <a:t>5</a:t>
                      </a:r>
                      <a:r>
                        <a:rPr lang="ko-KR" altLang="en-US" sz="700" b="0" dirty="0">
                          <a:solidFill>
                            <a:schemeClr val="tx1"/>
                          </a:solidFill>
                        </a:rPr>
                        <a:t>도 간격은 보수적으로 </a:t>
                      </a:r>
                      <a:r>
                        <a:rPr lang="ko-KR" altLang="en-US" sz="700" b="0" dirty="0" err="1">
                          <a:solidFill>
                            <a:schemeClr val="tx1"/>
                          </a:solidFill>
                        </a:rPr>
                        <a:t>보간법</a:t>
                      </a:r>
                      <a:r>
                        <a:rPr lang="ko-KR" altLang="en-US" sz="700" b="0" dirty="0">
                          <a:solidFill>
                            <a:schemeClr val="tx1"/>
                          </a:solidFill>
                        </a:rPr>
                        <a:t> 적용됨</a:t>
                      </a:r>
                      <a:endParaRPr sz="700" b="0" dirty="0">
                        <a:solidFill>
                          <a:schemeClr val="tx1"/>
                        </a:solidFill>
                      </a:endParaRPr>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b="1" dirty="0">
                          <a:solidFill>
                            <a:srgbClr val="00B050"/>
                          </a:solidFill>
                        </a:rPr>
                        <a:t>Min</a:t>
                      </a:r>
                      <a:r>
                        <a:rPr lang="en-US" sz="700" dirty="0"/>
                        <a:t> </a:t>
                      </a:r>
                      <a:r>
                        <a:rPr lang="ko-KR" altLang="en-US" sz="700" dirty="0"/>
                        <a:t>제외한 모든 고도 수정은 </a:t>
                      </a:r>
                      <a:r>
                        <a:rPr lang="en-US" altLang="ko-KR" sz="700" dirty="0"/>
                        <a:t>ATC </a:t>
                      </a:r>
                      <a:r>
                        <a:rPr lang="ko-KR" altLang="en-US" sz="700" dirty="0"/>
                        <a:t>인가 필요</a:t>
                      </a:r>
                      <a:endParaRPr dirty="0"/>
                    </a:p>
                    <a:p>
                      <a:pPr marL="0" marR="0" lvl="0" indent="0" algn="l" rtl="0">
                        <a:spcBef>
                          <a:spcPts val="0"/>
                        </a:spcBef>
                        <a:spcAft>
                          <a:spcPts val="0"/>
                        </a:spcAft>
                        <a:buNone/>
                      </a:pPr>
                      <a:r>
                        <a:rPr lang="en-US" sz="700" b="1" dirty="0">
                          <a:solidFill>
                            <a:srgbClr val="C00000"/>
                          </a:solidFill>
                        </a:rPr>
                        <a:t>Mandatory</a:t>
                      </a:r>
                      <a:r>
                        <a:rPr lang="en-US" altLang="ko-KR" sz="700" b="1" dirty="0">
                          <a:solidFill>
                            <a:srgbClr val="C00000"/>
                          </a:solidFill>
                        </a:rPr>
                        <a:t>,</a:t>
                      </a:r>
                      <a:r>
                        <a:rPr lang="ko-KR" altLang="en-US" sz="700" b="1" dirty="0">
                          <a:solidFill>
                            <a:srgbClr val="C00000"/>
                          </a:solidFill>
                        </a:rPr>
                        <a:t> </a:t>
                      </a:r>
                      <a:r>
                        <a:rPr lang="en-US" sz="700" b="1" dirty="0">
                          <a:solidFill>
                            <a:srgbClr val="C00000"/>
                          </a:solidFill>
                        </a:rPr>
                        <a:t>Missed App </a:t>
                      </a:r>
                      <a:r>
                        <a:rPr lang="en-US" sz="700" b="1" dirty="0" err="1">
                          <a:solidFill>
                            <a:srgbClr val="C00000"/>
                          </a:solidFill>
                        </a:rPr>
                        <a:t>고도</a:t>
                      </a:r>
                      <a:r>
                        <a:rPr lang="ko-KR" altLang="en-US" sz="700" b="1" dirty="0">
                          <a:solidFill>
                            <a:srgbClr val="C00000"/>
                          </a:solidFill>
                        </a:rPr>
                        <a:t> </a:t>
                      </a:r>
                      <a:r>
                        <a:rPr lang="en-US" altLang="ko-KR" sz="700" dirty="0"/>
                        <a:t>ATC </a:t>
                      </a:r>
                      <a:r>
                        <a:rPr lang="ko-KR" altLang="en-US" sz="700" dirty="0"/>
                        <a:t>사전 인가 없이 금지</a:t>
                      </a:r>
                      <a:endParaRPr sz="700" dirty="0"/>
                    </a:p>
                  </a:txBody>
                  <a:tcPr marL="91450" marR="91450" marT="45725" marB="45725"/>
                </a:tc>
                <a:extLst>
                  <a:ext uri="{0D108BD9-81ED-4DB2-BD59-A6C34878D82A}">
                    <a16:rowId xmlns:a16="http://schemas.microsoft.com/office/drawing/2014/main" val="10001"/>
                  </a:ext>
                </a:extLst>
              </a:tr>
              <a:tr h="248975">
                <a:tc>
                  <a:txBody>
                    <a:bodyPr/>
                    <a:lstStyle/>
                    <a:p>
                      <a:pPr marL="0" marR="0" lvl="0" indent="0" algn="l" rtl="0">
                        <a:spcBef>
                          <a:spcPts val="0"/>
                        </a:spcBef>
                        <a:spcAft>
                          <a:spcPts val="0"/>
                        </a:spcAft>
                        <a:buNone/>
                      </a:pPr>
                      <a:r>
                        <a:rPr lang="ko-KR" altLang="en-US" sz="700" b="1" dirty="0">
                          <a:solidFill>
                            <a:srgbClr val="0070C0"/>
                          </a:solidFill>
                        </a:rPr>
                        <a:t>반드시 고도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FE </a:t>
                      </a:r>
                      <a:r>
                        <a:rPr lang="ko-KR" altLang="en-US" sz="700" b="1" dirty="0">
                          <a:solidFill>
                            <a:srgbClr val="0070C0"/>
                          </a:solidFill>
                        </a:rPr>
                        <a:t>후의 고도를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lang="en-US" altLang="ko-KR" sz="700" b="1" dirty="0">
                        <a:solidFill>
                          <a:srgbClr val="0070C0"/>
                        </a:solidFill>
                      </a:endParaRPr>
                    </a:p>
                    <a:p>
                      <a:pPr marL="0" marR="0" lvl="0" indent="0" algn="l" rtl="0">
                        <a:spcBef>
                          <a:spcPts val="0"/>
                        </a:spcBef>
                        <a:spcAft>
                          <a:spcPts val="0"/>
                        </a:spcAft>
                        <a:buNone/>
                      </a:pPr>
                      <a:endParaRPr lang="en-US" altLang="ko-KR" sz="700" b="1" dirty="0">
                        <a:solidFill>
                          <a:srgbClr val="0070C0"/>
                        </a:solidFill>
                      </a:endParaRPr>
                    </a:p>
                    <a:p>
                      <a:pPr marL="0" marR="0" lvl="0" indent="0" algn="l" rtl="0">
                        <a:spcBef>
                          <a:spcPts val="0"/>
                        </a:spcBef>
                        <a:spcAft>
                          <a:spcPts val="0"/>
                        </a:spcAft>
                        <a:buNone/>
                      </a:pPr>
                      <a:r>
                        <a:rPr lang="en-US" sz="700" b="1" dirty="0">
                          <a:solidFill>
                            <a:srgbClr val="0070C0"/>
                          </a:solidFill>
                        </a:rPr>
                        <a:t>Ex) FE 200</a:t>
                      </a:r>
                      <a:r>
                        <a:rPr lang="en-US" altLang="ko-KR" sz="700" b="1" dirty="0">
                          <a:solidFill>
                            <a:srgbClr val="0070C0"/>
                          </a:solidFill>
                        </a:rPr>
                        <a:t>ft </a:t>
                      </a:r>
                      <a:r>
                        <a:rPr lang="ko-KR" altLang="en-US" sz="700" b="1" dirty="0">
                          <a:solidFill>
                            <a:srgbClr val="0070C0"/>
                          </a:solidFill>
                        </a:rPr>
                        <a:t>공항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5000ft</a:t>
                      </a:r>
                      <a:r>
                        <a:rPr lang="ko-KR" altLang="en-US" sz="700" b="1" dirty="0">
                          <a:solidFill>
                            <a:srgbClr val="0070C0"/>
                          </a:solidFill>
                        </a:rPr>
                        <a:t>는 </a:t>
                      </a:r>
                      <a:r>
                        <a:rPr lang="en-US" altLang="ko-KR" sz="700" b="1" dirty="0">
                          <a:solidFill>
                            <a:srgbClr val="0070C0"/>
                          </a:solidFill>
                        </a:rPr>
                        <a:t>4800ft</a:t>
                      </a:r>
                      <a:r>
                        <a:rPr lang="ko-KR" altLang="en-US" sz="700" b="1" dirty="0">
                          <a:solidFill>
                            <a:srgbClr val="0070C0"/>
                          </a:solidFill>
                        </a:rPr>
                        <a:t>만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sz="700" b="1" dirty="0">
                        <a:solidFill>
                          <a:srgbClr val="0070C0"/>
                        </a:solidFill>
                      </a:endParaRPr>
                    </a:p>
                  </a:txBody>
                  <a:tcPr marL="91450" marR="91450" marT="45725" marB="45725"/>
                </a:tc>
                <a:extLst>
                  <a:ext uri="{0D108BD9-81ED-4DB2-BD59-A6C34878D82A}">
                    <a16:rowId xmlns:a16="http://schemas.microsoft.com/office/drawing/2014/main" val="1226436469"/>
                  </a:ext>
                </a:extLst>
              </a:tr>
            </a:tbl>
          </a:graphicData>
        </a:graphic>
      </p:graphicFrame>
      <p:sp>
        <p:nvSpPr>
          <p:cNvPr id="382" name="Google Shape;382;p28"/>
          <p:cNvSpPr txBox="1"/>
          <p:nvPr/>
        </p:nvSpPr>
        <p:spPr>
          <a:xfrm>
            <a:off x="0" y="5241265"/>
            <a:ext cx="1584088" cy="2538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50" dirty="0">
                <a:solidFill>
                  <a:srgbClr val="00B050"/>
                </a:solidFill>
                <a:latin typeface="Calibri"/>
                <a:ea typeface="Calibri"/>
                <a:cs typeface="Calibri"/>
                <a:sym typeface="Calibri"/>
              </a:rPr>
              <a:t>GMP, CJU, PUS next page</a:t>
            </a:r>
            <a:endParaRPr sz="1050" dirty="0">
              <a:solidFill>
                <a:srgbClr val="00B050"/>
              </a:solidFill>
              <a:latin typeface="Calibri"/>
              <a:ea typeface="Calibri"/>
              <a:cs typeface="Calibri"/>
              <a:sym typeface="Calibri"/>
            </a:endParaRPr>
          </a:p>
        </p:txBody>
      </p:sp>
      <p:sp>
        <p:nvSpPr>
          <p:cNvPr id="2" name="직사각형 1">
            <a:hlinkClick r:id="" action="ppaction://hlinkshowjump?jump=firstslide"/>
            <a:extLst>
              <a:ext uri="{FF2B5EF4-FFF2-40B4-BE49-F238E27FC236}">
                <a16:creationId xmlns:a16="http://schemas.microsoft.com/office/drawing/2014/main" id="{06196B91-167A-7407-2A65-8B29A3124F68}"/>
              </a:ext>
            </a:extLst>
          </p:cNvPr>
          <p:cNvSpPr/>
          <p:nvPr/>
        </p:nvSpPr>
        <p:spPr>
          <a:xfrm>
            <a:off x="1545366"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377;p28">
            <a:extLst>
              <a:ext uri="{FF2B5EF4-FFF2-40B4-BE49-F238E27FC236}">
                <a16:creationId xmlns:a16="http://schemas.microsoft.com/office/drawing/2014/main" id="{87F6FFF9-91B5-765E-7C49-0198867FA84B}"/>
              </a:ext>
            </a:extLst>
          </p:cNvPr>
          <p:cNvGraphicFramePr/>
          <p:nvPr>
            <p:extLst>
              <p:ext uri="{D42A27DB-BD31-4B8C-83A1-F6EECF244321}">
                <p14:modId xmlns:p14="http://schemas.microsoft.com/office/powerpoint/2010/main" val="3325032359"/>
              </p:ext>
            </p:extLst>
          </p:nvPr>
        </p:nvGraphicFramePr>
        <p:xfrm>
          <a:off x="2356" y="2496279"/>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574">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900-5000ft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900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80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390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110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120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240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210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710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sp>
        <p:nvSpPr>
          <p:cNvPr id="4" name="직사각형 3">
            <a:hlinkClick r:id="" action="ppaction://hlinkshowjump?jump=firstslide"/>
            <a:extLst>
              <a:ext uri="{FF2B5EF4-FFF2-40B4-BE49-F238E27FC236}">
                <a16:creationId xmlns:a16="http://schemas.microsoft.com/office/drawing/2014/main" id="{D66801E4-3ED8-B281-2C8A-63070C97C57C}"/>
              </a:ext>
            </a:extLst>
          </p:cNvPr>
          <p:cNvSpPr/>
          <p:nvPr/>
        </p:nvSpPr>
        <p:spPr>
          <a:xfrm>
            <a:off x="66127" y="4535602"/>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직사각형 4">
            <a:hlinkClick r:id="" action="ppaction://hlinkshowjump?jump=firstslide"/>
            <a:extLst>
              <a:ext uri="{FF2B5EF4-FFF2-40B4-BE49-F238E27FC236}">
                <a16:creationId xmlns:a16="http://schemas.microsoft.com/office/drawing/2014/main" id="{DE8B52D6-2250-6FEA-FA01-2747CB81C281}"/>
              </a:ext>
            </a:extLst>
          </p:cNvPr>
          <p:cNvSpPr/>
          <p:nvPr/>
        </p:nvSpPr>
        <p:spPr>
          <a:xfrm>
            <a:off x="73208" y="419527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6" name="TextBox 5">
            <a:extLst>
              <a:ext uri="{FF2B5EF4-FFF2-40B4-BE49-F238E27FC236}">
                <a16:creationId xmlns:a16="http://schemas.microsoft.com/office/drawing/2014/main" id="{92527F55-1A9F-C247-A6B1-9D9CFFC42267}"/>
              </a:ext>
            </a:extLst>
          </p:cNvPr>
          <p:cNvSpPr txBox="1"/>
          <p:nvPr/>
        </p:nvSpPr>
        <p:spPr>
          <a:xfrm>
            <a:off x="-158860" y="3881406"/>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30007039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1810471796"/>
              </p:ext>
            </p:extLst>
          </p:nvPr>
        </p:nvGraphicFramePr>
        <p:xfrm>
          <a:off x="7" y="55018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GMP 32L (261’) / 32R (262’) / 14R (254’)</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solidFill>
                            <a:schemeClr val="dk1"/>
                          </a:solidFill>
                        </a:rPr>
                        <a:t>32L/R</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8000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5500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2800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2300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2000</a:t>
                      </a: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5810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5600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2440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2120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5930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5710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2490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2160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6040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5820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2530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2200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76800">
                <a:tc>
                  <a:txBody>
                    <a:bodyPr/>
                    <a:lstStyle/>
                    <a:p>
                      <a:pPr marL="0" marR="0" lvl="0" indent="0" algn="ctr" rtl="0">
                        <a:spcBef>
                          <a:spcPts val="0"/>
                        </a:spcBef>
                        <a:spcAft>
                          <a:spcPts val="0"/>
                        </a:spcAft>
                        <a:buNone/>
                      </a:pPr>
                      <a:r>
                        <a:rPr lang="en-US" sz="800" b="1"/>
                        <a:t>R14</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2800</a:t>
                      </a:r>
                      <a:endParaRPr/>
                    </a:p>
                  </a:txBody>
                  <a:tcPr marL="36000" marR="36000" marT="36000" marB="36000" anchor="ctr"/>
                </a:tc>
                <a:tc>
                  <a:txBody>
                    <a:bodyPr/>
                    <a:lstStyle/>
                    <a:p>
                      <a:pPr marL="0" marR="0" lvl="0" indent="0" algn="ctr" rtl="0">
                        <a:spcBef>
                          <a:spcPts val="0"/>
                        </a:spcBef>
                        <a:spcAft>
                          <a:spcPts val="0"/>
                        </a:spcAft>
                        <a:buNone/>
                      </a:pPr>
                      <a:r>
                        <a:rPr lang="en-US" sz="800" b="1"/>
                        <a:t>1400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4000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extLst>
                  <a:ext uri="{0D108BD9-81ED-4DB2-BD59-A6C34878D82A}">
                    <a16:rowId xmlns:a16="http://schemas.microsoft.com/office/drawing/2014/main" val="10005"/>
                  </a:ext>
                </a:extLst>
              </a:tr>
              <a:tr h="17680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7680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1520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7680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1540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graphicFrame>
        <p:nvGraphicFramePr>
          <p:cNvPr id="378" name="Google Shape;378;p28"/>
          <p:cNvGraphicFramePr/>
          <p:nvPr>
            <p:extLst>
              <p:ext uri="{D42A27DB-BD31-4B8C-83A1-F6EECF244321}">
                <p14:modId xmlns:p14="http://schemas.microsoft.com/office/powerpoint/2010/main" val="3338715404"/>
              </p:ext>
            </p:extLst>
          </p:nvPr>
        </p:nvGraphicFramePr>
        <p:xfrm>
          <a:off x="7" y="2357843"/>
          <a:ext cx="2328800" cy="969600"/>
        </p:xfrm>
        <a:graphic>
          <a:graphicData uri="http://schemas.openxmlformats.org/drawingml/2006/table">
            <a:tbl>
              <a:tblPr firstRow="1" bandRow="1">
                <a:noFill/>
                <a:tableStyleId>{A521BE36-7E6F-4EC9-8D66-1CF97A6895EC}</a:tableStyleId>
              </a:tblPr>
              <a:tblGrid>
                <a:gridCol w="291100">
                  <a:extLst>
                    <a:ext uri="{9D8B030D-6E8A-4147-A177-3AD203B41FA5}">
                      <a16:colId xmlns:a16="http://schemas.microsoft.com/office/drawing/2014/main" val="20000"/>
                    </a:ext>
                  </a:extLst>
                </a:gridCol>
                <a:gridCol w="291100">
                  <a:extLst>
                    <a:ext uri="{9D8B030D-6E8A-4147-A177-3AD203B41FA5}">
                      <a16:colId xmlns:a16="http://schemas.microsoft.com/office/drawing/2014/main" val="20001"/>
                    </a:ext>
                  </a:extLst>
                </a:gridCol>
                <a:gridCol w="291100">
                  <a:extLst>
                    <a:ext uri="{9D8B030D-6E8A-4147-A177-3AD203B41FA5}">
                      <a16:colId xmlns:a16="http://schemas.microsoft.com/office/drawing/2014/main" val="20002"/>
                    </a:ext>
                  </a:extLst>
                </a:gridCol>
                <a:gridCol w="291100">
                  <a:extLst>
                    <a:ext uri="{9D8B030D-6E8A-4147-A177-3AD203B41FA5}">
                      <a16:colId xmlns:a16="http://schemas.microsoft.com/office/drawing/2014/main" val="20003"/>
                    </a:ext>
                  </a:extLst>
                </a:gridCol>
                <a:gridCol w="291100">
                  <a:extLst>
                    <a:ext uri="{9D8B030D-6E8A-4147-A177-3AD203B41FA5}">
                      <a16:colId xmlns:a16="http://schemas.microsoft.com/office/drawing/2014/main" val="20004"/>
                    </a:ext>
                  </a:extLst>
                </a:gridCol>
                <a:gridCol w="291100">
                  <a:extLst>
                    <a:ext uri="{9D8B030D-6E8A-4147-A177-3AD203B41FA5}">
                      <a16:colId xmlns:a16="http://schemas.microsoft.com/office/drawing/2014/main" val="20005"/>
                    </a:ext>
                  </a:extLst>
                </a:gridCol>
                <a:gridCol w="291100">
                  <a:extLst>
                    <a:ext uri="{9D8B030D-6E8A-4147-A177-3AD203B41FA5}">
                      <a16:colId xmlns:a16="http://schemas.microsoft.com/office/drawing/2014/main" val="20006"/>
                    </a:ext>
                  </a:extLst>
                </a:gridCol>
                <a:gridCol w="291100">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CJU 07 (307’) / 25 (296’)</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2900</a:t>
                      </a:r>
                      <a:endParaRPr/>
                    </a:p>
                  </a:txBody>
                  <a:tcPr marL="36000" marR="36000" marT="36000" marB="36000" anchor="ctr"/>
                </a:tc>
                <a:tc>
                  <a:txBody>
                    <a:bodyPr/>
                    <a:lstStyle/>
                    <a:p>
                      <a:pPr marL="0" marR="0" lvl="0" indent="0" algn="ctr" rtl="0">
                        <a:spcBef>
                          <a:spcPts val="0"/>
                        </a:spcBef>
                        <a:spcAft>
                          <a:spcPts val="0"/>
                        </a:spcAft>
                        <a:buNone/>
                      </a:pPr>
                      <a:r>
                        <a:rPr lang="en-US" sz="800" b="1"/>
                        <a:t>1800</a:t>
                      </a:r>
                      <a:endParaRPr/>
                    </a:p>
                  </a:txBody>
                  <a:tcPr marL="36000" marR="36000" marT="36000" marB="36000" anchor="ctr"/>
                </a:tc>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8000</a:t>
                      </a:r>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25</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4300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3130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1940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3180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bl>
          </a:graphicData>
        </a:graphic>
      </p:graphicFrame>
      <p:graphicFrame>
        <p:nvGraphicFramePr>
          <p:cNvPr id="381" name="Google Shape;381;p28"/>
          <p:cNvGraphicFramePr/>
          <p:nvPr>
            <p:extLst>
              <p:ext uri="{D42A27DB-BD31-4B8C-83A1-F6EECF244321}">
                <p14:modId xmlns:p14="http://schemas.microsoft.com/office/powerpoint/2010/main" val="2447582750"/>
              </p:ext>
            </p:extLst>
          </p:nvPr>
        </p:nvGraphicFramePr>
        <p:xfrm>
          <a:off x="7" y="0"/>
          <a:ext cx="2328850" cy="5486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t>COLD TEMP CORRECTION (Domestic)</a:t>
                      </a:r>
                      <a:endParaRPr sz="1000" dirty="0"/>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dirty="0"/>
                        <a:t>Min </a:t>
                      </a:r>
                      <a:r>
                        <a:rPr lang="en-US" sz="700" dirty="0" err="1"/>
                        <a:t>은</a:t>
                      </a:r>
                      <a:r>
                        <a:rPr lang="en-US" sz="700" dirty="0"/>
                        <a:t> </a:t>
                      </a:r>
                      <a:r>
                        <a:rPr lang="en-US" sz="700" dirty="0" err="1"/>
                        <a:t>반드시</a:t>
                      </a:r>
                      <a:r>
                        <a:rPr lang="en-US" sz="700" dirty="0"/>
                        <a:t> </a:t>
                      </a:r>
                      <a:r>
                        <a:rPr lang="en-US" sz="700" dirty="0" err="1"/>
                        <a:t>수정</a:t>
                      </a:r>
                      <a:r>
                        <a:rPr lang="en-US" sz="700" dirty="0"/>
                        <a:t> (</a:t>
                      </a:r>
                      <a:r>
                        <a:rPr lang="en-US" sz="700" dirty="0" err="1"/>
                        <a:t>중간</a:t>
                      </a:r>
                      <a:r>
                        <a:rPr lang="en-US" sz="700" dirty="0"/>
                        <a:t> </a:t>
                      </a:r>
                      <a:r>
                        <a:rPr lang="en-US" sz="700" dirty="0" err="1"/>
                        <a:t>고도</a:t>
                      </a:r>
                      <a:r>
                        <a:rPr lang="en-US" sz="700" dirty="0"/>
                        <a:t> </a:t>
                      </a:r>
                      <a:r>
                        <a:rPr lang="en-US" sz="700" dirty="0" err="1"/>
                        <a:t>CORRECTION은</a:t>
                      </a:r>
                      <a:r>
                        <a:rPr lang="en-US" sz="700" dirty="0"/>
                        <a:t> PIC </a:t>
                      </a:r>
                      <a:r>
                        <a:rPr lang="en-US" sz="700" dirty="0" err="1"/>
                        <a:t>결정</a:t>
                      </a:r>
                      <a:r>
                        <a:rPr lang="en-US" sz="700" dirty="0"/>
                        <a:t>)</a:t>
                      </a:r>
                      <a:endParaRPr dirty="0"/>
                    </a:p>
                    <a:p>
                      <a:pPr marL="0" marR="0" lvl="0" indent="0" algn="l" rtl="0">
                        <a:spcBef>
                          <a:spcPts val="0"/>
                        </a:spcBef>
                        <a:spcAft>
                          <a:spcPts val="0"/>
                        </a:spcAft>
                        <a:buNone/>
                      </a:pPr>
                      <a:r>
                        <a:rPr lang="en-US" sz="700" dirty="0"/>
                        <a:t>Missed App </a:t>
                      </a:r>
                      <a:r>
                        <a:rPr lang="en-US" sz="700" dirty="0" err="1"/>
                        <a:t>고도는</a:t>
                      </a:r>
                      <a:r>
                        <a:rPr lang="en-US" sz="700" dirty="0"/>
                        <a:t> ATC </a:t>
                      </a:r>
                      <a:r>
                        <a:rPr lang="en-US" sz="700" dirty="0" err="1"/>
                        <a:t>협조</a:t>
                      </a:r>
                      <a:r>
                        <a:rPr lang="en-US" sz="700" dirty="0"/>
                        <a:t> </a:t>
                      </a:r>
                      <a:r>
                        <a:rPr lang="en-US" sz="700" dirty="0" err="1"/>
                        <a:t>필요</a:t>
                      </a:r>
                      <a:endParaRPr sz="700" dirty="0"/>
                    </a:p>
                  </a:txBody>
                  <a:tcPr marL="91450" marR="91450" marT="45725" marB="45725"/>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06196B91-167A-7407-2A65-8B29A3124F68}"/>
              </a:ext>
            </a:extLst>
          </p:cNvPr>
          <p:cNvSpPr/>
          <p:nvPr/>
        </p:nvSpPr>
        <p:spPr>
          <a:xfrm>
            <a:off x="842121" y="5189777"/>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389;p29">
            <a:extLst>
              <a:ext uri="{FF2B5EF4-FFF2-40B4-BE49-F238E27FC236}">
                <a16:creationId xmlns:a16="http://schemas.microsoft.com/office/drawing/2014/main" id="{BC46C6F3-A4C3-1AF2-23EC-BBACBA6ACAAA}"/>
              </a:ext>
            </a:extLst>
          </p:cNvPr>
          <p:cNvGraphicFramePr/>
          <p:nvPr>
            <p:extLst>
              <p:ext uri="{D42A27DB-BD31-4B8C-83A1-F6EECF244321}">
                <p14:modId xmlns:p14="http://schemas.microsoft.com/office/powerpoint/2010/main" val="884900013"/>
              </p:ext>
            </p:extLst>
          </p:nvPr>
        </p:nvGraphicFramePr>
        <p:xfrm>
          <a:off x="0" y="338946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64650">
                <a:tc gridSpan="8">
                  <a:txBody>
                    <a:bodyPr/>
                    <a:lstStyle/>
                    <a:p>
                      <a:pPr marL="0" marR="0" lvl="0" indent="0" algn="ctr" rtl="0">
                        <a:spcBef>
                          <a:spcPts val="0"/>
                        </a:spcBef>
                        <a:spcAft>
                          <a:spcPts val="0"/>
                        </a:spcAft>
                        <a:buNone/>
                      </a:pPr>
                      <a:r>
                        <a:rPr lang="en-US" sz="800"/>
                        <a:t>PUS 36L(233’),36R(228’) / 18L/R (see below)</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4650">
                <a:tc>
                  <a:txBody>
                    <a:bodyPr/>
                    <a:lstStyle/>
                    <a:p>
                      <a:pPr marL="0" marR="0" lvl="0" indent="0" algn="ctr" rtl="0">
                        <a:spcBef>
                          <a:spcPts val="0"/>
                        </a:spcBef>
                        <a:spcAft>
                          <a:spcPts val="0"/>
                        </a:spcAft>
                        <a:buNone/>
                      </a:pPr>
                      <a:r>
                        <a:rPr lang="en-US" sz="800" b="1" dirty="0">
                          <a:solidFill>
                            <a:schemeClr val="dk1"/>
                          </a:solidFill>
                        </a:rPr>
                        <a:t>36L/R</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3300</a:t>
                      </a:r>
                      <a:endParaRPr/>
                    </a:p>
                  </a:txBody>
                  <a:tcPr marL="36000" marR="36000" marT="36000" marB="36000" anchor="ctr"/>
                </a:tc>
                <a:tc>
                  <a:txBody>
                    <a:bodyPr/>
                    <a:lstStyle/>
                    <a:p>
                      <a:pPr marL="0" marR="0" lvl="0" indent="0" algn="ctr" rtl="0">
                        <a:spcBef>
                          <a:spcPts val="0"/>
                        </a:spcBef>
                        <a:spcAft>
                          <a:spcPts val="0"/>
                        </a:spcAft>
                        <a:buNone/>
                      </a:pPr>
                      <a:r>
                        <a:rPr lang="en-US" sz="800" b="1"/>
                        <a:t>2100</a:t>
                      </a: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6465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6465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3560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2250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6465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3620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4"/>
                  </a:ext>
                </a:extLst>
              </a:tr>
              <a:tr h="164650">
                <a:tc>
                  <a:txBody>
                    <a:bodyPr/>
                    <a:lstStyle/>
                    <a:p>
                      <a:pPr marL="0" marR="0" lvl="0" indent="0" algn="ctr" rtl="0">
                        <a:spcBef>
                          <a:spcPts val="0"/>
                        </a:spcBef>
                        <a:spcAft>
                          <a:spcPts val="0"/>
                        </a:spcAft>
                        <a:buNone/>
                      </a:pPr>
                      <a:r>
                        <a:rPr lang="en-US" sz="800" b="1"/>
                        <a:t>18L/R</a:t>
                      </a:r>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a:p>
                  </a:txBody>
                  <a:tcPr marL="36000" marR="36000" marT="36000" marB="36000" anchor="ctr"/>
                </a:tc>
                <a:tc>
                  <a:txBody>
                    <a:bodyPr/>
                    <a:lstStyle/>
                    <a:p>
                      <a:pPr marL="0" marR="0" lvl="0" indent="0" algn="ctr" rtl="0">
                        <a:spcBef>
                          <a:spcPts val="0"/>
                        </a:spcBef>
                        <a:spcAft>
                          <a:spcPts val="0"/>
                        </a:spcAft>
                        <a:buNone/>
                      </a:pPr>
                      <a:r>
                        <a:rPr lang="en-US" sz="800" b="1"/>
                        <a:t>2600</a:t>
                      </a:r>
                      <a:endParaRPr sz="800" b="1"/>
                    </a:p>
                  </a:txBody>
                  <a:tcPr marL="36000" marR="36000" marT="36000" marB="36000" anchor="ctr"/>
                </a:tc>
                <a:tc>
                  <a:txBody>
                    <a:bodyPr/>
                    <a:lstStyle/>
                    <a:p>
                      <a:pPr marL="0" marR="0" lvl="0" indent="0" algn="ctr" rtl="0">
                        <a:spcBef>
                          <a:spcPts val="0"/>
                        </a:spcBef>
                        <a:spcAft>
                          <a:spcPts val="0"/>
                        </a:spcAft>
                        <a:buNone/>
                      </a:pPr>
                      <a:r>
                        <a:rPr lang="en-US" sz="800" b="1"/>
                        <a:t>1700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5"/>
                  </a:ext>
                </a:extLst>
              </a:tr>
              <a:tr h="16465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2760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6465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2810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1830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6465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2860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6580</a:t>
                      </a: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543467362"/>
              </p:ext>
            </p:extLst>
          </p:nvPr>
        </p:nvGraphicFramePr>
        <p:xfrm>
          <a:off x="12706" y="8862"/>
          <a:ext cx="2328875" cy="55941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1/2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PRELIMINARY (OAT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PROBE/WIN HEAT – ON (ENG START</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후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AUTO)</a:t>
                      </a:r>
                      <a:endParaRPr lang="en-US" sz="8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LOGBOOK </a:t>
                      </a:r>
                      <a:r>
                        <a:rPr lang="en-US" altLang="ko-KR" sz="800" b="1" dirty="0">
                          <a:solidFill>
                            <a:schemeClr val="bg1"/>
                          </a:solidFill>
                          <a:latin typeface="Arial" panose="020B0604020202020204" pitchFamily="34" charset="0"/>
                          <a:ea typeface="Helvetica Neue"/>
                          <a:cs typeface="Arial" panose="020B0604020202020204" pitchFamily="34" charset="0"/>
                          <a:sym typeface="Helvetica Neue"/>
                        </a:rPr>
                        <a:t>--------------------------------------</a:t>
                      </a:r>
                      <a:r>
                        <a:rPr lang="en-US" sz="800" b="1" dirty="0">
                          <a:solidFill>
                            <a:schemeClr val="bg1"/>
                          </a:solidFill>
                          <a:latin typeface="Arial" panose="020B0604020202020204" pitchFamily="34" charset="0"/>
                          <a:ea typeface="Helvetica Neue"/>
                          <a:cs typeface="Arial" panose="020B0604020202020204" pitchFamily="34" charset="0"/>
                          <a:sym typeface="Helvetica Neue"/>
                        </a:rPr>
                        <a:t>  CHECK</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MAX TIME TO NEXT ENG ACC ---- DETERMINE</a:t>
                      </a:r>
                    </a:p>
                    <a:p>
                      <a:pPr marL="0" marR="0" lvl="0" indent="0" algn="l" rtl="0">
                        <a:spcBef>
                          <a:spcPts val="0"/>
                        </a:spcBef>
                        <a:spcAft>
                          <a:spcPts val="0"/>
                        </a:spcAft>
                        <a:buNone/>
                      </a:pPr>
                      <a:r>
                        <a:rPr lang="en-US" sz="600" b="1" dirty="0">
                          <a:solidFill>
                            <a:schemeClr val="bg1"/>
                          </a:solidFill>
                          <a:latin typeface="Arial" panose="020B0604020202020204" pitchFamily="34" charset="0"/>
                          <a:cs typeface="Arial" panose="020B0604020202020204" pitchFamily="34" charset="0"/>
                        </a:rPr>
                        <a:t>TAXI IN TIME – NEXT ENG ACC TIME 15</a:t>
                      </a:r>
                      <a:r>
                        <a:rPr lang="ko-KR" altLang="en-US" sz="600" b="1" dirty="0">
                          <a:solidFill>
                            <a:schemeClr val="bg1"/>
                          </a:solidFill>
                          <a:latin typeface="Arial" panose="020B0604020202020204" pitchFamily="34" charset="0"/>
                          <a:cs typeface="Arial" panose="020B0604020202020204" pitchFamily="34" charset="0"/>
                        </a:rPr>
                        <a:t>분 이내인지 확인</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r h="153934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TAXI-OUT</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TAXI TIME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MONITOR</a:t>
                      </a: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700" b="0" dirty="0">
                          <a:latin typeface="Arial" panose="020B0604020202020204" pitchFamily="34" charset="0"/>
                          <a:ea typeface="Helvetica Neue"/>
                          <a:cs typeface="Arial" panose="020B0604020202020204" pitchFamily="34" charset="0"/>
                          <a:sym typeface="Helvetica Neue"/>
                        </a:rPr>
                        <a:t>15</a:t>
                      </a:r>
                      <a:r>
                        <a:rPr lang="ko-KR" altLang="en-US" sz="700" b="0" dirty="0">
                          <a:latin typeface="Arial" panose="020B0604020202020204" pitchFamily="34" charset="0"/>
                          <a:ea typeface="Helvetica Neue"/>
                          <a:cs typeface="Arial" panose="020B0604020202020204" pitchFamily="34" charset="0"/>
                          <a:sym typeface="Helvetica Neue"/>
                        </a:rPr>
                        <a:t>분 초과 또는 </a:t>
                      </a:r>
                      <a:r>
                        <a:rPr lang="en-US" altLang="ko-KR" sz="700" b="0" dirty="0">
                          <a:latin typeface="Arial" panose="020B0604020202020204" pitchFamily="34" charset="0"/>
                          <a:ea typeface="Helvetica Neue"/>
                          <a:cs typeface="Arial" panose="020B0604020202020204" pitchFamily="34" charset="0"/>
                          <a:sym typeface="Helvetica Neue"/>
                        </a:rPr>
                        <a:t>Eng Vibrations</a:t>
                      </a:r>
                      <a:r>
                        <a:rPr lang="ko-KR" altLang="en-US" sz="700" b="0" dirty="0">
                          <a:latin typeface="Arial" panose="020B0604020202020204" pitchFamily="34" charset="0"/>
                          <a:ea typeface="Helvetica Neue"/>
                          <a:cs typeface="Arial" panose="020B0604020202020204" pitchFamily="34" charset="0"/>
                          <a:sym typeface="Helvetica Neue"/>
                        </a:rPr>
                        <a:t>시 절차 수행</a:t>
                      </a:r>
                      <a:endParaRPr lang="en-US" altLang="ko-KR" sz="700" b="0"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SURFACE COND &amp; AREA ---------- CHECK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ATC ------------------------------------------------ NOTIFY</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PARKING BRAKE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the aircraft starts to move, immediately retard the thrust levers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Repeat this procedure at intervals not longer than 15 min, or if the engine vibrations increase.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SOP TAXI -------------------------------------- RESUME</a:t>
                      </a:r>
                    </a:p>
                  </a:txBody>
                  <a:tcPr marL="36000" marR="36000" marT="36000" marB="36000"/>
                </a:tc>
                <a:extLst>
                  <a:ext uri="{0D108BD9-81ED-4DB2-BD59-A6C34878D82A}">
                    <a16:rowId xmlns:a16="http://schemas.microsoft.com/office/drawing/2014/main" val="10003"/>
                  </a:ext>
                </a:extLst>
              </a:tr>
              <a:tr h="9072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BEFORE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FLAPS lever ------------------ SET FOR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FLAPS ------------------------------------- CHECK PSN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CONFIG pb ---------------------------------- TEST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MEMO ------------------------ CHECK NO BLUE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AFTER START checklist ------------- COMPLETE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BEFORE TAKEOFF checklist --- ACCOMPLISH</a:t>
                      </a:r>
                      <a:endParaRPr lang="en-US" sz="900" b="1" dirty="0">
                        <a:solidFill>
                          <a:srgbClr val="AA47F5"/>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4"/>
                  </a:ext>
                </a:extLst>
              </a:tr>
              <a:tr h="99548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TAKEOFF</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A final engine acceleration must be performed before takeoff to entirely clean the engine from ice accretion.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ATC ------------------------------------------------ NOTIFY</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PARKING BRK(OR BRK PEDALS) ------ APPLY</a:t>
                      </a:r>
                      <a:endParaRPr sz="500" dirty="0">
                        <a:solidFill>
                          <a:srgbClr val="0070C0"/>
                        </a:solidFill>
                        <a:latin typeface="Arial" panose="020B0604020202020204" pitchFamily="34" charset="0"/>
                        <a:cs typeface="Arial" panose="020B0604020202020204" pitchFamily="34" charset="0"/>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TAKEOFF ------------------------------- RESUME</a:t>
                      </a:r>
                    </a:p>
                  </a:txBody>
                  <a:tcPr marL="36000" marR="36000" marT="36000" marB="36000"/>
                </a:tc>
                <a:extLst>
                  <a:ext uri="{0D108BD9-81ED-4DB2-BD59-A6C34878D82A}">
                    <a16:rowId xmlns:a16="http://schemas.microsoft.com/office/drawing/2014/main" val="10005"/>
                  </a:ext>
                </a:extLst>
              </a:tr>
              <a:tr h="44987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9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AFTER L/D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DO NOT RETRACT FLAPS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Ice Shedding </a:t>
                      </a:r>
                      <a:r>
                        <a:rPr kumimoji="0" lang="ko-KR" altLang="en-US"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절차 반복</a:t>
                      </a:r>
                      <a:endPar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2064318730"/>
                  </a:ext>
                </a:extLst>
              </a:tr>
            </a:tbl>
          </a:graphicData>
        </a:graphic>
      </p:graphicFrame>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1461607" y="5166290"/>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812717D6-C8CE-1A9C-6E0A-C645D6E90C4E}"/>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BA2D45B4-EED9-6111-35FA-0DC73C1E29A0}"/>
              </a:ext>
            </a:extLst>
          </p:cNvPr>
          <p:cNvGraphicFramePr/>
          <p:nvPr>
            <p:extLst>
              <p:ext uri="{D42A27DB-BD31-4B8C-83A1-F6EECF244321}">
                <p14:modId xmlns:p14="http://schemas.microsoft.com/office/powerpoint/2010/main" val="2760037043"/>
              </p:ext>
            </p:extLst>
          </p:nvPr>
        </p:nvGraphicFramePr>
        <p:xfrm>
          <a:off x="12706" y="8862"/>
          <a:ext cx="2328875" cy="35688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2/2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PARKING</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After engine shutdown and before shutting down electrical supply: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FLAPS / SLATS ....... CONF FREE OF CONTAM</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Perform a visual inspection to determine if the flaps/slats mechanism is free of 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If necessary, perform decontamination.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Y ELEC PUMP pb .............................. AUTO F/O</a:t>
                      </a: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G ELEC PUMP pb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ON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ON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SLATS / FLAPS .......................... RETRACT F/O</a:t>
                      </a: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Monitor slats/flaps retraction on ECAM upper display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When slats and flaps are retracted:</a:t>
                      </a:r>
                    </a:p>
                    <a:p>
                      <a:pPr marL="0" marR="0" lvl="0" indent="0" algn="l" rtl="0">
                        <a:spcBef>
                          <a:spcPts val="0"/>
                        </a:spcBef>
                        <a:spcAft>
                          <a:spcPts val="0"/>
                        </a:spcAft>
                        <a:buNone/>
                      </a:pP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AUTO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NORMAL PROCEDURE .............. RESUME ALL</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B357AA3F-7CF2-5F85-E730-26CBACEDF92E}"/>
              </a:ext>
            </a:extLst>
          </p:cNvPr>
          <p:cNvSpPr/>
          <p:nvPr/>
        </p:nvSpPr>
        <p:spPr>
          <a:xfrm>
            <a:off x="854877" y="512121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38281712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413"/>
        <p:cNvGrpSpPr/>
        <p:nvPr/>
      </p:nvGrpSpPr>
      <p:grpSpPr>
        <a:xfrm>
          <a:off x="0" y="0"/>
          <a:ext cx="0" cy="0"/>
          <a:chOff x="0" y="0"/>
          <a:chExt cx="0" cy="0"/>
        </a:xfrm>
      </p:grpSpPr>
      <p:graphicFrame>
        <p:nvGraphicFramePr>
          <p:cNvPr id="414" name="Google Shape;414;p33"/>
          <p:cNvGraphicFramePr/>
          <p:nvPr>
            <p:extLst>
              <p:ext uri="{D42A27DB-BD31-4B8C-83A1-F6EECF244321}">
                <p14:modId xmlns:p14="http://schemas.microsoft.com/office/powerpoint/2010/main" val="3335867734"/>
              </p:ext>
            </p:extLst>
          </p:nvPr>
        </p:nvGraphicFramePr>
        <p:xfrm>
          <a:off x="0" y="7749"/>
          <a:ext cx="2326511" cy="5472240"/>
        </p:xfrm>
        <a:graphic>
          <a:graphicData uri="http://schemas.openxmlformats.org/drawingml/2006/table">
            <a:tbl>
              <a:tblPr firstRow="1" bandRow="1">
                <a:noFill/>
                <a:tableStyleId>{A521BE36-7E6F-4EC9-8D66-1CF97A6895EC}</a:tableStyleId>
              </a:tblPr>
              <a:tblGrid>
                <a:gridCol w="2326511">
                  <a:extLst>
                    <a:ext uri="{9D8B030D-6E8A-4147-A177-3AD203B41FA5}">
                      <a16:colId xmlns:a16="http://schemas.microsoft.com/office/drawing/2014/main" val="20000"/>
                    </a:ext>
                  </a:extLst>
                </a:gridCol>
              </a:tblGrid>
              <a:tr h="315307">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ON Deicing in </a:t>
                      </a:r>
                      <a:r>
                        <a:rPr lang="en-US" sz="1100" dirty="0">
                          <a:solidFill>
                            <a:srgbClr val="00B050"/>
                          </a:solidFill>
                          <a:latin typeface="Arial" panose="020B0604020202020204" pitchFamily="34" charset="0"/>
                          <a:cs typeface="Arial" panose="020B0604020202020204" pitchFamily="34" charset="0"/>
                        </a:rPr>
                        <a:t>ICN</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TOBT- 40min CTC KE ICN (</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사전신청</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 결과확인</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4920">
                <a:tc>
                  <a:txBody>
                    <a:bodyPr/>
                    <a:lstStyle/>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Deicing </a:t>
                      </a:r>
                      <a:r>
                        <a:rPr lang="en-US" sz="700" dirty="0">
                          <a:latin typeface="Arial" panose="020B0604020202020204" pitchFamily="34" charset="0"/>
                          <a:ea typeface="Helvetica Neue"/>
                          <a:cs typeface="Arial" panose="020B0604020202020204" pitchFamily="34" charset="0"/>
                          <a:sym typeface="Helvetica Neue"/>
                        </a:rPr>
                        <a:t>”Deicing Required ENG On Deicing”</a:t>
                      </a:r>
                      <a:endParaRP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Apron </a:t>
                      </a:r>
                      <a:r>
                        <a:rPr lang="en-US" sz="700" dirty="0">
                          <a:latin typeface="Arial" panose="020B0604020202020204" pitchFamily="34" charset="0"/>
                          <a:ea typeface="Helvetica Neue"/>
                          <a:cs typeface="Arial" panose="020B0604020202020204" pitchFamily="34" charset="0"/>
                          <a:sym typeface="Helvetica Neue"/>
                        </a:rPr>
                        <a:t>“Req Pushback Deicing Zone xx”</a:t>
                      </a:r>
                      <a:r>
                        <a:rPr lang="ko-KR" altLang="en-US" sz="700" dirty="0">
                          <a:latin typeface="Arial" panose="020B0604020202020204" pitchFamily="34" charset="0"/>
                          <a:ea typeface="Helvetica Neue"/>
                          <a:cs typeface="Arial" panose="020B0604020202020204" pitchFamily="34" charset="0"/>
                          <a:sym typeface="Helvetica Neue"/>
                        </a:rPr>
                        <a:t> </a:t>
                      </a:r>
                      <a:r>
                        <a:rPr lang="en-US" sz="700" b="1" dirty="0">
                          <a:solidFill>
                            <a:srgbClr val="00B050"/>
                          </a:solidFill>
                          <a:latin typeface="Arial" panose="020B0604020202020204" pitchFamily="34" charset="0"/>
                          <a:ea typeface="Helvetica Neue"/>
                          <a:cs typeface="Arial" panose="020B0604020202020204" pitchFamily="34" charset="0"/>
                          <a:sym typeface="Helvetica Neue"/>
                        </a:rPr>
                        <a:t>SQ2000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700" dirty="0">
                          <a:solidFill>
                            <a:srgbClr val="0070C0"/>
                          </a:solidFill>
                          <a:latin typeface="Arial" panose="020B0604020202020204" pitchFamily="34" charset="0"/>
                          <a:ea typeface="Helvetica Neue"/>
                          <a:cs typeface="Arial" panose="020B0604020202020204" pitchFamily="34" charset="0"/>
                          <a:sym typeface="Helvetica Neue"/>
                        </a:rPr>
                        <a:t>Pad Control </a:t>
                      </a:r>
                      <a:r>
                        <a:rPr kumimoji="0" lang="en-US"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Arrange</a:t>
                      </a:r>
                      <a:r>
                        <a:rPr kumimoji="0" lang="en-US" altLang="ko-Kore-KR"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Deicing Pad No. </a:t>
                      </a:r>
                      <a:r>
                        <a:rPr kumimoji="0" lang="en-US" altLang="ko-Kore-KR" sz="700" b="1" i="0" u="none" strike="noStrike" kern="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REQ FULL BODY</a:t>
                      </a:r>
                      <a:endParaRPr lang="en-US" sz="700" b="1" dirty="0">
                        <a:solidFill>
                          <a:srgbClr val="AA47F5"/>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Ice Man</a:t>
                      </a:r>
                      <a:r>
                        <a:rPr lang="en-US" sz="700" dirty="0">
                          <a:latin typeface="Arial" panose="020B0604020202020204" pitchFamily="34" charset="0"/>
                          <a:ea typeface="Helvetica Neue"/>
                          <a:cs typeface="Arial" panose="020B0604020202020204" pitchFamily="34" charset="0"/>
                          <a:sym typeface="Helvetica Neue"/>
                        </a:rPr>
                        <a:t> Manage Deicing Process</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6734">
                <a:tc>
                  <a:txBody>
                    <a:bodyPr/>
                    <a:lstStyle/>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Gate </a:t>
                      </a:r>
                      <a:r>
                        <a:rPr lang="ko-KR" altLang="en-US" sz="800" b="1" dirty="0" err="1">
                          <a:solidFill>
                            <a:srgbClr val="C00000"/>
                          </a:solidFill>
                          <a:latin typeface="Arial" panose="020B0604020202020204" pitchFamily="34" charset="0"/>
                          <a:ea typeface="Helvetica Neue"/>
                          <a:cs typeface="Arial" panose="020B0604020202020204" pitchFamily="34" charset="0"/>
                          <a:sym typeface="Helvetica Neue"/>
                        </a:rPr>
                        <a:t>시동후</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(FLAP UP, FLT CTL CHK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없이</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t>
                      </a:r>
                      <a:endParaRPr lang="en-US" sz="9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SET </a:t>
                      </a:r>
                      <a:endParaRPr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Report Parking Brake SET - &gt; Ice Man</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ore-KR" sz="900" b="1" i="0" kern="1200"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OFF </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COMMUNICATION with GND </a:t>
                      </a:r>
                      <a:r>
                        <a:rPr lang="en-US" sz="900" b="1" i="0" kern="1200" dirty="0">
                          <a:solidFill>
                            <a:schemeClr val="bg1"/>
                          </a:solidFill>
                          <a:latin typeface="Arial" panose="020B0604020202020204" pitchFamily="34" charset="0"/>
                          <a:ea typeface="Helvetica Neue"/>
                          <a:cs typeface="Arial" panose="020B0604020202020204" pitchFamily="34" charset="0"/>
                          <a:sym typeface="Helvetica Neue"/>
                        </a:rPr>
                        <a:t>------ </a:t>
                      </a:r>
                      <a:r>
                        <a:rPr lang="en-US" sz="900" b="1" dirty="0">
                          <a:solidFill>
                            <a:schemeClr val="bg1"/>
                          </a:solidFill>
                          <a:latin typeface="Arial" panose="020B0604020202020204" pitchFamily="34" charset="0"/>
                          <a:ea typeface="Helvetica Neue"/>
                          <a:cs typeface="Arial" panose="020B0604020202020204" pitchFamily="34" charset="0"/>
                          <a:sym typeface="Helvetica Neue"/>
                        </a:rPr>
                        <a:t>ESTAB</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rtl="0">
                        <a:spcBef>
                          <a:spcPts val="0"/>
                        </a:spcBef>
                        <a:spcAft>
                          <a:spcPts val="0"/>
                        </a:spcAft>
                        <a:buNone/>
                      </a:pPr>
                      <a:r>
                        <a:rPr lang="en-US" sz="700" b="1" dirty="0">
                          <a:solidFill>
                            <a:srgbClr val="0070C0"/>
                          </a:solidFill>
                          <a:latin typeface="Arial" panose="020B0604020202020204" pitchFamily="34" charset="0"/>
                          <a:ea typeface="Helvetica Neue"/>
                          <a:cs typeface="Arial" panose="020B0604020202020204" pitchFamily="34" charset="0"/>
                          <a:sym typeface="Helvetica Neue"/>
                        </a:rPr>
                        <a:t>Note</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 : </a:t>
                      </a:r>
                      <a:r>
                        <a:rPr lang="en-US" sz="700" b="1" dirty="0">
                          <a:solidFill>
                            <a:schemeClr val="accent5"/>
                          </a:solidFill>
                          <a:latin typeface="Arial" panose="020B0604020202020204" pitchFamily="34" charset="0"/>
                          <a:ea typeface="Helvetica Neue"/>
                          <a:cs typeface="Arial" panose="020B0604020202020204" pitchFamily="34" charset="0"/>
                          <a:sym typeface="Helvetica Neue"/>
                        </a:rPr>
                        <a:t>AIR ENG 1+2 BLEED FAULT </a:t>
                      </a:r>
                      <a:r>
                        <a:rPr lang="en-US" sz="700" b="0" dirty="0">
                          <a:solidFill>
                            <a:schemeClr val="bg1"/>
                          </a:solidFill>
                          <a:latin typeface="Arial" panose="020B0604020202020204" pitchFamily="34" charset="0"/>
                          <a:ea typeface="Helvetica Neue"/>
                          <a:cs typeface="Arial" panose="020B0604020202020204" pitchFamily="34" charset="0"/>
                          <a:sym typeface="Helvetica Neue"/>
                        </a:rPr>
                        <a:t>– Disregard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7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sz="7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THRUST LEVERS ----------------- CHK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sz="700" b="0"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Report Ready for Deicing - &gt; Ice Man</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2"/>
                  </a:ext>
                </a:extLst>
              </a:tr>
              <a:tr h="182403">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START</a:t>
                      </a:r>
                      <a:r>
                        <a:rPr lang="ko-KR" altLang="en-US" sz="900" b="1" dirty="0">
                          <a:latin typeface="Arial" panose="020B0604020202020204" pitchFamily="34" charset="0"/>
                          <a:ea typeface="Helvetica Neue"/>
                          <a:cs typeface="Arial" panose="020B0604020202020204" pitchFamily="34" charset="0"/>
                          <a:sym typeface="Helvetica Neue"/>
                        </a:rPr>
                        <a:t> </a:t>
                      </a:r>
                      <a:r>
                        <a:rPr lang="en-US" altLang="ko-KR" sz="900" b="1" dirty="0">
                          <a:latin typeface="Arial" panose="020B0604020202020204" pitchFamily="34" charset="0"/>
                          <a:ea typeface="Helvetica Neue"/>
                          <a:cs typeface="Arial" panose="020B0604020202020204" pitchFamily="34" charset="0"/>
                          <a:sym typeface="Helvetica Neue"/>
                        </a:rPr>
                        <a:t>SPRAY</a:t>
                      </a:r>
                      <a:r>
                        <a:rPr lang="en-US" sz="900" b="1" dirty="0">
                          <a:latin typeface="Arial" panose="020B0604020202020204" pitchFamily="34" charset="0"/>
                          <a:ea typeface="Helvetica Neue"/>
                          <a:cs typeface="Arial" panose="020B0604020202020204" pitchFamily="34" charset="0"/>
                          <a:sym typeface="Helvetica Neue"/>
                        </a:rPr>
                        <a:t>  </a:t>
                      </a:r>
                      <a:r>
                        <a:rPr lang="en-US" sz="800" b="1" dirty="0">
                          <a:solidFill>
                            <a:srgbClr val="7030A0"/>
                          </a:solidFill>
                          <a:latin typeface="Arial" panose="020B0604020202020204" pitchFamily="34" charset="0"/>
                          <a:ea typeface="Helvetica Neue"/>
                          <a:cs typeface="Arial" panose="020B0604020202020204" pitchFamily="34" charset="0"/>
                          <a:sym typeface="Helvetica Neue"/>
                        </a:rPr>
                        <a:t>REQ DCL(CTC DEL)</a:t>
                      </a:r>
                      <a:endParaRPr sz="900" b="1"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846922">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UPON COMPLETE SPRAY</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(TIME CHK 1분)</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err="1">
                          <a:latin typeface="Arial" panose="020B0604020202020204" pitchFamily="34" charset="0"/>
                          <a:ea typeface="Helvetica Neue"/>
                          <a:cs typeface="Arial" panose="020B0604020202020204" pitchFamily="34" charset="0"/>
                          <a:sym typeface="Helvetica Neue"/>
                        </a:rPr>
                        <a:t>용액과</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마지막</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용액</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뿌린</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시간</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받고</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적는다</a:t>
                      </a:r>
                      <a:r>
                        <a:rPr lang="en-US" sz="700" b="0" dirty="0">
                          <a:latin typeface="Arial" panose="020B0604020202020204" pitchFamily="34" charset="0"/>
                          <a:ea typeface="Helvetica Neue"/>
                          <a:cs typeface="Arial" panose="020B0604020202020204" pitchFamily="34" charset="0"/>
                          <a:sym typeface="Helvetica Neue"/>
                        </a:rPr>
                        <a:t>. </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Holdover Time </a:t>
                      </a:r>
                      <a:r>
                        <a:rPr lang="en-US" sz="700" b="0" dirty="0" err="1">
                          <a:latin typeface="Arial" panose="020B0604020202020204" pitchFamily="34" charset="0"/>
                          <a:ea typeface="Helvetica Neue"/>
                          <a:cs typeface="Arial" panose="020B0604020202020204" pitchFamily="34" charset="0"/>
                          <a:sym typeface="Helvetica Neue"/>
                        </a:rPr>
                        <a:t>결정</a:t>
                      </a:r>
                      <a:r>
                        <a:rPr lang="en-US" sz="700" b="0" dirty="0">
                          <a:latin typeface="Arial" panose="020B0604020202020204" pitchFamily="34" charset="0"/>
                          <a:ea typeface="Helvetica Neue"/>
                          <a:cs typeface="Arial" panose="020B0604020202020204" pitchFamily="34" charset="0"/>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4"/>
                  </a:ext>
                </a:extLst>
              </a:tr>
              <a:tr h="901306">
                <a:tc>
                  <a:txBody>
                    <a:bodyPr/>
                    <a:lstStyle/>
                    <a:p>
                      <a:pPr marL="0" marR="0" lvl="0" indent="0" algn="l" rtl="0">
                        <a:lnSpc>
                          <a:spcPct val="100000"/>
                        </a:lnSpc>
                        <a:spcBef>
                          <a:spcPts val="0"/>
                        </a:spcBef>
                        <a:spcAft>
                          <a:spcPts val="0"/>
                        </a:spcAft>
                        <a:buClr>
                          <a:srgbClr val="00B050"/>
                        </a:buClr>
                        <a:buSzPts val="800"/>
                        <a:buFont typeface="Helvetica Neue"/>
                        <a:buNone/>
                      </a:pPr>
                      <a:r>
                        <a:rPr lang="en-US"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rPr>
                        <a:t>TIME CHECK 1분후 </a:t>
                      </a:r>
                      <a:endParaRPr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5</a:t>
                      </a:r>
                      <a:r>
                        <a:rPr lang="ko-KR" altLang="en-US" sz="900" b="1" dirty="0" err="1">
                          <a:solidFill>
                            <a:srgbClr val="00B050"/>
                          </a:solidFill>
                          <a:latin typeface="Arial" panose="020B0604020202020204" pitchFamily="34" charset="0"/>
                          <a:ea typeface="Helvetica Neue"/>
                          <a:cs typeface="Arial" panose="020B0604020202020204" pitchFamily="34" charset="0"/>
                          <a:sym typeface="Helvetica Neue"/>
                        </a:rPr>
                        <a:t>분후</a:t>
                      </a:r>
                      <a:r>
                        <a:rPr lang="ko-KR" altLang="en-US" sz="900" b="1" dirty="0">
                          <a:solidFill>
                            <a:srgbClr val="00B050"/>
                          </a:solidFill>
                          <a:latin typeface="Arial" panose="020B0604020202020204" pitchFamily="34" charset="0"/>
                          <a:ea typeface="Helvetica Neue"/>
                          <a:cs typeface="Arial" panose="020B0604020202020204" pitchFamily="34" charset="0"/>
                          <a:sym typeface="Helvetica Neue"/>
                        </a:rPr>
                        <a:t> </a:t>
                      </a:r>
                      <a:endParaRPr lang="en-US" altLang="ko-KR" sz="900" b="1"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AS RQRD </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NORMAL PROCEDURE ----------- RESUME</a:t>
                      </a:r>
                    </a:p>
                    <a:p>
                      <a:pPr marL="0" marR="0" lvl="0" indent="0" algn="l" rtl="0">
                        <a:lnSpc>
                          <a:spcPct val="100000"/>
                        </a:lnSpc>
                        <a:spcBef>
                          <a:spcPts val="0"/>
                        </a:spcBef>
                        <a:spcAft>
                          <a:spcPts val="0"/>
                        </a:spcAft>
                        <a:buClr>
                          <a:schemeClr val="dk1"/>
                        </a:buClr>
                        <a:buSzPts val="900"/>
                        <a:buFont typeface="Helvetica Neue"/>
                        <a:buNone/>
                      </a:pPr>
                      <a:r>
                        <a:rPr lang="en-US" sz="800" b="1" dirty="0">
                          <a:solidFill>
                            <a:srgbClr val="7030A0"/>
                          </a:solidFill>
                          <a:latin typeface="Arial" panose="020B0604020202020204" pitchFamily="34" charset="0"/>
                          <a:cs typeface="Arial" panose="020B0604020202020204" pitchFamily="34" charset="0"/>
                        </a:rPr>
                        <a:t>FLT CONTROL CHK, FLAPS UP </a:t>
                      </a:r>
                      <a:endParaRPr sz="800" b="1" dirty="0">
                        <a:solidFill>
                          <a:srgbClr val="7030A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5"/>
                  </a:ext>
                </a:extLst>
              </a:tr>
              <a:tr h="182403">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0000"/>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871598603"/>
                  </a:ext>
                </a:extLst>
              </a:tr>
            </a:tbl>
          </a:graphicData>
        </a:graphic>
      </p:graphicFrame>
      <p:sp>
        <p:nvSpPr>
          <p:cNvPr id="2" name="직사각형 1">
            <a:hlinkClick r:id="" action="ppaction://hlinkshowjump?jump=firstslide"/>
            <a:extLst>
              <a:ext uri="{FF2B5EF4-FFF2-40B4-BE49-F238E27FC236}">
                <a16:creationId xmlns:a16="http://schemas.microsoft.com/office/drawing/2014/main" id="{654F4649-BD0D-E760-E72F-6EB5CB4F04CE}"/>
              </a:ext>
            </a:extLst>
          </p:cNvPr>
          <p:cNvSpPr/>
          <p:nvPr/>
        </p:nvSpPr>
        <p:spPr>
          <a:xfrm>
            <a:off x="1577175" y="5184465"/>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직사각형 4">
            <a:hlinkClick r:id="" action="ppaction://hlinkshowjump?jump=firstslide"/>
            <a:extLst>
              <a:ext uri="{FF2B5EF4-FFF2-40B4-BE49-F238E27FC236}">
                <a16:creationId xmlns:a16="http://schemas.microsoft.com/office/drawing/2014/main" id="{FE7F3A02-AA51-DBC3-F6F5-0AAFB47EC18F}"/>
              </a:ext>
            </a:extLst>
          </p:cNvPr>
          <p:cNvSpPr/>
          <p:nvPr/>
        </p:nvSpPr>
        <p:spPr>
          <a:xfrm>
            <a:off x="1078668" y="4176885"/>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419"/>
        <p:cNvGrpSpPr/>
        <p:nvPr/>
      </p:nvGrpSpPr>
      <p:grpSpPr>
        <a:xfrm>
          <a:off x="0" y="0"/>
          <a:ext cx="0" cy="0"/>
          <a:chOff x="0" y="0"/>
          <a:chExt cx="0" cy="0"/>
        </a:xfrm>
      </p:grpSpPr>
      <p:sp>
        <p:nvSpPr>
          <p:cNvPr id="424" name="Google Shape;424;p34"/>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 name="직사각형 2">
            <a:hlinkClick r:id="" action="ppaction://hlinkshowjump?jump=firstslide"/>
            <a:extLst>
              <a:ext uri="{FF2B5EF4-FFF2-40B4-BE49-F238E27FC236}">
                <a16:creationId xmlns:a16="http://schemas.microsoft.com/office/drawing/2014/main" id="{C997E6E1-18FF-431A-35CB-6F548E671CDF}"/>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2" name="그림 1">
            <a:extLst>
              <a:ext uri="{FF2B5EF4-FFF2-40B4-BE49-F238E27FC236}">
                <a16:creationId xmlns:a16="http://schemas.microsoft.com/office/drawing/2014/main" id="{A7687D0D-8717-8A42-EC79-38E080108ABA}"/>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834F9B4-A3F9-8E74-8FCA-4558DBC4CA92}"/>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61A8D325-7FFC-E9C0-0360-CA6286DAF7B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429"/>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48428">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2186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REQ DCL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Deicing </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“Deicing Required </a:t>
                          </a:r>
                          <a:r>
                            <a:rPr kumimoji="0" lang="en-US" altLang="ko-Kore-KR" sz="800" b="0" i="0" u="none" strike="noStrike" kern="0" cap="none" spc="0" normalizeH="0" baseline="0" noProof="0" dirty="0" err="1">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PADxxx</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a:t>
                          </a:r>
                          <a14:m>
                            <m:oMath xmlns:m="http://schemas.openxmlformats.org/officeDocument/2006/math">
                              <m:r>
                                <a:rPr kumimoji="0" lang="en-US" altLang="ko-Kore-KR" sz="800" b="0" i="1" u="none" strike="noStrike" kern="0" cap="none" spc="0" normalizeH="0" baseline="0" noProof="0" smtClean="0">
                                  <a:ln>
                                    <a:noFill/>
                                  </a:ln>
                                  <a:solidFill>
                                    <a:srgbClr val="C00000"/>
                                  </a:solidFill>
                                  <a:effectLst/>
                                  <a:uLnTx/>
                                  <a:uFillTx/>
                                  <a:latin typeface="Cambria Math" panose="02040503050406030204" pitchFamily="18" charset="0"/>
                                  <a:ea typeface="Cambria Math" panose="02040503050406030204" pitchFamily="18" charset="0"/>
                                  <a:cs typeface="Helvetica Neue"/>
                                  <a:sym typeface="Helvetica Neue"/>
                                </a:rPr>
                                <m:t>±</m:t>
                              </m:r>
                            </m:oMath>
                          </a14:m>
                          <a:r>
                            <a:rPr kumimoji="0" lang="en-US" altLang="ko-Kore-KR" sz="700" b="0"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5min TOBT</a:t>
                          </a:r>
                          <a:endParaRPr lang="en-US" sz="800"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dirty="0">
                              <a:solidFill>
                                <a:srgbClr val="0070C0"/>
                              </a:solidFill>
                              <a:latin typeface="Arial" panose="020B0604020202020204" pitchFamily="34" charset="0"/>
                              <a:ea typeface="Helvetica Neue"/>
                              <a:cs typeface="Arial" panose="020B0604020202020204" pitchFamily="34" charset="0"/>
                              <a:sym typeface="Helvetica Neue"/>
                            </a:rPr>
                            <a:t>Apron</a:t>
                          </a:r>
                          <a:r>
                            <a:rPr lang="en-US" sz="800" dirty="0">
                              <a:latin typeface="Arial" panose="020B0604020202020204" pitchFamily="34" charset="0"/>
                              <a:ea typeface="Helvetica Neue"/>
                              <a:cs typeface="Arial" panose="020B0604020202020204" pitchFamily="34" charset="0"/>
                              <a:sym typeface="Helvetica Neue"/>
                            </a:rPr>
                            <a:t> ”Req Pushback Deicing </a:t>
                          </a:r>
                          <a:r>
                            <a:rPr lang="en-US" sz="800" dirty="0" err="1">
                              <a:latin typeface="Arial" panose="020B0604020202020204" pitchFamily="34" charset="0"/>
                              <a:ea typeface="Helvetica Neue"/>
                              <a:cs typeface="Arial" panose="020B0604020202020204" pitchFamily="34" charset="0"/>
                              <a:sym typeface="Helvetica Neue"/>
                            </a:rPr>
                            <a:t>PADxxx</a:t>
                          </a:r>
                          <a:r>
                            <a:rPr lang="en-US" sz="800" dirty="0">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86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955056">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969311">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Choice>
        <mc:Fallback xmlns="">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61560">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7760">
                    <a:tc>
                      <a:txBody>
                        <a:bodyPr/>
                        <a:lstStyle/>
                        <a:p>
                          <a:endParaRPr lang="ko-Kore-KR"/>
                        </a:p>
                      </a:txBody>
                      <a:tcPr marL="36000" marR="36000" marT="36000" marB="36000">
                        <a:blipFill>
                          <a:blip r:embed="rId3"/>
                          <a:stretch>
                            <a:fillRect t="-85294" r="-1081" b="-1061765"/>
                          </a:stretch>
                        </a:blipFill>
                      </a:tcPr>
                    </a:tc>
                    <a:extLst>
                      <a:ext uri="{0D108BD9-81ED-4DB2-BD59-A6C34878D82A}">
                        <a16:rowId xmlns:a16="http://schemas.microsoft.com/office/drawing/2014/main" val="10001"/>
                      </a:ext>
                    </a:extLst>
                  </a:tr>
                  <a:tr h="207264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1021080">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1036320">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Fallback>
      </mc:AlternateContent>
      <p:sp>
        <p:nvSpPr>
          <p:cNvPr id="2" name="직사각형 1">
            <a:hlinkClick r:id="" action="ppaction://hlinkshowjump?jump=firstslide"/>
            <a:extLst>
              <a:ext uri="{FF2B5EF4-FFF2-40B4-BE49-F238E27FC236}">
                <a16:creationId xmlns:a16="http://schemas.microsoft.com/office/drawing/2014/main" id="{B03DDE63-4142-5292-5212-CBAA9E926A97}"/>
              </a:ext>
            </a:extLst>
          </p:cNvPr>
          <p:cNvSpPr/>
          <p:nvPr/>
        </p:nvSpPr>
        <p:spPr>
          <a:xfrm>
            <a:off x="311673" y="5279727"/>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3" name="직사각형 2">
            <a:hlinkClick r:id="" action="ppaction://hlinkshowjump?jump=firstslide"/>
            <a:extLst>
              <a:ext uri="{FF2B5EF4-FFF2-40B4-BE49-F238E27FC236}">
                <a16:creationId xmlns:a16="http://schemas.microsoft.com/office/drawing/2014/main" id="{FBAAC3CB-C309-1E4C-1777-F739C1CDA2CB}"/>
              </a:ext>
            </a:extLst>
          </p:cNvPr>
          <p:cNvSpPr/>
          <p:nvPr/>
        </p:nvSpPr>
        <p:spPr>
          <a:xfrm>
            <a:off x="1266727" y="5274374"/>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419">
          <a:extLst>
            <a:ext uri="{FF2B5EF4-FFF2-40B4-BE49-F238E27FC236}">
              <a16:creationId xmlns:a16="http://schemas.microsoft.com/office/drawing/2014/main" id="{FC9246D4-B972-04E3-AE79-33BCB48D6A9F}"/>
            </a:ext>
          </a:extLst>
        </p:cNvPr>
        <p:cNvGrpSpPr/>
        <p:nvPr/>
      </p:nvGrpSpPr>
      <p:grpSpPr>
        <a:xfrm>
          <a:off x="0" y="0"/>
          <a:ext cx="0" cy="0"/>
          <a:chOff x="0" y="0"/>
          <a:chExt cx="0" cy="0"/>
        </a:xfrm>
      </p:grpSpPr>
      <p:sp>
        <p:nvSpPr>
          <p:cNvPr id="424" name="Google Shape;424;p34">
            <a:extLst>
              <a:ext uri="{FF2B5EF4-FFF2-40B4-BE49-F238E27FC236}">
                <a16:creationId xmlns:a16="http://schemas.microsoft.com/office/drawing/2014/main" id="{9CD364A1-1923-FCA2-DF50-03CD66D3AB74}"/>
              </a:ext>
            </a:extLst>
          </p:cNvPr>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a:extLst>
              <a:ext uri="{FF2B5EF4-FFF2-40B4-BE49-F238E27FC236}">
                <a16:creationId xmlns:a16="http://schemas.microsoft.com/office/drawing/2014/main" id="{43B46998-1C73-5B27-ED54-E51E6F8BC458}"/>
              </a:ext>
            </a:extLst>
          </p:cNvPr>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 name="직사각형 2">
            <a:hlinkClick r:id="" action="ppaction://hlinkshowjump?jump=firstslide"/>
            <a:extLst>
              <a:ext uri="{FF2B5EF4-FFF2-40B4-BE49-F238E27FC236}">
                <a16:creationId xmlns:a16="http://schemas.microsoft.com/office/drawing/2014/main" id="{7D2828E4-8C91-E9E0-8C77-4D726F2B466F}"/>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2" name="그림 1">
            <a:extLst>
              <a:ext uri="{FF2B5EF4-FFF2-40B4-BE49-F238E27FC236}">
                <a16:creationId xmlns:a16="http://schemas.microsoft.com/office/drawing/2014/main" id="{93D88787-488F-7509-F6B4-97C0E60F836D}"/>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92BB7D8-0156-671C-13CE-CA7A119EA787}"/>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0FD562C0-A7DF-85F6-E24B-3FCFEA41881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Tree>
    <p:extLst>
      <p:ext uri="{BB962C8B-B14F-4D97-AF65-F5344CB8AC3E}">
        <p14:creationId xmlns:p14="http://schemas.microsoft.com/office/powerpoint/2010/main" val="55276175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763859038"/>
              </p:ext>
            </p:extLst>
          </p:nvPr>
        </p:nvGraphicFramePr>
        <p:xfrm>
          <a:off x="-4122" y="4139510"/>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284 </a:t>
                      </a:r>
                      <a:r>
                        <a:rPr lang="en-US" altLang="ko-KR" sz="900" dirty="0"/>
                        <a:t>OUTBD </a:t>
                      </a:r>
                    </a:p>
                    <a:p>
                      <a:pPr marL="0" marR="0" lvl="0" indent="0" algn="l" rtl="0">
                        <a:spcBef>
                          <a:spcPts val="0"/>
                        </a:spcBef>
                        <a:spcAft>
                          <a:spcPts val="0"/>
                        </a:spcAft>
                        <a:buNone/>
                      </a:pPr>
                      <a:r>
                        <a:rPr lang="en-US" altLang="ko-KR" sz="900" dirty="0"/>
                        <a:t>(PULL TRK) </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284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2" name="그룹 151">
            <a:extLst>
              <a:ext uri="{FF2B5EF4-FFF2-40B4-BE49-F238E27FC236}">
                <a16:creationId xmlns:a16="http://schemas.microsoft.com/office/drawing/2014/main" id="{4BE8B393-F758-B69E-C71F-41B24ABD3B39}"/>
              </a:ext>
            </a:extLst>
          </p:cNvPr>
          <p:cNvGrpSpPr/>
          <p:nvPr/>
        </p:nvGrpSpPr>
        <p:grpSpPr>
          <a:xfrm>
            <a:off x="-55490" y="1019432"/>
            <a:ext cx="2394309" cy="3138086"/>
            <a:chOff x="-48346" y="990763"/>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21136"/>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548692"/>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V="1">
              <a:off x="331437" y="2745299"/>
              <a:ext cx="354533" cy="488137"/>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639281"/>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14257"/>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1967600"/>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14708"/>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19339"/>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996764"/>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991120"/>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578344"/>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551319"/>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374350"/>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990763"/>
              <a:ext cx="527709" cy="338554"/>
            </a:xfrm>
            <a:prstGeom prst="rect">
              <a:avLst/>
            </a:prstGeom>
            <a:noFill/>
          </p:spPr>
          <p:txBody>
            <a:bodyPr wrap="none" rtlCol="0">
              <a:spAutoFit/>
            </a:bodyPr>
            <a:lstStyle/>
            <a:p>
              <a:pPr algn="ctr"/>
              <a:r>
                <a:rPr kumimoji="1" lang="en-US" altLang="ko-Kore-KR" sz="800" b="1" dirty="0">
                  <a:solidFill>
                    <a:srgbClr val="92D050"/>
                  </a:solidFill>
                </a:rPr>
                <a:t>KMH35</a:t>
              </a:r>
            </a:p>
            <a:p>
              <a:pPr algn="ctr"/>
              <a:r>
                <a:rPr kumimoji="1" lang="en-US" altLang="ko-Kore-KR" sz="800" b="1" dirty="0">
                  <a:solidFill>
                    <a:srgbClr val="92D050"/>
                  </a:solidFill>
                </a:rPr>
                <a:t>(18L)</a:t>
              </a:r>
              <a:endParaRPr kumimoji="1" lang="ko-Kore-KR" altLang="en-US" sz="800" b="1" dirty="0">
                <a:solidFill>
                  <a:srgbClr val="92D050"/>
                </a:solidFill>
              </a:endParaRP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165881"/>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13484"/>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1956094"/>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76709" y="2599564"/>
              <a:ext cx="599844" cy="338554"/>
            </a:xfrm>
            <a:prstGeom prst="rect">
              <a:avLst/>
            </a:prstGeom>
            <a:noFill/>
          </p:spPr>
          <p:txBody>
            <a:bodyPr wrap="none" rtlCol="0">
              <a:spAutoFit/>
            </a:bodyPr>
            <a:lstStyle/>
            <a:p>
              <a:pPr algn="ctr"/>
              <a:r>
                <a:rPr kumimoji="1" lang="en-US" altLang="ko-Kore-KR" sz="800" dirty="0"/>
                <a:t>KMH22</a:t>
              </a:r>
            </a:p>
            <a:p>
              <a:pPr algn="ctr"/>
              <a:r>
                <a:rPr kumimoji="1" lang="en-US" altLang="ko-Kore-KR" sz="800" dirty="0"/>
                <a:t>(MA046)</a:t>
              </a: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p:nvPr/>
          </p:nvCxnSpPr>
          <p:spPr>
            <a:xfrm>
              <a:off x="191911" y="3164206"/>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2" name="구부러진 연결선[U] 131">
              <a:extLst>
                <a:ext uri="{FF2B5EF4-FFF2-40B4-BE49-F238E27FC236}">
                  <a16:creationId xmlns:a16="http://schemas.microsoft.com/office/drawing/2014/main" id="{414C5854-DCF3-751F-4CA3-DD8A308A66C6}"/>
                </a:ext>
              </a:extLst>
            </p:cNvPr>
            <p:cNvCxnSpPr/>
            <p:nvPr/>
          </p:nvCxnSpPr>
          <p:spPr>
            <a:xfrm>
              <a:off x="152401" y="3226298"/>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V="1">
              <a:off x="0" y="3298447"/>
              <a:ext cx="302153" cy="381645"/>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54533" y="3395637"/>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21224"/>
              <a:ext cx="836148" cy="465790"/>
            </a:xfrm>
            <a:prstGeom prst="wedgeRectCallout">
              <a:avLst>
                <a:gd name="adj1" fmla="val -118823"/>
                <a:gd name="adj2" fmla="val -3300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L/D CHK Complete</a:t>
              </a:r>
            </a:p>
            <a:p>
              <a:r>
                <a:rPr kumimoji="1" lang="en-US" altLang="ko-Kore-KR" sz="800" dirty="0"/>
                <a:t>NEXT 1700ft</a:t>
              </a:r>
              <a:endParaRPr kumimoji="1" lang="ko-Kore-KR" altLang="en-US" sz="800" dirty="0"/>
            </a:p>
          </p:txBody>
        </p:sp>
        <p:sp>
          <p:nvSpPr>
            <p:cNvPr id="143" name="TextBox 142">
              <a:extLst>
                <a:ext uri="{FF2B5EF4-FFF2-40B4-BE49-F238E27FC236}">
                  <a16:creationId xmlns:a16="http://schemas.microsoft.com/office/drawing/2014/main" id="{E7A4A2FD-4EC4-596A-9970-F3E9CA163536}"/>
                </a:ext>
              </a:extLst>
            </p:cNvPr>
            <p:cNvSpPr txBox="1"/>
            <p:nvPr/>
          </p:nvSpPr>
          <p:spPr>
            <a:xfrm>
              <a:off x="28182" y="3553474"/>
              <a:ext cx="550151" cy="338554"/>
            </a:xfrm>
            <a:prstGeom prst="rect">
              <a:avLst/>
            </a:prstGeom>
            <a:noFill/>
          </p:spPr>
          <p:txBody>
            <a:bodyPr wrap="none" rtlCol="0">
              <a:spAutoFit/>
            </a:bodyPr>
            <a:lstStyle/>
            <a:p>
              <a:pPr algn="ctr"/>
              <a:r>
                <a:rPr kumimoji="1" lang="en-US" altLang="ko-Kore-KR" sz="800" dirty="0"/>
                <a:t>FAF</a:t>
              </a:r>
            </a:p>
            <a:p>
              <a:pPr algn="ctr"/>
              <a:r>
                <a:rPr kumimoji="1" lang="en-US" altLang="ko-Kore-KR" sz="800" dirty="0"/>
                <a:t>(FF046)</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907946" y="2889323"/>
              <a:ext cx="1243293" cy="637768"/>
            </a:xfrm>
            <a:prstGeom prst="wedgeRectCallout">
              <a:avLst>
                <a:gd name="adj1" fmla="val -76304"/>
                <a:gd name="adj2" fmla="val -4084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1700ft L/O 6000ft SET</a:t>
              </a:r>
            </a:p>
            <a:p>
              <a:r>
                <a:rPr kumimoji="1" lang="en-US" altLang="ko-Kore-KR" sz="800" dirty="0"/>
                <a:t>TRK to KMH22</a:t>
              </a:r>
            </a:p>
            <a:p>
              <a:r>
                <a:rPr kumimoji="1" lang="en-US" altLang="ko-Kore-KR" sz="800" dirty="0"/>
                <a:t>Act SEC F-PLN</a:t>
              </a:r>
            </a:p>
            <a:p>
              <a:r>
                <a:rPr kumimoji="1" lang="en-US" altLang="ko-Kore-KR" sz="800" dirty="0"/>
                <a:t>DCT KMH22 - NAV </a:t>
              </a:r>
            </a:p>
            <a:p>
              <a:r>
                <a:rPr kumimoji="1" lang="en-US" altLang="ko-Kore-KR" sz="800" dirty="0"/>
                <a:t>ECAM memo no blue</a:t>
              </a:r>
              <a:endParaRPr kumimoji="1" lang="ko-Kore-KR" altLang="en-US" sz="800" dirty="0"/>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258171"/>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TRK110</a:t>
              </a:r>
            </a:p>
            <a:p>
              <a:r>
                <a:rPr kumimoji="1" lang="en-US" altLang="ko-Kore-KR" sz="800" b="1" dirty="0">
                  <a:solidFill>
                    <a:srgbClr val="FFC000"/>
                  </a:solidFill>
                </a:rPr>
                <a:t> KMH30-1NM</a:t>
              </a:r>
            </a:p>
            <a:p>
              <a:r>
                <a:rPr kumimoji="1" lang="en-US" altLang="ko-Kore-KR" sz="800" dirty="0"/>
                <a:t> -3 FPA Des</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07131"/>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488263"/>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441619"/>
              <a:ext cx="418277" cy="421925"/>
            </a:xfrm>
            <a:prstGeom prst="wedgeRectCallout">
              <a:avLst>
                <a:gd name="adj1" fmla="val -90896"/>
                <a:gd name="adj2" fmla="val -29838"/>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A/P Off  </a:t>
              </a:r>
            </a:p>
            <a:p>
              <a:r>
                <a:rPr kumimoji="1" lang="ko-KR" altLang="en-US" sz="800" dirty="0"/>
                <a:t> </a:t>
              </a:r>
              <a:r>
                <a:rPr kumimoji="1" lang="en-US" altLang="ko-Kore-KR" sz="800" dirty="0"/>
                <a:t>FD Off - </a:t>
              </a:r>
              <a:r>
                <a:rPr kumimoji="1" lang="ko-KR" altLang="en-US" sz="800" dirty="0"/>
                <a:t> </a:t>
              </a:r>
              <a:endParaRPr kumimoji="1" lang="en-US" altLang="ko-KR" sz="800" dirty="0"/>
            </a:p>
            <a:p>
              <a:r>
                <a:rPr kumimoji="1" lang="ko-KR" altLang="en-US" sz="800" dirty="0"/>
                <a:t> </a:t>
              </a:r>
              <a:r>
                <a:rPr kumimoji="1" lang="en-US" altLang="ko-Kore-KR" sz="800" dirty="0"/>
                <a:t>On</a:t>
              </a:r>
            </a:p>
          </p:txBody>
        </p:sp>
      </p:grpSp>
      <p:sp>
        <p:nvSpPr>
          <p:cNvPr id="153" name="TextBox 152">
            <a:extLst>
              <a:ext uri="{FF2B5EF4-FFF2-40B4-BE49-F238E27FC236}">
                <a16:creationId xmlns:a16="http://schemas.microsoft.com/office/drawing/2014/main" id="{97F6DB83-E6BE-C7AD-44FF-AB2D0BD878C7}"/>
              </a:ext>
            </a:extLst>
          </p:cNvPr>
          <p:cNvSpPr txBox="1"/>
          <p:nvPr/>
        </p:nvSpPr>
        <p:spPr>
          <a:xfrm>
            <a:off x="1427395" y="5172015"/>
            <a:ext cx="973343" cy="400110"/>
          </a:xfrm>
          <a:prstGeom prst="rect">
            <a:avLst/>
          </a:prstGeom>
          <a:noFill/>
        </p:spPr>
        <p:txBody>
          <a:bodyPr wrap="none" rtlCol="0">
            <a:spAutoFit/>
          </a:bodyPr>
          <a:lstStyle/>
          <a:p>
            <a:r>
              <a:rPr lang="en-US" altLang="ko-KR" sz="1000" b="1" dirty="0">
                <a:solidFill>
                  <a:srgbClr val="C00000"/>
                </a:solidFill>
                <a:latin typeface="Calibri" panose="020F0502020204030204" pitchFamily="34" charset="0"/>
                <a:cs typeface="Calibri" panose="020F0502020204030204" pitchFamily="34" charset="0"/>
              </a:rPr>
              <a:t>LOC 36 Circling</a:t>
            </a:r>
          </a:p>
          <a:p>
            <a:r>
              <a:rPr kumimoji="1" lang="en-US" altLang="ko-Kore-KR" sz="1000" b="1" dirty="0">
                <a:solidFill>
                  <a:srgbClr val="C00000"/>
                </a:solidFill>
                <a:latin typeface="Calibri" panose="020F0502020204030204" pitchFamily="34" charset="0"/>
                <a:cs typeface="Calibri" panose="020F0502020204030204" pitchFamily="34" charset="0"/>
              </a:rPr>
              <a:t>Next Page</a:t>
            </a:r>
            <a:endParaRPr kumimoji="1" lang="ko-Kore-KR" altLang="en-US" sz="1000" b="1" dirty="0">
              <a:solidFill>
                <a:srgbClr val="C00000"/>
              </a:solidFill>
              <a:latin typeface="Calibri" panose="020F0502020204030204" pitchFamily="34" charset="0"/>
              <a:cs typeface="Calibri" panose="020F0502020204030204" pitchFamily="34" charset="0"/>
            </a:endParaRPr>
          </a:p>
        </p:txBody>
      </p:sp>
      <p:sp>
        <p:nvSpPr>
          <p:cNvPr id="2" name="TextBox 1">
            <a:extLst>
              <a:ext uri="{FF2B5EF4-FFF2-40B4-BE49-F238E27FC236}">
                <a16:creationId xmlns:a16="http://schemas.microsoft.com/office/drawing/2014/main" id="{D49E31F1-F9F0-C78C-4D15-80D409335936}"/>
              </a:ext>
            </a:extLst>
          </p:cNvPr>
          <p:cNvSpPr txBox="1"/>
          <p:nvPr/>
        </p:nvSpPr>
        <p:spPr>
          <a:xfrm>
            <a:off x="515207" y="5165987"/>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138" name="Google Shape;138;p4"/>
          <p:cNvGraphicFramePr/>
          <p:nvPr>
            <p:extLst>
              <p:ext uri="{D42A27DB-BD31-4B8C-83A1-F6EECF244321}">
                <p14:modId xmlns:p14="http://schemas.microsoft.com/office/powerpoint/2010/main" val="896961062"/>
              </p:ext>
            </p:extLst>
          </p:nvPr>
        </p:nvGraphicFramePr>
        <p:xfrm>
          <a:off x="0" y="0"/>
          <a:ext cx="2328850" cy="1016880"/>
        </p:xfrm>
        <a:graphic>
          <a:graphicData uri="http://schemas.openxmlformats.org/drawingml/2006/table">
            <a:tbl>
              <a:tblPr firstRow="1" bandRow="1">
                <a:noFill/>
                <a:tableStyleId>{A521BE36-7E6F-4EC9-8D66-1CF97A6895EC}</a:tableStyleId>
              </a:tblPr>
              <a:tblGrid>
                <a:gridCol w="1471613">
                  <a:extLst>
                    <a:ext uri="{9D8B030D-6E8A-4147-A177-3AD203B41FA5}">
                      <a16:colId xmlns:a16="http://schemas.microsoft.com/office/drawing/2014/main" val="20000"/>
                    </a:ext>
                  </a:extLst>
                </a:gridCol>
                <a:gridCol w="857237">
                  <a:extLst>
                    <a:ext uri="{9D8B030D-6E8A-4147-A177-3AD203B41FA5}">
                      <a16:colId xmlns:a16="http://schemas.microsoft.com/office/drawing/2014/main" val="906161869"/>
                    </a:ext>
                  </a:extLst>
                </a:gridCol>
              </a:tblGrid>
              <a:tr h="202565">
                <a:tc gridSpan="2">
                  <a:txBody>
                    <a:bodyPr/>
                    <a:lstStyle/>
                    <a:p>
                      <a:pPr marL="0" marR="0" lvl="0" indent="0" algn="ctr" rtl="0">
                        <a:spcBef>
                          <a:spcPts val="0"/>
                        </a:spcBef>
                        <a:spcAft>
                          <a:spcPts val="0"/>
                        </a:spcAft>
                        <a:buNone/>
                      </a:pPr>
                      <a:r>
                        <a:rPr lang="en-US" sz="1100" dirty="0"/>
                        <a:t>A330 PUS VOR 18L/R </a:t>
                      </a:r>
                      <a:endParaRPr lang="en-US" sz="1100" dirty="0">
                        <a:solidFill>
                          <a:srgbClr val="FFC000"/>
                        </a:solidFill>
                      </a:endParaRP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VIA            STAR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VOR18L/R  GAYHA  GAYHA x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                                           TRANS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                                     MASTA</a:t>
                      </a:r>
                      <a:endParaRPr kumimoji="0" lang="en-US" altLang="ko-Kore-KR" sz="900" b="1" i="0" u="none" strike="noStrike" kern="1200" cap="none" spc="0" normalizeH="0" baseline="0" noProof="0" dirty="0">
                        <a:ln>
                          <a:noFill/>
                        </a:ln>
                        <a:solidFill>
                          <a:srgbClr val="00B050"/>
                        </a:solidFill>
                        <a:effectLst/>
                        <a:uLnTx/>
                        <a:uFillTx/>
                        <a:latin typeface="Calibri"/>
                        <a:cs typeface="Calibri"/>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SEC 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VIA   </a:t>
                      </a:r>
                      <a:r>
                        <a:rPr kumimoji="0" lang="en-US" altLang="ko-Kore-KR" sz="900" b="1" i="0" u="none" strike="noStrike" kern="1200" cap="none" spc="0" normalizeH="0" baseline="0" noProof="0" dirty="0">
                          <a:ln>
                            <a:noFill/>
                          </a:ln>
                          <a:solidFill>
                            <a:srgbClr val="6F6F6F"/>
                          </a:solidFill>
                          <a:effectLst/>
                          <a:uLnTx/>
                          <a:uFillTx/>
                          <a:latin typeface="Calibri"/>
                          <a:cs typeface="Calibri"/>
                        </a:rPr>
                        <a:t>R18L/R  V18L/R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Blank)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(LDG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r>
                        <a:rPr kumimoji="0" lang="en-US" altLang="ko-Kore-KR" sz="800" b="1" i="0" u="none" strike="noStrike" kern="1200" cap="none" spc="0" normalizeH="0" baseline="0" noProof="0" dirty="0">
                          <a:ln>
                            <a:noFill/>
                          </a:ln>
                          <a:solidFill>
                            <a:srgbClr val="C00000"/>
                          </a:solidFill>
                          <a:effectLst/>
                          <a:uLnTx/>
                          <a:uFillTx/>
                          <a:latin typeface="Calibri"/>
                          <a:cs typeface="Calibri"/>
                        </a:rPr>
                        <a:t>)</a:t>
                      </a:r>
                    </a:p>
                  </a:txBody>
                  <a:tcPr marL="36000" marR="36000" marT="0" marB="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284(Missed App)</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2408181646"/>
                  </a:ext>
                </a:extLst>
              </a:tr>
            </a:tbl>
          </a:graphicData>
        </a:graphic>
      </p:graphicFrame>
    </p:spTree>
    <p:extLst>
      <p:ext uri="{BB962C8B-B14F-4D97-AF65-F5344CB8AC3E}">
        <p14:creationId xmlns:p14="http://schemas.microsoft.com/office/powerpoint/2010/main" val="174513959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2135400964"/>
              </p:ext>
            </p:extLst>
          </p:nvPr>
        </p:nvGraphicFramePr>
        <p:xfrm>
          <a:off x="-4122" y="4335832"/>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310 </a:t>
                      </a:r>
                      <a:r>
                        <a:rPr lang="en-US" altLang="ko-KR" sz="900" dirty="0"/>
                        <a:t>OUTBD </a:t>
                      </a:r>
                    </a:p>
                    <a:p>
                      <a:pPr marL="0" marR="0" lvl="0" indent="0" algn="l" rtl="0">
                        <a:spcBef>
                          <a:spcPts val="0"/>
                        </a:spcBef>
                        <a:spcAft>
                          <a:spcPts val="0"/>
                        </a:spcAft>
                        <a:buNone/>
                      </a:pPr>
                      <a:r>
                        <a:rPr lang="en-US" altLang="ko-KR" sz="900" dirty="0"/>
                        <a:t>(PULL TRK)</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310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 name="그룹 14">
            <a:extLst>
              <a:ext uri="{FF2B5EF4-FFF2-40B4-BE49-F238E27FC236}">
                <a16:creationId xmlns:a16="http://schemas.microsoft.com/office/drawing/2014/main" id="{EA4E3C12-23F7-925D-4989-9A1D08C75E1F}"/>
              </a:ext>
            </a:extLst>
          </p:cNvPr>
          <p:cNvGrpSpPr/>
          <p:nvPr/>
        </p:nvGrpSpPr>
        <p:grpSpPr>
          <a:xfrm>
            <a:off x="-48346" y="1189404"/>
            <a:ext cx="2394309" cy="3138086"/>
            <a:chOff x="-48346" y="1067956"/>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98329"/>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625885"/>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H="1" flipV="1">
              <a:off x="685970" y="2822492"/>
              <a:ext cx="1038585" cy="862373"/>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716474"/>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91450"/>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2044793"/>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91901"/>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9653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1073957"/>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1068313"/>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655537"/>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628512"/>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451543"/>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1067956"/>
              <a:ext cx="527709" cy="338554"/>
            </a:xfrm>
            <a:prstGeom prst="rect">
              <a:avLst/>
            </a:prstGeom>
            <a:noFill/>
          </p:spPr>
          <p:txBody>
            <a:bodyPr wrap="none" rtlCol="0">
              <a:spAutoFit/>
            </a:bodyPr>
            <a:lstStyle/>
            <a:p>
              <a:pPr algn="ctr"/>
              <a:r>
                <a:rPr kumimoji="1" lang="en-US" altLang="ko-Kore-KR" sz="800" dirty="0">
                  <a:solidFill>
                    <a:srgbClr val="92D050"/>
                  </a:solidFill>
                </a:rPr>
                <a:t>KMH35</a:t>
              </a:r>
            </a:p>
            <a:p>
              <a:pPr algn="ctr"/>
              <a:r>
                <a:rPr kumimoji="1" lang="en-US" altLang="ko-Kore-KR" sz="800" dirty="0">
                  <a:solidFill>
                    <a:srgbClr val="92D050"/>
                  </a:solidFill>
                </a:rPr>
                <a:t>(18L)</a:t>
              </a:r>
              <a:endParaRPr kumimoji="1" lang="ko-Kore-KR" altLang="en-US" sz="800" dirty="0">
                <a:solidFill>
                  <a:srgbClr val="92D050"/>
                </a:solidFill>
              </a:endParaRP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243074"/>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90677"/>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2033287"/>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115180" y="2676757"/>
              <a:ext cx="522900" cy="338554"/>
            </a:xfrm>
            <a:prstGeom prst="rect">
              <a:avLst/>
            </a:prstGeom>
            <a:noFill/>
          </p:spPr>
          <p:txBody>
            <a:bodyPr wrap="none" rtlCol="0">
              <a:spAutoFit/>
            </a:bodyPr>
            <a:lstStyle/>
            <a:p>
              <a:pPr algn="ctr"/>
              <a:r>
                <a:rPr kumimoji="1" lang="en-US" altLang="ko-Kore-KR" sz="800" dirty="0"/>
                <a:t>KMH22</a:t>
              </a:r>
            </a:p>
            <a:p>
              <a:pPr algn="ct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a:cxnSpLocks/>
            </p:cNvCxnSpPr>
            <p:nvPr/>
          </p:nvCxnSpPr>
          <p:spPr>
            <a:xfrm>
              <a:off x="1610387" y="3841126"/>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H="1" flipV="1">
              <a:off x="1768383" y="3786668"/>
              <a:ext cx="4117" cy="397222"/>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1679774" y="360759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53893"/>
              <a:ext cx="836148" cy="510314"/>
            </a:xfrm>
            <a:prstGeom prst="wedgeRectCallout">
              <a:avLst>
                <a:gd name="adj1" fmla="val 84272"/>
                <a:gd name="adj2" fmla="val 1671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FAF L/G DN CONF 3</a:t>
              </a:r>
            </a:p>
            <a:p>
              <a:r>
                <a:rPr kumimoji="1" lang="en-US" altLang="ko-Kore-KR" sz="800" dirty="0"/>
                <a:t>1700ft L/O</a:t>
              </a:r>
            </a:p>
            <a:p>
              <a:r>
                <a:rPr kumimoji="1" lang="en-US" altLang="ko-Kore-KR" sz="800" dirty="0"/>
                <a:t>6000ft SET</a:t>
              </a:r>
            </a:p>
          </p:txBody>
        </p:sp>
        <p:sp>
          <p:nvSpPr>
            <p:cNvPr id="143" name="TextBox 142">
              <a:extLst>
                <a:ext uri="{FF2B5EF4-FFF2-40B4-BE49-F238E27FC236}">
                  <a16:creationId xmlns:a16="http://schemas.microsoft.com/office/drawing/2014/main" id="{E7A4A2FD-4EC4-596A-9970-F3E9CA163536}"/>
                </a:ext>
              </a:extLst>
            </p:cNvPr>
            <p:cNvSpPr txBox="1"/>
            <p:nvPr/>
          </p:nvSpPr>
          <p:spPr>
            <a:xfrm>
              <a:off x="1711414" y="3383086"/>
              <a:ext cx="527709" cy="215444"/>
            </a:xfrm>
            <a:prstGeom prst="rect">
              <a:avLst/>
            </a:prstGeom>
            <a:noFill/>
          </p:spPr>
          <p:txBody>
            <a:bodyPr wrap="none" rtlCol="0">
              <a:spAutoFit/>
            </a:bodyPr>
            <a:lstStyle/>
            <a:p>
              <a:pPr algn="ctr"/>
              <a:r>
                <a:rPr kumimoji="1" lang="en-US" altLang="ko-Kore-KR" sz="800" dirty="0"/>
                <a:t>KMH18</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25793" y="2982213"/>
              <a:ext cx="1171053" cy="629402"/>
            </a:xfrm>
            <a:prstGeom prst="wedgeRectCallout">
              <a:avLst>
                <a:gd name="adj1" fmla="val 68256"/>
                <a:gd name="adj2" fmla="val 2738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TRK to KMH22</a:t>
              </a:r>
            </a:p>
            <a:p>
              <a:r>
                <a:rPr kumimoji="1" lang="en-US" altLang="ko-Kore-KR" sz="800" dirty="0"/>
                <a:t>Act SEC F-PLN</a:t>
              </a:r>
            </a:p>
            <a:p>
              <a:r>
                <a:rPr kumimoji="1" lang="en-US" altLang="ko-Kore-KR" sz="800" dirty="0"/>
                <a:t>DCT KMH22 - NAV</a:t>
              </a:r>
            </a:p>
            <a:p>
              <a:r>
                <a:rPr kumimoji="1" lang="en-US" altLang="ko-Kore-KR" sz="800" dirty="0"/>
                <a:t>FLAP FULL(LD no blue)</a:t>
              </a:r>
            </a:p>
            <a:p>
              <a:r>
                <a:rPr kumimoji="1" lang="en-US" altLang="ko-Kore-KR" sz="800" dirty="0"/>
                <a:t>Before L/D CHK</a:t>
              </a: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335364"/>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 110</a:t>
              </a:r>
            </a:p>
            <a:p>
              <a:r>
                <a:rPr kumimoji="1" lang="en-US" altLang="ko-Kore-KR" sz="800" b="1" dirty="0">
                  <a:solidFill>
                    <a:srgbClr val="FFC000"/>
                  </a:solidFill>
                </a:rPr>
                <a:t> KMH30-1NM</a:t>
              </a:r>
            </a:p>
            <a:p>
              <a:r>
                <a:rPr kumimoji="1" lang="en-US" altLang="ko-Kore-KR" sz="800" dirty="0"/>
                <a:t> -3 FPA Des</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84324"/>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565456"/>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54533"/>
              <a:ext cx="418277" cy="441368"/>
            </a:xfrm>
            <a:prstGeom prst="wedgeRectCallout">
              <a:avLst>
                <a:gd name="adj1" fmla="val -90896"/>
                <a:gd name="adj2" fmla="val -29838"/>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 - </a:t>
              </a:r>
              <a:r>
                <a:rPr kumimoji="1" lang="ko-KR" altLang="en-US" sz="800" dirty="0"/>
                <a:t> </a:t>
              </a:r>
              <a:endParaRPr kumimoji="1" lang="en-US" altLang="ko-KR" sz="800" dirty="0"/>
            </a:p>
            <a:p>
              <a:r>
                <a:rPr kumimoji="1" lang="ko-KR" altLang="en-US" sz="800" dirty="0"/>
                <a:t> </a:t>
              </a:r>
              <a:r>
                <a:rPr kumimoji="1" lang="en-US" altLang="ko-Kore-KR" sz="800" dirty="0"/>
                <a:t>On</a:t>
              </a:r>
            </a:p>
          </p:txBody>
        </p:sp>
        <p:cxnSp>
          <p:nvCxnSpPr>
            <p:cNvPr id="13" name="구부러진 연결선[U] 12">
              <a:extLst>
                <a:ext uri="{FF2B5EF4-FFF2-40B4-BE49-F238E27FC236}">
                  <a16:creationId xmlns:a16="http://schemas.microsoft.com/office/drawing/2014/main" id="{3FA0277A-46F3-9B10-43A1-F9FC3A7CADA4}"/>
                </a:ext>
              </a:extLst>
            </p:cNvPr>
            <p:cNvCxnSpPr>
              <a:cxnSpLocks/>
            </p:cNvCxnSpPr>
            <p:nvPr/>
          </p:nvCxnSpPr>
          <p:spPr>
            <a:xfrm>
              <a:off x="1603294" y="3938785"/>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grpSp>
      <p:graphicFrame>
        <p:nvGraphicFramePr>
          <p:cNvPr id="138" name="Google Shape;138;p4"/>
          <p:cNvGraphicFramePr/>
          <p:nvPr>
            <p:extLst>
              <p:ext uri="{D42A27DB-BD31-4B8C-83A1-F6EECF244321}">
                <p14:modId xmlns:p14="http://schemas.microsoft.com/office/powerpoint/2010/main" val="1021019548"/>
              </p:ext>
            </p:extLst>
          </p:nvPr>
        </p:nvGraphicFramePr>
        <p:xfrm>
          <a:off x="0" y="0"/>
          <a:ext cx="2328850" cy="1210800"/>
        </p:xfrm>
        <a:graphic>
          <a:graphicData uri="http://schemas.openxmlformats.org/drawingml/2006/table">
            <a:tbl>
              <a:tblPr firstRow="1" bandRow="1">
                <a:noFill/>
                <a:tableStyleId>{A521BE36-7E6F-4EC9-8D66-1CF97A6895EC}</a:tableStyleId>
              </a:tblPr>
              <a:tblGrid>
                <a:gridCol w="1485900">
                  <a:extLst>
                    <a:ext uri="{9D8B030D-6E8A-4147-A177-3AD203B41FA5}">
                      <a16:colId xmlns:a16="http://schemas.microsoft.com/office/drawing/2014/main" val="20000"/>
                    </a:ext>
                  </a:extLst>
                </a:gridCol>
                <a:gridCol w="842950">
                  <a:extLst>
                    <a:ext uri="{9D8B030D-6E8A-4147-A177-3AD203B41FA5}">
                      <a16:colId xmlns:a16="http://schemas.microsoft.com/office/drawing/2014/main" val="3596387649"/>
                    </a:ext>
                  </a:extLst>
                </a:gridCol>
              </a:tblGrid>
              <a:tr h="202565">
                <a:tc gridSpan="2">
                  <a:txBody>
                    <a:bodyPr/>
                    <a:lstStyle/>
                    <a:p>
                      <a:pPr marL="0" marR="0" lvl="0" indent="0" algn="ctr" rtl="0">
                        <a:spcBef>
                          <a:spcPts val="0"/>
                        </a:spcBef>
                        <a:spcAft>
                          <a:spcPts val="0"/>
                        </a:spcAft>
                        <a:buNone/>
                      </a:pPr>
                      <a:r>
                        <a:rPr lang="en-US" sz="1100" dirty="0"/>
                        <a:t>A330 PUS LOC 36L/R Circling 18L/R</a:t>
                      </a: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VIA            STAR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LOC36L     KEVOX     KEVOX x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                                           TRANS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                                     MASTA</a:t>
                      </a:r>
                      <a:endParaRPr kumimoji="0" lang="en-US" altLang="ko-Kore-KR" sz="900" b="1" i="0" u="none" strike="noStrike" kern="1200" cap="none" spc="0" normalizeH="0" baseline="0" noProof="0" dirty="0">
                        <a:ln>
                          <a:noFill/>
                        </a:ln>
                        <a:solidFill>
                          <a:srgbClr val="00B050"/>
                        </a:solidFill>
                        <a:effectLst/>
                        <a:uLnTx/>
                        <a:uFillTx/>
                        <a:latin typeface="Calibri"/>
                        <a:cs typeface="Calibri"/>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SEC 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VIA   </a:t>
                      </a:r>
                      <a:r>
                        <a:rPr kumimoji="0" lang="en-US" altLang="ko-Kore-KR" sz="900" b="1" i="0" u="none" strike="noStrike" kern="1200" cap="none" spc="0" normalizeH="0" baseline="0" noProof="0" dirty="0">
                          <a:ln>
                            <a:noFill/>
                          </a:ln>
                          <a:solidFill>
                            <a:srgbClr val="6F6F6F"/>
                          </a:solidFill>
                          <a:effectLst/>
                          <a:uLnTx/>
                          <a:uFillTx/>
                          <a:latin typeface="Calibri"/>
                          <a:cs typeface="Calibri"/>
                        </a:rPr>
                        <a:t>R18L/R  V18L/R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Blank)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(LDG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r>
                        <a:rPr kumimoji="0" lang="en-US" altLang="ko-Kore-KR" sz="800" b="1" i="0" u="none" strike="noStrike" kern="1200" cap="none" spc="0" normalizeH="0" baseline="0" noProof="0" dirty="0">
                          <a:ln>
                            <a:noFill/>
                          </a:ln>
                          <a:solidFill>
                            <a:srgbClr val="C00000"/>
                          </a:solidFill>
                          <a:effectLst/>
                          <a:uLnTx/>
                          <a:uFillTx/>
                          <a:latin typeface="Calibri"/>
                          <a:cs typeface="Calibri"/>
                        </a:rPr>
                        <a:t>)</a:t>
                      </a:r>
                    </a:p>
                  </a:txBody>
                  <a:tcPr marL="36000" marR="36000" marT="36000" marB="3600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FF0000"/>
                          </a:solidFill>
                        </a:rPr>
                        <a:t>CI36L(CF36R) 3500 FI36L(FF36R) 2100</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3929884486"/>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310(Missed App)</a:t>
                      </a:r>
                    </a:p>
                  </a:txBody>
                  <a:tcPr marL="90000" marR="91450" marT="0" marB="0" anchor="ctr"/>
                </a:tc>
                <a:tc hMerge="1">
                  <a:txBody>
                    <a:bodyPr/>
                    <a:lstStyle/>
                    <a:p>
                      <a:pPr marL="0" marR="0" lvl="0" indent="0" algn="l" rtl="0">
                        <a:spcBef>
                          <a:spcPts val="0"/>
                        </a:spcBef>
                        <a:spcAft>
                          <a:spcPts val="0"/>
                        </a:spcAft>
                        <a:buNone/>
                      </a:pPr>
                      <a:endParaRPr lang="en-US" altLang="ko-Kore-KR" sz="900" b="1" dirty="0">
                        <a:solidFill>
                          <a:schemeClr val="accent1"/>
                        </a:solidFill>
                      </a:endParaRPr>
                    </a:p>
                  </a:txBody>
                  <a:tcPr marL="91450" marR="91450" marT="0" marB="0" anchor="ctr"/>
                </a:tc>
                <a:extLst>
                  <a:ext uri="{0D108BD9-81ED-4DB2-BD59-A6C34878D82A}">
                    <a16:rowId xmlns:a16="http://schemas.microsoft.com/office/drawing/2014/main" val="2408181646"/>
                  </a:ext>
                </a:extLst>
              </a:tr>
            </a:tbl>
          </a:graphicData>
        </a:graphic>
      </p:graphicFrame>
      <p:sp>
        <p:nvSpPr>
          <p:cNvPr id="4" name="TextBox 3">
            <a:extLst>
              <a:ext uri="{FF2B5EF4-FFF2-40B4-BE49-F238E27FC236}">
                <a16:creationId xmlns:a16="http://schemas.microsoft.com/office/drawing/2014/main" id="{4BD0B5CA-87B6-4833-6589-576CFFE0A29B}"/>
              </a:ext>
            </a:extLst>
          </p:cNvPr>
          <p:cNvSpPr txBox="1"/>
          <p:nvPr/>
        </p:nvSpPr>
        <p:spPr>
          <a:xfrm>
            <a:off x="515207" y="5213755"/>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11389871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E57C59D0-ADFE-3784-273F-69302E5EF6D1}"/>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C0C4381-D94B-A67E-A531-503C6195428B}"/>
              </a:ext>
            </a:extLst>
          </p:cNvPr>
          <p:cNvGraphicFramePr/>
          <p:nvPr>
            <p:extLst>
              <p:ext uri="{D42A27DB-BD31-4B8C-83A1-F6EECF244321}">
                <p14:modId xmlns:p14="http://schemas.microsoft.com/office/powerpoint/2010/main" val="1510358427"/>
              </p:ext>
            </p:extLst>
          </p:nvPr>
        </p:nvGraphicFramePr>
        <p:xfrm>
          <a:off x="8056" y="-4101"/>
          <a:ext cx="2320807" cy="5576224"/>
        </p:xfrm>
        <a:graphic>
          <a:graphicData uri="http://schemas.openxmlformats.org/drawingml/2006/table">
            <a:tbl>
              <a:tblPr firstRow="1" bandRow="1">
                <a:noFill/>
                <a:tableStyleId>{A521BE36-7E6F-4EC9-8D66-1CF97A6895EC}</a:tableStyleId>
              </a:tblPr>
              <a:tblGrid>
                <a:gridCol w="382559">
                  <a:extLst>
                    <a:ext uri="{9D8B030D-6E8A-4147-A177-3AD203B41FA5}">
                      <a16:colId xmlns:a16="http://schemas.microsoft.com/office/drawing/2014/main" val="20000"/>
                    </a:ext>
                  </a:extLst>
                </a:gridCol>
                <a:gridCol w="1938248">
                  <a:extLst>
                    <a:ext uri="{9D8B030D-6E8A-4147-A177-3AD203B41FA5}">
                      <a16:colId xmlns:a16="http://schemas.microsoft.com/office/drawing/2014/main" val="2184272195"/>
                    </a:ext>
                  </a:extLst>
                </a:gridCol>
              </a:tblGrid>
              <a:tr h="173195">
                <a:tc gridSpan="2">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QRH LIST</a:t>
                      </a:r>
                      <a:r>
                        <a:rPr kumimoji="0" lang="en-US" sz="1100" b="1" i="0" u="none" strike="noStrike" kern="1200" cap="none" spc="0" normalizeH="0" baseline="0" dirty="0">
                          <a:ln>
                            <a:noFill/>
                          </a:ln>
                          <a:solidFill>
                            <a:srgbClr val="00B050"/>
                          </a:solidFill>
                          <a:effectLst/>
                          <a:uLnTx/>
                          <a:uFillTx/>
                          <a:latin typeface="Arial" panose="020B0604020202020204" pitchFamily="34" charset="0"/>
                          <a:cs typeface="Arial" panose="020B0604020202020204" pitchFamily="34" charset="0"/>
                        </a:rPr>
                        <a:t>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Reference Only    </a:t>
                      </a:r>
                    </a:p>
                  </a:txBody>
                  <a:tcPr marL="36000" marR="36000" marT="0" marB="0" anchor="ctr"/>
                </a:tc>
                <a:tc hMerge="1">
                  <a:txBody>
                    <a:bodyPr/>
                    <a:lstStyle/>
                    <a:p>
                      <a:endParaRPr lang="ko-Kore-KR" altLang="en-US"/>
                    </a:p>
                  </a:txBody>
                  <a:tcPr/>
                </a:tc>
                <a:extLst>
                  <a:ext uri="{0D108BD9-81ED-4DB2-BD59-A6C34878D82A}">
                    <a16:rowId xmlns:a16="http://schemas.microsoft.com/office/drawing/2014/main" val="10000"/>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NOT AVAIL)</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1"/>
                  </a:ext>
                </a:extLst>
              </a:tr>
              <a:tr h="11021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DOOR</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DOOR FAULT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8834370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EIS</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DISPLAY UNIT FAILURE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EIS DISPLAY DISCREPANCY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2"/>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ELEC</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C/B TRIPPED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ELEC EMER CONFIG SYS-REMAINING</a:t>
                      </a:r>
                    </a:p>
                  </a:txBody>
                  <a:tcPr marL="36000" marR="36000" marT="0" marB="0" anchor="ctr"/>
                </a:tc>
                <a:extLst>
                  <a:ext uri="{0D108BD9-81ED-4DB2-BD59-A6C34878D82A}">
                    <a16:rowId xmlns:a16="http://schemas.microsoft.com/office/drawing/2014/main" val="10005"/>
                  </a:ext>
                </a:extLst>
              </a:tr>
              <a:tr h="98987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ENG FAIL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FUEL SYS CONTAMINATION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RELIGHT IN FLIGHT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STALL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TAILPIPE FIRE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HIGH ENGINE VIBRATION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 GND - NON ENG SHUTDN AFT ENG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ONE ENGINE INOPER - CIRCLING APP ENG1(2) EGT OVERLIMIT</a:t>
                      </a:r>
                    </a:p>
                  </a:txBody>
                  <a:tcPr marL="36000" marR="36000" marT="0" marB="0" anchor="ctr"/>
                </a:tc>
                <a:extLst>
                  <a:ext uri="{0D108BD9-81ED-4DB2-BD59-A6C34878D82A}">
                    <a16:rowId xmlns:a16="http://schemas.microsoft.com/office/drawing/2014/main" val="10006"/>
                  </a:ext>
                </a:extLst>
              </a:tr>
              <a:tr h="44086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F/CTL</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SLATS OR FLAPS JAMMED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NO FLAPS NO SLATS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RUDDER JAM / RUDDER PEDAL JAM RUDDER TRIM RUNAWAY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7"/>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FUEL</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IMBALANCE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LEAK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LOSS REDUCTION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OVERREAD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GRAVITY FUEL FEEDING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TRIM TANK FUEL UNUSABLE</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85182603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L/G</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ABNORMAL L/G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L/G GRAVITY EXTENSION</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356059798"/>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NAV</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ABNORMAL V ALPHA PROT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ADR 1+2+3 FAULT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UNREL SPD INDICATION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IR ALIGNMENT IN ATT MODE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NAV FM / GPS POS DISAGREE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ADR OFF</a:t>
                      </a:r>
                    </a:p>
                  </a:txBody>
                  <a:tcPr marL="36000" marR="36000" marT="0" marB="0" anchor="ctr"/>
                </a:tc>
                <a:extLst>
                  <a:ext uri="{0D108BD9-81ED-4DB2-BD59-A6C34878D82A}">
                    <a16:rowId xmlns:a16="http://schemas.microsoft.com/office/drawing/2014/main" val="3315945249"/>
                  </a:ext>
                </a:extLst>
              </a:tr>
              <a:tr h="33064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SMOKE / FUMES / AVNCS SMOKE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REMOVAL OF SMOKE / FUMES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SMOKE / FIRE FROM LITHIUM BATTERY</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092487800"/>
                  </a:ext>
                </a:extLst>
              </a:tr>
              <a:tr h="11476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WHEEL</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WHEEL TIRE DAMAGE SUSPECTED</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610167154"/>
                  </a:ext>
                </a:extLst>
              </a:tr>
              <a:tr h="1212368">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MISC</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BOMB ON BOARD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WINDSHIELD / WINDOW ARCING COCKPIT WINDSHIELD / WINDOW CRACKED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DITCHING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EVAC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FORCED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OVERWEIGHT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SEVERE TURBULENCE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TAILSTRIKE VOLCANIC ASH ENCOUNTER</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336333149"/>
                  </a:ext>
                </a:extLst>
              </a:tr>
            </a:tbl>
          </a:graphicData>
        </a:graphic>
      </p:graphicFrame>
      <p:sp>
        <p:nvSpPr>
          <p:cNvPr id="2" name="직사각형 1">
            <a:hlinkClick r:id="" action="ppaction://hlinkshowjump?jump=firstslide"/>
            <a:extLst>
              <a:ext uri="{FF2B5EF4-FFF2-40B4-BE49-F238E27FC236}">
                <a16:creationId xmlns:a16="http://schemas.microsoft.com/office/drawing/2014/main" id="{C8883D71-1A5F-8D32-2834-E815B765CC3C}"/>
              </a:ext>
            </a:extLst>
          </p:cNvPr>
          <p:cNvSpPr/>
          <p:nvPr/>
        </p:nvSpPr>
        <p:spPr>
          <a:xfrm>
            <a:off x="1606444" y="4740639"/>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19713173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FEC13521-DA99-81BD-0C2C-05CBFAD0D74B}"/>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1365605-2D9A-3A2F-BAAB-0B465471A22F}"/>
              </a:ext>
            </a:extLst>
          </p:cNvPr>
          <p:cNvGraphicFramePr/>
          <p:nvPr>
            <p:extLst>
              <p:ext uri="{D42A27DB-BD31-4B8C-83A1-F6EECF244321}">
                <p14:modId xmlns:p14="http://schemas.microsoft.com/office/powerpoint/2010/main" val="1846455455"/>
              </p:ext>
            </p:extLst>
          </p:nvPr>
        </p:nvGraphicFramePr>
        <p:xfrm>
          <a:off x="-12144" y="2724"/>
          <a:ext cx="2355480" cy="5422514"/>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1/2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A-ICE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WHC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A.ICE L(R) WSHLD(WINDOW) HEAT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0001"/>
                  </a:ext>
                </a:extLst>
              </a:tr>
              <a:tr h="328104">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 BLEED pb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NOT CLSD</a:t>
                      </a:r>
                    </a:p>
                  </a:txBody>
                  <a:tcPr marL="0" marR="0" marT="0" marB="0" anchor="ctr"/>
                </a:tc>
                <a:extLst>
                  <a:ext uri="{0D108BD9-81ED-4DB2-BD59-A6C34878D82A}">
                    <a16:rowId xmlns:a16="http://schemas.microsoft.com/office/drawing/2014/main" val="188343708"/>
                  </a:ext>
                </a:extLst>
              </a:tr>
              <a:tr h="164052">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PACK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PACK CONT RESET</a:t>
                      </a:r>
                    </a:p>
                  </a:txBody>
                  <a:tcPr marL="0" marR="0" marT="0" marB="0" anchor="ctr"/>
                </a:tc>
                <a:extLst>
                  <a:ext uri="{0D108BD9-81ED-4DB2-BD59-A6C34878D82A}">
                    <a16:rowId xmlns:a16="http://schemas.microsoft.com/office/drawing/2014/main" val="335605979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APU</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APU MASTER</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Only APU SPD below 7%</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AUTO FLT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GND/Before TAXI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A/THR OFF</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PART FCU, FCU</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610167154"/>
                  </a:ext>
                </a:extLst>
              </a:tr>
              <a:tr h="18518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FMGEC 2 FM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FM 1(2)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MAP NOT AVAIL</a:t>
                      </a:r>
                    </a:p>
                  </a:txBody>
                  <a:tcPr marL="0" marR="0" marT="0" marB="0" anchor="ctr"/>
                </a:tc>
                <a:extLst>
                  <a:ext uri="{0D108BD9-81ED-4DB2-BD59-A6C34878D82A}">
                    <a16:rowId xmlns:a16="http://schemas.microsoft.com/office/drawing/2014/main" val="1336333149"/>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MCDU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MCDU RESET</a:t>
                      </a:r>
                    </a:p>
                  </a:txBody>
                  <a:tcPr marL="0" marR="0" marT="0" marB="0" anchor="ctr"/>
                </a:tc>
                <a:extLst>
                  <a:ext uri="{0D108BD9-81ED-4DB2-BD59-A6C34878D82A}">
                    <a16:rowId xmlns:a16="http://schemas.microsoft.com/office/drawing/2014/main" val="3023611863"/>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BRKS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BRAKES RESIDUAL BRAKING</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WHEEL N/W STRG FAULT</a:t>
                      </a:r>
                    </a:p>
                  </a:txBody>
                  <a:tcPr marL="0" marR="0" marT="0" marB="0" anchor="ctr"/>
                </a:tc>
                <a:extLst>
                  <a:ext uri="{0D108BD9-81ED-4DB2-BD59-A6C34878D82A}">
                    <a16:rowId xmlns:a16="http://schemas.microsoft.com/office/drawing/2014/main" val="3000343152"/>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 PR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CPC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FAULTY CPC RESET</a:t>
                      </a:r>
                    </a:p>
                  </a:txBody>
                  <a:tcPr marL="0" marR="0" marT="0" marB="0" anchor="ctr"/>
                </a:tc>
                <a:extLst>
                  <a:ext uri="{0D108BD9-81ED-4DB2-BD59-A6C34878D82A}">
                    <a16:rowId xmlns:a16="http://schemas.microsoft.com/office/drawing/2014/main" val="3513500969"/>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COM</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CIDS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Cabin Intercom Data Sys RESET</a:t>
                      </a:r>
                    </a:p>
                  </a:txBody>
                  <a:tcPr marL="0" marR="0" marT="0" marB="0" anchor="ctr"/>
                </a:tc>
                <a:extLst>
                  <a:ext uri="{0D108BD9-81ED-4DB2-BD59-A6C34878D82A}">
                    <a16:rowId xmlns:a16="http://schemas.microsoft.com/office/drawing/2014/main" val="956045681"/>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ACP/AMU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ACP RESET</a:t>
                      </a:r>
                    </a:p>
                  </a:txBody>
                  <a:tcPr marL="0" marR="0" marT="0" marB="0" anchor="ctr"/>
                </a:tc>
                <a:extLst>
                  <a:ext uri="{0D108BD9-81ED-4DB2-BD59-A6C34878D82A}">
                    <a16:rowId xmlns:a16="http://schemas.microsoft.com/office/drawing/2014/main" val="3349435932"/>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RMP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RMP RESET</a:t>
                      </a:r>
                    </a:p>
                  </a:txBody>
                  <a:tcPr marL="0" marR="0" marT="0" marB="0" anchor="ctr"/>
                </a:tc>
                <a:extLst>
                  <a:ext uri="{0D108BD9-81ED-4DB2-BD59-A6C34878D82A}">
                    <a16:rowId xmlns:a16="http://schemas.microsoft.com/office/drawing/2014/main" val="32173074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extLst>
                  <a:ext uri="{0D108BD9-81ED-4DB2-BD59-A6C34878D82A}">
                    <a16:rowId xmlns:a16="http://schemas.microsoft.com/office/drawing/2014/main" val="3799232479"/>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DATA LINK</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ATSU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INVALID DATA </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or ATSU RESET</a:t>
                      </a:r>
                    </a:p>
                  </a:txBody>
                  <a:tcPr marL="0" marR="0" marT="0" marB="0" anchor="ctr"/>
                </a:tc>
                <a:extLst>
                  <a:ext uri="{0D108BD9-81ED-4DB2-BD59-A6C34878D82A}">
                    <a16:rowId xmlns:a16="http://schemas.microsoft.com/office/drawing/2014/main" val="3725378194"/>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AINS,1 CINS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AINS, CINS RESET</a:t>
                      </a:r>
                    </a:p>
                  </a:txBody>
                  <a:tcPr marL="0" marR="0" marT="0" marB="0" anchor="ctr"/>
                </a:tc>
                <a:extLst>
                  <a:ext uri="{0D108BD9-81ED-4DB2-BD59-A6C34878D82A}">
                    <a16:rowId xmlns:a16="http://schemas.microsoft.com/office/drawing/2014/main" val="18373662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DOOR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PSCU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Proxi</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Switch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Unit RESET</a:t>
                      </a:r>
                    </a:p>
                  </a:txBody>
                  <a:tcPr marL="0" marR="0" marT="0" marB="0" anchor="ctr"/>
                </a:tc>
                <a:extLst>
                  <a:ext uri="{0D108BD9-81ED-4DB2-BD59-A6C34878D82A}">
                    <a16:rowId xmlns:a16="http://schemas.microsoft.com/office/drawing/2014/main" val="1829993755"/>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EIS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ECAM, PFD, ND RESET</a:t>
                      </a:r>
                    </a:p>
                  </a:txBody>
                  <a:tcPr marL="0" marR="0" marT="0" marB="0" anchor="ctr"/>
                </a:tc>
                <a:extLst>
                  <a:ext uri="{0D108BD9-81ED-4DB2-BD59-A6C34878D82A}">
                    <a16:rowId xmlns:a16="http://schemas.microsoft.com/office/drawing/2014/main" val="92257283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3 DMC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DMC RESET</a:t>
                      </a:r>
                    </a:p>
                  </a:txBody>
                  <a:tcPr marL="0" marR="0" marT="0" marB="0" anchor="ctr"/>
                </a:tc>
                <a:extLst>
                  <a:ext uri="{0D108BD9-81ED-4DB2-BD59-A6C34878D82A}">
                    <a16:rowId xmlns:a16="http://schemas.microsoft.com/office/drawing/2014/main" val="4206145211"/>
                  </a:ext>
                </a:extLst>
              </a:tr>
              <a:tr h="166013">
                <a:tc rowSpan="3">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ELEC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EXT A,B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RESET EXT A,B </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416656791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3 BAT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BATT RESET</a:t>
                      </a:r>
                    </a:p>
                  </a:txBody>
                  <a:tcPr marL="0" marR="0" marT="0" marB="0" anchor="ctr"/>
                </a:tc>
                <a:extLst>
                  <a:ext uri="{0D108BD9-81ED-4DB2-BD59-A6C34878D82A}">
                    <a16:rowId xmlns:a16="http://schemas.microsoft.com/office/drawing/2014/main" val="2263828735"/>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COMM, GALL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COMMER, GALL RESET</a:t>
                      </a:r>
                    </a:p>
                  </a:txBody>
                  <a:tcPr marL="0" marR="0" marT="0" marB="0" anchor="ctr"/>
                </a:tc>
                <a:extLst>
                  <a:ext uri="{0D108BD9-81ED-4DB2-BD59-A6C34878D82A}">
                    <a16:rowId xmlns:a16="http://schemas.microsoft.com/office/drawing/2014/main" val="33233504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EIVMU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 Interface Vibration Monitor Unit RESET</a:t>
                      </a:r>
                    </a:p>
                  </a:txBody>
                  <a:tcPr marL="0" marR="0" marT="0" marB="0" anchor="ctr"/>
                </a:tc>
                <a:extLst>
                  <a:ext uri="{0D108BD9-81ED-4DB2-BD59-A6C34878D82A}">
                    <a16:rowId xmlns:a16="http://schemas.microsoft.com/office/drawing/2014/main" val="3190868247"/>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F/CTL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PRIM,SEC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PRIM, SEC RESET</a:t>
                      </a:r>
                    </a:p>
                  </a:txBody>
                  <a:tcPr marL="0" marR="0" marT="0" marB="0" anchor="ctr"/>
                </a:tc>
                <a:extLst>
                  <a:ext uri="{0D108BD9-81ED-4DB2-BD59-A6C34878D82A}">
                    <a16:rowId xmlns:a16="http://schemas.microsoft.com/office/drawing/2014/main" val="31863321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FCDC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FCDC RESET</a:t>
                      </a:r>
                    </a:p>
                  </a:txBody>
                  <a:tcPr marL="0" marR="0" marT="0" marB="0" anchor="ctr"/>
                </a:tc>
                <a:extLst>
                  <a:ext uri="{0D108BD9-81ED-4DB2-BD59-A6C34878D82A}">
                    <a16:rowId xmlns:a16="http://schemas.microsoft.com/office/drawing/2014/main" val="868684791"/>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FLAP</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F/CTL FLAP SYS FAULT</a:t>
                      </a:r>
                    </a:p>
                  </a:txBody>
                  <a:tcPr marL="0" marR="0" marT="0" marB="0" anchor="ctr"/>
                </a:tc>
                <a:extLst>
                  <a:ext uri="{0D108BD9-81ED-4DB2-BD59-A6C34878D82A}">
                    <a16:rowId xmlns:a16="http://schemas.microsoft.com/office/drawing/2014/main" val="1311408116"/>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SLAT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 F/CTL SLAT SYS FAULT</a:t>
                      </a:r>
                    </a:p>
                  </a:txBody>
                  <a:tcPr marL="0" marR="0" marT="0" marB="0" anchor="ctr"/>
                </a:tc>
                <a:extLst>
                  <a:ext uri="{0D108BD9-81ED-4DB2-BD59-A6C34878D82A}">
                    <a16:rowId xmlns:a16="http://schemas.microsoft.com/office/drawing/2014/main" val="2993609880"/>
                  </a:ext>
                </a:extLst>
              </a:tr>
            </a:tbl>
          </a:graphicData>
        </a:graphic>
      </p:graphicFrame>
      <p:sp>
        <p:nvSpPr>
          <p:cNvPr id="2" name="직사각형 1">
            <a:hlinkClick r:id="" action="ppaction://hlinkshowjump?jump=firstslide"/>
            <a:extLst>
              <a:ext uri="{FF2B5EF4-FFF2-40B4-BE49-F238E27FC236}">
                <a16:creationId xmlns:a16="http://schemas.microsoft.com/office/drawing/2014/main" id="{14B0B56C-2E9B-7F74-9A9B-919192739A35}"/>
              </a:ext>
            </a:extLst>
          </p:cNvPr>
          <p:cNvSpPr/>
          <p:nvPr/>
        </p:nvSpPr>
        <p:spPr>
          <a:xfrm>
            <a:off x="1642478" y="2786062"/>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12087726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B3997381-EA3C-C83D-CB8F-03F9865CAF8D}"/>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B4250F03-5FDA-11B2-E02B-DDC3E956B3B9}"/>
              </a:ext>
            </a:extLst>
          </p:cNvPr>
          <p:cNvGraphicFramePr/>
          <p:nvPr>
            <p:extLst>
              <p:ext uri="{D42A27DB-BD31-4B8C-83A1-F6EECF244321}">
                <p14:modId xmlns:p14="http://schemas.microsoft.com/office/powerpoint/2010/main" val="4167121561"/>
              </p:ext>
            </p:extLst>
          </p:nvPr>
        </p:nvGraphicFramePr>
        <p:xfrm>
          <a:off x="-12144" y="2724"/>
          <a:ext cx="2355480" cy="1707570"/>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2/2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FUEL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ZFW ZFCG DISAGREE</a:t>
                      </a:r>
                    </a:p>
                  </a:txBody>
                  <a:tcPr marL="0" marR="0" marT="0" marB="0" anchor="ctr"/>
                </a:tc>
                <a:extLst>
                  <a:ext uri="{0D108BD9-81ED-4DB2-BD59-A6C34878D82A}">
                    <a16:rowId xmlns:a16="http://schemas.microsoft.com/office/drawing/2014/main" val="2372724496"/>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FWS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FWC, 2 SDAC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Waring Sys RESET</a:t>
                      </a:r>
                    </a:p>
                  </a:txBody>
                  <a:tcPr marL="0" marR="0" marT="0" marB="0" anchor="ctr"/>
                </a:tc>
                <a:extLst>
                  <a:ext uri="{0D108BD9-81ED-4DB2-BD59-A6C34878D82A}">
                    <a16:rowId xmlns:a16="http://schemas.microsoft.com/office/drawing/2014/main" val="1452960843"/>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LGCIU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LGCIU RESET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77976791"/>
                  </a:ext>
                </a:extLst>
              </a:tr>
              <a:tr h="32810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MISC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VSC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(Cabin aft C/B)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VACUUM TOILET SYS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(Blue pb)</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18834370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SDCU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Dectect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RESET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VENT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VENT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CONT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AEVC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COMPUTER</a:t>
                      </a:r>
                    </a:p>
                  </a:txBody>
                  <a:tcPr marL="0" marR="0" marT="0" marB="0" anchor="ctr"/>
                </a:tc>
                <a:extLst>
                  <a:ext uri="{0D108BD9-81ED-4DB2-BD59-A6C34878D82A}">
                    <a16:rowId xmlns:a16="http://schemas.microsoft.com/office/drawing/2014/main" val="610167154"/>
                  </a:ext>
                </a:extLst>
              </a:tr>
            </a:tbl>
          </a:graphicData>
        </a:graphic>
      </p:graphicFrame>
      <p:sp>
        <p:nvSpPr>
          <p:cNvPr id="2" name="직사각형 1">
            <a:hlinkClick r:id="" action="ppaction://hlinkshowjump?jump=firstslide"/>
            <a:extLst>
              <a:ext uri="{FF2B5EF4-FFF2-40B4-BE49-F238E27FC236}">
                <a16:creationId xmlns:a16="http://schemas.microsoft.com/office/drawing/2014/main" id="{B6BC9B08-AEC9-832B-E7FF-06C424A7A182}"/>
              </a:ext>
            </a:extLst>
          </p:cNvPr>
          <p:cNvSpPr/>
          <p:nvPr/>
        </p:nvSpPr>
        <p:spPr>
          <a:xfrm>
            <a:off x="1678513" y="2515466"/>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93495955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363"/>
        <p:cNvGrpSpPr/>
        <p:nvPr/>
      </p:nvGrpSpPr>
      <p:grpSpPr>
        <a:xfrm>
          <a:off x="0" y="0"/>
          <a:ext cx="0" cy="0"/>
          <a:chOff x="0" y="0"/>
          <a:chExt cx="0" cy="0"/>
        </a:xfrm>
      </p:grpSpPr>
      <p:graphicFrame>
        <p:nvGraphicFramePr>
          <p:cNvPr id="365" name="Google Shape;365;p26"/>
          <p:cNvGraphicFramePr/>
          <p:nvPr/>
        </p:nvGraphicFramePr>
        <p:xfrm>
          <a:off x="388143" y="11369"/>
          <a:ext cx="1552575" cy="5193220"/>
        </p:xfrm>
        <a:graphic>
          <a:graphicData uri="http://schemas.openxmlformats.org/drawingml/2006/table">
            <a:tbl>
              <a:tblPr firstRow="1" bandRow="1">
                <a:noFill/>
                <a:tableStyleId>{A521BE36-7E6F-4EC9-8D66-1CF97A6895EC}</a:tableStyleId>
              </a:tblPr>
              <a:tblGrid>
                <a:gridCol w="517525">
                  <a:extLst>
                    <a:ext uri="{9D8B030D-6E8A-4147-A177-3AD203B41FA5}">
                      <a16:colId xmlns:a16="http://schemas.microsoft.com/office/drawing/2014/main" val="20000"/>
                    </a:ext>
                  </a:extLst>
                </a:gridCol>
                <a:gridCol w="517525">
                  <a:extLst>
                    <a:ext uri="{9D8B030D-6E8A-4147-A177-3AD203B41FA5}">
                      <a16:colId xmlns:a16="http://schemas.microsoft.com/office/drawing/2014/main" val="20001"/>
                    </a:ext>
                  </a:extLst>
                </a:gridCol>
                <a:gridCol w="517525">
                  <a:extLst>
                    <a:ext uri="{9D8B030D-6E8A-4147-A177-3AD203B41FA5}">
                      <a16:colId xmlns:a16="http://schemas.microsoft.com/office/drawing/2014/main" val="20002"/>
                    </a:ext>
                  </a:extLst>
                </a:gridCol>
              </a:tblGrid>
              <a:tr h="194500">
                <a:tc>
                  <a:txBody>
                    <a:bodyPr/>
                    <a:lstStyle/>
                    <a:p>
                      <a:pPr marL="0" marR="0" lvl="0" indent="0" algn="ctr" rtl="0">
                        <a:spcBef>
                          <a:spcPts val="0"/>
                        </a:spcBef>
                        <a:spcAft>
                          <a:spcPts val="0"/>
                        </a:spcAft>
                        <a:buNone/>
                      </a:pPr>
                      <a:r>
                        <a:rPr lang="en-US" sz="800"/>
                        <a:t>GS KTS</a:t>
                      </a:r>
                      <a:endParaRPr sz="800"/>
                    </a:p>
                  </a:txBody>
                  <a:tcPr marL="72000" marR="72000" marT="0" marB="0" anchor="ctr"/>
                </a:tc>
                <a:tc>
                  <a:txBody>
                    <a:bodyPr/>
                    <a:lstStyle/>
                    <a:p>
                      <a:pPr marL="0" marR="0" lvl="0" indent="0" algn="ctr" rtl="0">
                        <a:spcBef>
                          <a:spcPts val="0"/>
                        </a:spcBef>
                        <a:spcAft>
                          <a:spcPts val="0"/>
                        </a:spcAft>
                        <a:buNone/>
                      </a:pPr>
                      <a:r>
                        <a:rPr lang="en-US" sz="800"/>
                        <a:t>KM</a:t>
                      </a:r>
                      <a:endParaRPr sz="800"/>
                    </a:p>
                  </a:txBody>
                  <a:tcPr marL="72000" marR="72000" marT="0" marB="0" anchor="ctr"/>
                </a:tc>
                <a:tc>
                  <a:txBody>
                    <a:bodyPr/>
                    <a:lstStyle/>
                    <a:p>
                      <a:pPr marL="0" marR="0" lvl="0" indent="0" algn="ctr" rtl="0">
                        <a:spcBef>
                          <a:spcPts val="0"/>
                        </a:spcBef>
                        <a:spcAft>
                          <a:spcPts val="0"/>
                        </a:spcAft>
                        <a:buNone/>
                      </a:pPr>
                      <a:r>
                        <a:rPr lang="en-US" sz="800"/>
                        <a:t>MILES</a:t>
                      </a:r>
                      <a:endParaRPr sz="800"/>
                    </a:p>
                  </a:txBody>
                  <a:tcPr marL="72000" marR="72000" marT="0" marB="0" anchor="ctr"/>
                </a:tc>
                <a:extLst>
                  <a:ext uri="{0D108BD9-81ED-4DB2-BD59-A6C34878D82A}">
                    <a16:rowId xmlns:a16="http://schemas.microsoft.com/office/drawing/2014/main" val="10000"/>
                  </a:ext>
                </a:extLst>
              </a:tr>
              <a:tr h="560275">
                <a:tc>
                  <a:txBody>
                    <a:bodyPr/>
                    <a:lstStyle/>
                    <a:p>
                      <a:pPr marL="0" marR="0" lvl="0" indent="0" algn="ctr" rtl="0">
                        <a:spcBef>
                          <a:spcPts val="0"/>
                        </a:spcBef>
                        <a:spcAft>
                          <a:spcPts val="0"/>
                        </a:spcAft>
                        <a:buNone/>
                      </a:pPr>
                      <a:r>
                        <a:rPr lang="en-US" sz="800" b="1">
                          <a:solidFill>
                            <a:schemeClr val="dk1"/>
                          </a:solidFill>
                        </a:rPr>
                        <a:t>300</a:t>
                      </a:r>
                      <a:endParaRPr/>
                    </a:p>
                    <a:p>
                      <a:pPr marL="0" marR="0" lvl="0" indent="0" algn="ctr" rtl="0">
                        <a:spcBef>
                          <a:spcPts val="0"/>
                        </a:spcBef>
                        <a:spcAft>
                          <a:spcPts val="0"/>
                        </a:spcAft>
                        <a:buNone/>
                      </a:pPr>
                      <a:r>
                        <a:rPr lang="en-US" sz="800" b="1">
                          <a:solidFill>
                            <a:schemeClr val="dk1"/>
                          </a:solidFill>
                        </a:rPr>
                        <a:t>310</a:t>
                      </a:r>
                      <a:endParaRPr/>
                    </a:p>
                    <a:p>
                      <a:pPr marL="0" marR="0" lvl="0" indent="0" algn="ctr" rtl="0">
                        <a:spcBef>
                          <a:spcPts val="0"/>
                        </a:spcBef>
                        <a:spcAft>
                          <a:spcPts val="0"/>
                        </a:spcAft>
                        <a:buNone/>
                      </a:pPr>
                      <a:r>
                        <a:rPr lang="en-US" sz="800" b="1">
                          <a:solidFill>
                            <a:schemeClr val="dk1"/>
                          </a:solidFill>
                        </a:rPr>
                        <a:t>320</a:t>
                      </a:r>
                      <a:endParaRPr/>
                    </a:p>
                    <a:p>
                      <a:pPr marL="0" marR="0" lvl="0" indent="0" algn="ctr" rtl="0">
                        <a:spcBef>
                          <a:spcPts val="0"/>
                        </a:spcBef>
                        <a:spcAft>
                          <a:spcPts val="0"/>
                        </a:spcAft>
                        <a:buNone/>
                      </a:pPr>
                      <a:r>
                        <a:rPr lang="en-US" sz="800" b="1">
                          <a:solidFill>
                            <a:schemeClr val="dk1"/>
                          </a:solidFill>
                        </a:rPr>
                        <a:t>330</a:t>
                      </a:r>
                      <a:endParaRPr/>
                    </a:p>
                    <a:p>
                      <a:pPr marL="0" marR="0" lvl="0" indent="0" algn="ctr" rtl="0">
                        <a:spcBef>
                          <a:spcPts val="0"/>
                        </a:spcBef>
                        <a:spcAft>
                          <a:spcPts val="0"/>
                        </a:spcAft>
                        <a:buNone/>
                      </a:pPr>
                      <a:r>
                        <a:rPr lang="en-US" sz="800" b="1">
                          <a:solidFill>
                            <a:schemeClr val="dk1"/>
                          </a:solidFill>
                        </a:rPr>
                        <a:t>340</a:t>
                      </a:r>
                      <a:endParaRPr/>
                    </a:p>
                    <a:p>
                      <a:pPr marL="0" marR="0" lvl="0" indent="0" algn="ctr" rtl="0">
                        <a:spcBef>
                          <a:spcPts val="0"/>
                        </a:spcBef>
                        <a:spcAft>
                          <a:spcPts val="0"/>
                        </a:spcAft>
                        <a:buNone/>
                      </a:pPr>
                      <a:r>
                        <a:rPr lang="en-US" sz="800" b="1">
                          <a:solidFill>
                            <a:schemeClr val="dk1"/>
                          </a:solidFill>
                        </a:rPr>
                        <a:t>350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560</a:t>
                      </a:r>
                      <a:endParaRPr/>
                    </a:p>
                    <a:p>
                      <a:pPr marL="0" marR="0" lvl="0" indent="0" algn="ctr" rtl="0">
                        <a:spcBef>
                          <a:spcPts val="0"/>
                        </a:spcBef>
                        <a:spcAft>
                          <a:spcPts val="0"/>
                        </a:spcAft>
                        <a:buNone/>
                      </a:pPr>
                      <a:r>
                        <a:rPr lang="en-US" sz="800" b="1">
                          <a:solidFill>
                            <a:srgbClr val="0070C0"/>
                          </a:solidFill>
                        </a:rPr>
                        <a:t>570</a:t>
                      </a:r>
                      <a:endParaRPr/>
                    </a:p>
                    <a:p>
                      <a:pPr marL="0" marR="0" lvl="0" indent="0" algn="ctr" rtl="0">
                        <a:spcBef>
                          <a:spcPts val="0"/>
                        </a:spcBef>
                        <a:spcAft>
                          <a:spcPts val="0"/>
                        </a:spcAft>
                        <a:buNone/>
                      </a:pPr>
                      <a:r>
                        <a:rPr lang="en-US" sz="800" b="1">
                          <a:solidFill>
                            <a:srgbClr val="0070C0"/>
                          </a:solidFill>
                        </a:rPr>
                        <a:t>590</a:t>
                      </a:r>
                      <a:endParaRPr/>
                    </a:p>
                    <a:p>
                      <a:pPr marL="0" marR="0" lvl="0" indent="0" algn="ctr" rtl="0">
                        <a:spcBef>
                          <a:spcPts val="0"/>
                        </a:spcBef>
                        <a:spcAft>
                          <a:spcPts val="0"/>
                        </a:spcAft>
                        <a:buNone/>
                      </a:pPr>
                      <a:r>
                        <a:rPr lang="en-US" sz="800" b="1">
                          <a:solidFill>
                            <a:srgbClr val="0070C0"/>
                          </a:solidFill>
                        </a:rPr>
                        <a:t>610</a:t>
                      </a:r>
                      <a:endParaRPr/>
                    </a:p>
                    <a:p>
                      <a:pPr marL="0" marR="0" lvl="0" indent="0" algn="ctr" rtl="0">
                        <a:spcBef>
                          <a:spcPts val="0"/>
                        </a:spcBef>
                        <a:spcAft>
                          <a:spcPts val="0"/>
                        </a:spcAft>
                        <a:buNone/>
                      </a:pPr>
                      <a:r>
                        <a:rPr lang="en-US" sz="800" b="1">
                          <a:solidFill>
                            <a:srgbClr val="0070C0"/>
                          </a:solidFill>
                        </a:rPr>
                        <a:t>630</a:t>
                      </a:r>
                      <a:endParaRPr/>
                    </a:p>
                    <a:p>
                      <a:pPr marL="0" marR="0" lvl="0" indent="0" algn="ctr" rtl="0">
                        <a:spcBef>
                          <a:spcPts val="0"/>
                        </a:spcBef>
                        <a:spcAft>
                          <a:spcPts val="0"/>
                        </a:spcAft>
                        <a:buNone/>
                      </a:pPr>
                      <a:r>
                        <a:rPr lang="en-US" sz="800" b="1">
                          <a:solidFill>
                            <a:srgbClr val="0070C0"/>
                          </a:solidFill>
                        </a:rPr>
                        <a:t>650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350</a:t>
                      </a:r>
                      <a:endParaRPr/>
                    </a:p>
                    <a:p>
                      <a:pPr marL="0" marR="0" lvl="0" indent="0" algn="ctr" rtl="0">
                        <a:spcBef>
                          <a:spcPts val="0"/>
                        </a:spcBef>
                        <a:spcAft>
                          <a:spcPts val="0"/>
                        </a:spcAft>
                        <a:buNone/>
                      </a:pPr>
                      <a:r>
                        <a:rPr lang="en-US" sz="800" b="1">
                          <a:solidFill>
                            <a:srgbClr val="00B050"/>
                          </a:solidFill>
                        </a:rPr>
                        <a:t>360</a:t>
                      </a:r>
                      <a:endParaRPr/>
                    </a:p>
                    <a:p>
                      <a:pPr marL="0" marR="0" lvl="0" indent="0" algn="ctr" rtl="0">
                        <a:spcBef>
                          <a:spcPts val="0"/>
                        </a:spcBef>
                        <a:spcAft>
                          <a:spcPts val="0"/>
                        </a:spcAft>
                        <a:buNone/>
                      </a:pPr>
                      <a:r>
                        <a:rPr lang="en-US" sz="800" b="1">
                          <a:solidFill>
                            <a:srgbClr val="00B050"/>
                          </a:solidFill>
                        </a:rPr>
                        <a:t>370</a:t>
                      </a:r>
                      <a:endParaRPr/>
                    </a:p>
                    <a:p>
                      <a:pPr marL="0" marR="0" lvl="0" indent="0" algn="ctr" rtl="0">
                        <a:spcBef>
                          <a:spcPts val="0"/>
                        </a:spcBef>
                        <a:spcAft>
                          <a:spcPts val="0"/>
                        </a:spcAft>
                        <a:buNone/>
                      </a:pPr>
                      <a:r>
                        <a:rPr lang="en-US" sz="800" b="1">
                          <a:solidFill>
                            <a:srgbClr val="00B050"/>
                          </a:solidFill>
                        </a:rPr>
                        <a:t>380</a:t>
                      </a:r>
                      <a:endParaRPr/>
                    </a:p>
                    <a:p>
                      <a:pPr marL="0" marR="0" lvl="0" indent="0" algn="ctr" rtl="0">
                        <a:spcBef>
                          <a:spcPts val="0"/>
                        </a:spcBef>
                        <a:spcAft>
                          <a:spcPts val="0"/>
                        </a:spcAft>
                        <a:buNone/>
                      </a:pPr>
                      <a:r>
                        <a:rPr lang="en-US" sz="800" b="1">
                          <a:solidFill>
                            <a:srgbClr val="00B050"/>
                          </a:solidFill>
                        </a:rPr>
                        <a:t>390</a:t>
                      </a:r>
                      <a:endParaRPr/>
                    </a:p>
                    <a:p>
                      <a:pPr marL="0" marR="0" lvl="0" indent="0" algn="ctr" rtl="0">
                        <a:spcBef>
                          <a:spcPts val="0"/>
                        </a:spcBef>
                        <a:spcAft>
                          <a:spcPts val="0"/>
                        </a:spcAft>
                        <a:buNone/>
                      </a:pPr>
                      <a:r>
                        <a:rPr lang="en-US" sz="800" b="1">
                          <a:solidFill>
                            <a:srgbClr val="00B050"/>
                          </a:solidFill>
                        </a:rPr>
                        <a:t>400</a:t>
                      </a:r>
                      <a:endParaRPr sz="800" b="1">
                        <a:solidFill>
                          <a:srgbClr val="00B050"/>
                        </a:solidFill>
                      </a:endParaRPr>
                    </a:p>
                  </a:txBody>
                  <a:tcPr marL="72000" marR="72000" marT="0" marB="0" anchor="ctr"/>
                </a:tc>
                <a:extLst>
                  <a:ext uri="{0D108BD9-81ED-4DB2-BD59-A6C34878D82A}">
                    <a16:rowId xmlns:a16="http://schemas.microsoft.com/office/drawing/2014/main" val="10001"/>
                  </a:ext>
                </a:extLst>
              </a:tr>
              <a:tr h="477275">
                <a:tc>
                  <a:txBody>
                    <a:bodyPr/>
                    <a:lstStyle/>
                    <a:p>
                      <a:pPr marL="0" marR="0" lvl="0" indent="0" algn="ctr" rtl="0">
                        <a:spcBef>
                          <a:spcPts val="0"/>
                        </a:spcBef>
                        <a:spcAft>
                          <a:spcPts val="0"/>
                        </a:spcAft>
                        <a:buNone/>
                      </a:pPr>
                      <a:r>
                        <a:rPr lang="en-US" sz="800" b="1">
                          <a:solidFill>
                            <a:schemeClr val="dk1"/>
                          </a:solidFill>
                        </a:rPr>
                        <a:t>360</a:t>
                      </a:r>
                      <a:endParaRPr/>
                    </a:p>
                    <a:p>
                      <a:pPr marL="0" marR="0" lvl="0" indent="0" algn="ctr" rtl="0">
                        <a:spcBef>
                          <a:spcPts val="0"/>
                        </a:spcBef>
                        <a:spcAft>
                          <a:spcPts val="0"/>
                        </a:spcAft>
                        <a:buNone/>
                      </a:pPr>
                      <a:r>
                        <a:rPr lang="en-US" sz="800" b="1">
                          <a:solidFill>
                            <a:schemeClr val="dk1"/>
                          </a:solidFill>
                        </a:rPr>
                        <a:t>370</a:t>
                      </a:r>
                      <a:endParaRPr/>
                    </a:p>
                    <a:p>
                      <a:pPr marL="0" marR="0" lvl="0" indent="0" algn="ctr" rtl="0">
                        <a:spcBef>
                          <a:spcPts val="0"/>
                        </a:spcBef>
                        <a:spcAft>
                          <a:spcPts val="0"/>
                        </a:spcAft>
                        <a:buNone/>
                      </a:pPr>
                      <a:r>
                        <a:rPr lang="en-US" sz="800" b="1">
                          <a:solidFill>
                            <a:schemeClr val="dk1"/>
                          </a:solidFill>
                        </a:rPr>
                        <a:t>380</a:t>
                      </a:r>
                      <a:endParaRPr/>
                    </a:p>
                    <a:p>
                      <a:pPr marL="0" marR="0" lvl="0" indent="0" algn="ctr" rtl="0">
                        <a:spcBef>
                          <a:spcPts val="0"/>
                        </a:spcBef>
                        <a:spcAft>
                          <a:spcPts val="0"/>
                        </a:spcAft>
                        <a:buNone/>
                      </a:pPr>
                      <a:r>
                        <a:rPr lang="en-US" sz="800" b="1">
                          <a:solidFill>
                            <a:schemeClr val="dk1"/>
                          </a:solidFill>
                        </a:rPr>
                        <a:t>390</a:t>
                      </a:r>
                      <a:endParaRPr/>
                    </a:p>
                    <a:p>
                      <a:pPr marL="0" marR="0" lvl="0" indent="0" algn="ctr" rtl="0">
                        <a:spcBef>
                          <a:spcPts val="0"/>
                        </a:spcBef>
                        <a:spcAft>
                          <a:spcPts val="0"/>
                        </a:spcAft>
                        <a:buNone/>
                      </a:pPr>
                      <a:r>
                        <a:rPr lang="en-US" sz="800" b="1">
                          <a:solidFill>
                            <a:schemeClr val="dk1"/>
                          </a:solidFill>
                        </a:rPr>
                        <a:t>400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670</a:t>
                      </a:r>
                      <a:endParaRPr/>
                    </a:p>
                    <a:p>
                      <a:pPr marL="0" marR="0" lvl="0" indent="0" algn="ctr" rtl="0">
                        <a:spcBef>
                          <a:spcPts val="0"/>
                        </a:spcBef>
                        <a:spcAft>
                          <a:spcPts val="0"/>
                        </a:spcAft>
                        <a:buNone/>
                      </a:pPr>
                      <a:r>
                        <a:rPr lang="en-US" sz="800" b="1">
                          <a:solidFill>
                            <a:srgbClr val="0070C0"/>
                          </a:solidFill>
                        </a:rPr>
                        <a:t>690</a:t>
                      </a:r>
                      <a:endParaRPr/>
                    </a:p>
                    <a:p>
                      <a:pPr marL="0" marR="0" lvl="0" indent="0" algn="ctr" rtl="0">
                        <a:spcBef>
                          <a:spcPts val="0"/>
                        </a:spcBef>
                        <a:spcAft>
                          <a:spcPts val="0"/>
                        </a:spcAft>
                        <a:buNone/>
                      </a:pPr>
                      <a:r>
                        <a:rPr lang="en-US" sz="800" b="1">
                          <a:solidFill>
                            <a:srgbClr val="0070C0"/>
                          </a:solidFill>
                        </a:rPr>
                        <a:t>710</a:t>
                      </a:r>
                      <a:endParaRPr/>
                    </a:p>
                    <a:p>
                      <a:pPr marL="0" marR="0" lvl="0" indent="0" algn="ctr" rtl="0">
                        <a:spcBef>
                          <a:spcPts val="0"/>
                        </a:spcBef>
                        <a:spcAft>
                          <a:spcPts val="0"/>
                        </a:spcAft>
                        <a:buNone/>
                      </a:pPr>
                      <a:r>
                        <a:rPr lang="en-US" sz="800" b="1">
                          <a:solidFill>
                            <a:srgbClr val="0070C0"/>
                          </a:solidFill>
                        </a:rPr>
                        <a:t>720</a:t>
                      </a:r>
                      <a:endParaRPr/>
                    </a:p>
                    <a:p>
                      <a:pPr marL="0" marR="0" lvl="0" indent="0" algn="ctr" rtl="0">
                        <a:spcBef>
                          <a:spcPts val="0"/>
                        </a:spcBef>
                        <a:spcAft>
                          <a:spcPts val="0"/>
                        </a:spcAft>
                        <a:buNone/>
                      </a:pPr>
                      <a:r>
                        <a:rPr lang="en-US" sz="800" b="1">
                          <a:solidFill>
                            <a:srgbClr val="0070C0"/>
                          </a:solidFill>
                        </a:rPr>
                        <a:t>740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410</a:t>
                      </a:r>
                      <a:endParaRPr/>
                    </a:p>
                    <a:p>
                      <a:pPr marL="0" marR="0" lvl="0" indent="0" algn="ctr" rtl="0">
                        <a:spcBef>
                          <a:spcPts val="0"/>
                        </a:spcBef>
                        <a:spcAft>
                          <a:spcPts val="0"/>
                        </a:spcAft>
                        <a:buNone/>
                      </a:pPr>
                      <a:r>
                        <a:rPr lang="en-US" sz="800" b="1">
                          <a:solidFill>
                            <a:srgbClr val="00B050"/>
                          </a:solidFill>
                        </a:rPr>
                        <a:t>430</a:t>
                      </a:r>
                      <a:endParaRPr/>
                    </a:p>
                    <a:p>
                      <a:pPr marL="0" marR="0" lvl="0" indent="0" algn="ctr" rtl="0">
                        <a:spcBef>
                          <a:spcPts val="0"/>
                        </a:spcBef>
                        <a:spcAft>
                          <a:spcPts val="0"/>
                        </a:spcAft>
                        <a:buNone/>
                      </a:pPr>
                      <a:r>
                        <a:rPr lang="en-US" sz="800" b="1">
                          <a:solidFill>
                            <a:srgbClr val="00B050"/>
                          </a:solidFill>
                        </a:rPr>
                        <a:t>440</a:t>
                      </a:r>
                      <a:endParaRPr/>
                    </a:p>
                    <a:p>
                      <a:pPr marL="0" marR="0" lvl="0" indent="0" algn="ctr" rtl="0">
                        <a:spcBef>
                          <a:spcPts val="0"/>
                        </a:spcBef>
                        <a:spcAft>
                          <a:spcPts val="0"/>
                        </a:spcAft>
                        <a:buNone/>
                      </a:pPr>
                      <a:r>
                        <a:rPr lang="en-US" sz="800" b="1">
                          <a:solidFill>
                            <a:srgbClr val="00B050"/>
                          </a:solidFill>
                        </a:rPr>
                        <a:t>450</a:t>
                      </a:r>
                      <a:endParaRPr/>
                    </a:p>
                    <a:p>
                      <a:pPr marL="0" marR="0" lvl="0" indent="0" algn="ctr" rtl="0">
                        <a:spcBef>
                          <a:spcPts val="0"/>
                        </a:spcBef>
                        <a:spcAft>
                          <a:spcPts val="0"/>
                        </a:spcAft>
                        <a:buNone/>
                      </a:pPr>
                      <a:r>
                        <a:rPr lang="en-US" sz="800" b="1">
                          <a:solidFill>
                            <a:srgbClr val="00B050"/>
                          </a:solidFill>
                        </a:rPr>
                        <a:t>460</a:t>
                      </a:r>
                      <a:endParaRPr sz="800" b="1">
                        <a:solidFill>
                          <a:srgbClr val="00B050"/>
                        </a:solidFill>
                      </a:endParaRPr>
                    </a:p>
                  </a:txBody>
                  <a:tcPr marL="72000" marR="72000" marT="0" marB="0" anchor="ctr"/>
                </a:tc>
                <a:extLst>
                  <a:ext uri="{0D108BD9-81ED-4DB2-BD59-A6C34878D82A}">
                    <a16:rowId xmlns:a16="http://schemas.microsoft.com/office/drawing/2014/main" val="10002"/>
                  </a:ext>
                </a:extLst>
              </a:tr>
              <a:tr h="477275">
                <a:tc>
                  <a:txBody>
                    <a:bodyPr/>
                    <a:lstStyle/>
                    <a:p>
                      <a:pPr marL="0" marR="0" lvl="0" indent="0" algn="ctr" rtl="0">
                        <a:spcBef>
                          <a:spcPts val="0"/>
                        </a:spcBef>
                        <a:spcAft>
                          <a:spcPts val="0"/>
                        </a:spcAft>
                        <a:buNone/>
                      </a:pPr>
                      <a:r>
                        <a:rPr lang="en-US" sz="800" b="1">
                          <a:solidFill>
                            <a:schemeClr val="dk1"/>
                          </a:solidFill>
                        </a:rPr>
                        <a:t>410</a:t>
                      </a:r>
                      <a:endParaRPr/>
                    </a:p>
                    <a:p>
                      <a:pPr marL="0" marR="0" lvl="0" indent="0" algn="ctr" rtl="0">
                        <a:spcBef>
                          <a:spcPts val="0"/>
                        </a:spcBef>
                        <a:spcAft>
                          <a:spcPts val="0"/>
                        </a:spcAft>
                        <a:buNone/>
                      </a:pPr>
                      <a:r>
                        <a:rPr lang="en-US" sz="800" b="1">
                          <a:solidFill>
                            <a:schemeClr val="dk1"/>
                          </a:solidFill>
                        </a:rPr>
                        <a:t>420</a:t>
                      </a:r>
                      <a:endParaRPr/>
                    </a:p>
                    <a:p>
                      <a:pPr marL="0" marR="0" lvl="0" indent="0" algn="ctr" rtl="0">
                        <a:spcBef>
                          <a:spcPts val="0"/>
                        </a:spcBef>
                        <a:spcAft>
                          <a:spcPts val="0"/>
                        </a:spcAft>
                        <a:buNone/>
                      </a:pPr>
                      <a:r>
                        <a:rPr lang="en-US" sz="800" b="1">
                          <a:solidFill>
                            <a:schemeClr val="dk1"/>
                          </a:solidFill>
                        </a:rPr>
                        <a:t>430</a:t>
                      </a:r>
                      <a:endParaRPr/>
                    </a:p>
                    <a:p>
                      <a:pPr marL="0" marR="0" lvl="0" indent="0" algn="ctr" rtl="0">
                        <a:spcBef>
                          <a:spcPts val="0"/>
                        </a:spcBef>
                        <a:spcAft>
                          <a:spcPts val="0"/>
                        </a:spcAft>
                        <a:buNone/>
                      </a:pPr>
                      <a:r>
                        <a:rPr lang="en-US" sz="800" b="1">
                          <a:solidFill>
                            <a:schemeClr val="dk1"/>
                          </a:solidFill>
                        </a:rPr>
                        <a:t>440</a:t>
                      </a:r>
                      <a:endParaRPr/>
                    </a:p>
                    <a:p>
                      <a:pPr marL="0" marR="0" lvl="0" indent="0" algn="ctr" rtl="0">
                        <a:spcBef>
                          <a:spcPts val="0"/>
                        </a:spcBef>
                        <a:spcAft>
                          <a:spcPts val="0"/>
                        </a:spcAft>
                        <a:buNone/>
                      </a:pPr>
                      <a:r>
                        <a:rPr lang="en-US" sz="800" b="1">
                          <a:solidFill>
                            <a:schemeClr val="dk1"/>
                          </a:solidFill>
                        </a:rPr>
                        <a:t>450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760</a:t>
                      </a:r>
                      <a:endParaRPr/>
                    </a:p>
                    <a:p>
                      <a:pPr marL="0" marR="0" lvl="0" indent="0" algn="ctr" rtl="0">
                        <a:spcBef>
                          <a:spcPts val="0"/>
                        </a:spcBef>
                        <a:spcAft>
                          <a:spcPts val="0"/>
                        </a:spcAft>
                        <a:buNone/>
                      </a:pPr>
                      <a:r>
                        <a:rPr lang="en-US" sz="800" b="1">
                          <a:solidFill>
                            <a:srgbClr val="0070C0"/>
                          </a:solidFill>
                        </a:rPr>
                        <a:t>780</a:t>
                      </a:r>
                      <a:endParaRPr/>
                    </a:p>
                    <a:p>
                      <a:pPr marL="0" marR="0" lvl="0" indent="0" algn="ctr" rtl="0">
                        <a:spcBef>
                          <a:spcPts val="0"/>
                        </a:spcBef>
                        <a:spcAft>
                          <a:spcPts val="0"/>
                        </a:spcAft>
                        <a:buNone/>
                      </a:pPr>
                      <a:r>
                        <a:rPr lang="en-US" sz="800" b="1">
                          <a:solidFill>
                            <a:srgbClr val="0070C0"/>
                          </a:solidFill>
                        </a:rPr>
                        <a:t>800</a:t>
                      </a:r>
                      <a:endParaRPr/>
                    </a:p>
                    <a:p>
                      <a:pPr marL="0" marR="0" lvl="0" indent="0" algn="ctr" rtl="0">
                        <a:spcBef>
                          <a:spcPts val="0"/>
                        </a:spcBef>
                        <a:spcAft>
                          <a:spcPts val="0"/>
                        </a:spcAft>
                        <a:buNone/>
                      </a:pPr>
                      <a:r>
                        <a:rPr lang="en-US" sz="800" b="1">
                          <a:solidFill>
                            <a:srgbClr val="0070C0"/>
                          </a:solidFill>
                        </a:rPr>
                        <a:t>820</a:t>
                      </a:r>
                      <a:endParaRPr/>
                    </a:p>
                    <a:p>
                      <a:pPr marL="0" marR="0" lvl="0" indent="0" algn="ctr" rtl="0">
                        <a:spcBef>
                          <a:spcPts val="0"/>
                        </a:spcBef>
                        <a:spcAft>
                          <a:spcPts val="0"/>
                        </a:spcAft>
                        <a:buNone/>
                      </a:pPr>
                      <a:r>
                        <a:rPr lang="en-US" sz="800" b="1">
                          <a:solidFill>
                            <a:srgbClr val="0070C0"/>
                          </a:solidFill>
                        </a:rPr>
                        <a:t>830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470</a:t>
                      </a:r>
                      <a:endParaRPr/>
                    </a:p>
                    <a:p>
                      <a:pPr marL="0" marR="0" lvl="0" indent="0" algn="ctr" rtl="0">
                        <a:spcBef>
                          <a:spcPts val="0"/>
                        </a:spcBef>
                        <a:spcAft>
                          <a:spcPts val="0"/>
                        </a:spcAft>
                        <a:buNone/>
                      </a:pPr>
                      <a:r>
                        <a:rPr lang="en-US" sz="800" b="1">
                          <a:solidFill>
                            <a:srgbClr val="00B050"/>
                          </a:solidFill>
                        </a:rPr>
                        <a:t>480</a:t>
                      </a:r>
                      <a:endParaRPr/>
                    </a:p>
                    <a:p>
                      <a:pPr marL="0" marR="0" lvl="0" indent="0" algn="ctr" rtl="0">
                        <a:spcBef>
                          <a:spcPts val="0"/>
                        </a:spcBef>
                        <a:spcAft>
                          <a:spcPts val="0"/>
                        </a:spcAft>
                        <a:buNone/>
                      </a:pPr>
                      <a:r>
                        <a:rPr lang="en-US" sz="800" b="1">
                          <a:solidFill>
                            <a:srgbClr val="00B050"/>
                          </a:solidFill>
                        </a:rPr>
                        <a:t>500</a:t>
                      </a:r>
                      <a:endParaRPr/>
                    </a:p>
                    <a:p>
                      <a:pPr marL="0" marR="0" lvl="0" indent="0" algn="ctr" rtl="0">
                        <a:spcBef>
                          <a:spcPts val="0"/>
                        </a:spcBef>
                        <a:spcAft>
                          <a:spcPts val="0"/>
                        </a:spcAft>
                        <a:buNone/>
                      </a:pPr>
                      <a:r>
                        <a:rPr lang="en-US" sz="800" b="1">
                          <a:solidFill>
                            <a:srgbClr val="00B050"/>
                          </a:solidFill>
                        </a:rPr>
                        <a:t>510</a:t>
                      </a:r>
                      <a:endParaRPr/>
                    </a:p>
                    <a:p>
                      <a:pPr marL="0" marR="0" lvl="0" indent="0" algn="ctr" rtl="0">
                        <a:spcBef>
                          <a:spcPts val="0"/>
                        </a:spcBef>
                        <a:spcAft>
                          <a:spcPts val="0"/>
                        </a:spcAft>
                        <a:buNone/>
                      </a:pPr>
                      <a:r>
                        <a:rPr lang="en-US" sz="800" b="1">
                          <a:solidFill>
                            <a:srgbClr val="00B050"/>
                          </a:solidFill>
                        </a:rPr>
                        <a:t>520</a:t>
                      </a:r>
                      <a:endParaRPr sz="800" b="1">
                        <a:solidFill>
                          <a:srgbClr val="00B050"/>
                        </a:solidFill>
                      </a:endParaRPr>
                    </a:p>
                  </a:txBody>
                  <a:tcPr marL="72000" marR="72000" marT="0" marB="0" anchor="ctr"/>
                </a:tc>
                <a:extLst>
                  <a:ext uri="{0D108BD9-81ED-4DB2-BD59-A6C34878D82A}">
                    <a16:rowId xmlns:a16="http://schemas.microsoft.com/office/drawing/2014/main" val="10003"/>
                  </a:ext>
                </a:extLst>
              </a:tr>
              <a:tr h="477275">
                <a:tc>
                  <a:txBody>
                    <a:bodyPr/>
                    <a:lstStyle/>
                    <a:p>
                      <a:pPr marL="0" marR="0" lvl="0" indent="0" algn="ctr" rtl="0">
                        <a:spcBef>
                          <a:spcPts val="0"/>
                        </a:spcBef>
                        <a:spcAft>
                          <a:spcPts val="0"/>
                        </a:spcAft>
                        <a:buNone/>
                      </a:pPr>
                      <a:r>
                        <a:rPr lang="en-US" sz="800" b="1">
                          <a:solidFill>
                            <a:schemeClr val="dk1"/>
                          </a:solidFill>
                        </a:rPr>
                        <a:t>460</a:t>
                      </a:r>
                      <a:endParaRPr/>
                    </a:p>
                    <a:p>
                      <a:pPr marL="0" marR="0" lvl="0" indent="0" algn="ctr" rtl="0">
                        <a:spcBef>
                          <a:spcPts val="0"/>
                        </a:spcBef>
                        <a:spcAft>
                          <a:spcPts val="0"/>
                        </a:spcAft>
                        <a:buNone/>
                      </a:pPr>
                      <a:r>
                        <a:rPr lang="en-US" sz="800" b="1">
                          <a:solidFill>
                            <a:schemeClr val="dk1"/>
                          </a:solidFill>
                        </a:rPr>
                        <a:t>470</a:t>
                      </a:r>
                      <a:endParaRPr/>
                    </a:p>
                    <a:p>
                      <a:pPr marL="0" marR="0" lvl="0" indent="0" algn="ctr" rtl="0">
                        <a:spcBef>
                          <a:spcPts val="0"/>
                        </a:spcBef>
                        <a:spcAft>
                          <a:spcPts val="0"/>
                        </a:spcAft>
                        <a:buNone/>
                      </a:pPr>
                      <a:r>
                        <a:rPr lang="en-US" sz="800" b="1">
                          <a:solidFill>
                            <a:schemeClr val="dk1"/>
                          </a:solidFill>
                        </a:rPr>
                        <a:t>480</a:t>
                      </a:r>
                      <a:endParaRPr/>
                    </a:p>
                    <a:p>
                      <a:pPr marL="0" marR="0" lvl="0" indent="0" algn="ctr" rtl="0">
                        <a:spcBef>
                          <a:spcPts val="0"/>
                        </a:spcBef>
                        <a:spcAft>
                          <a:spcPts val="0"/>
                        </a:spcAft>
                        <a:buNone/>
                      </a:pPr>
                      <a:r>
                        <a:rPr lang="en-US" sz="800" b="1">
                          <a:solidFill>
                            <a:schemeClr val="dk1"/>
                          </a:solidFill>
                        </a:rPr>
                        <a:t>490</a:t>
                      </a:r>
                      <a:endParaRPr/>
                    </a:p>
                    <a:p>
                      <a:pPr marL="0" marR="0" lvl="0" indent="0" algn="ctr" rtl="0">
                        <a:spcBef>
                          <a:spcPts val="0"/>
                        </a:spcBef>
                        <a:spcAft>
                          <a:spcPts val="0"/>
                        </a:spcAft>
                        <a:buNone/>
                      </a:pPr>
                      <a:r>
                        <a:rPr lang="en-US" sz="800" b="1">
                          <a:solidFill>
                            <a:schemeClr val="dk1"/>
                          </a:solidFill>
                        </a:rPr>
                        <a:t>500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850</a:t>
                      </a:r>
                      <a:endParaRPr/>
                    </a:p>
                    <a:p>
                      <a:pPr marL="0" marR="0" lvl="0" indent="0" algn="ctr" rtl="0">
                        <a:spcBef>
                          <a:spcPts val="0"/>
                        </a:spcBef>
                        <a:spcAft>
                          <a:spcPts val="0"/>
                        </a:spcAft>
                        <a:buNone/>
                      </a:pPr>
                      <a:r>
                        <a:rPr lang="en-US" sz="800" b="1">
                          <a:solidFill>
                            <a:srgbClr val="0070C0"/>
                          </a:solidFill>
                        </a:rPr>
                        <a:t>870</a:t>
                      </a:r>
                      <a:endParaRPr/>
                    </a:p>
                    <a:p>
                      <a:pPr marL="0" marR="0" lvl="0" indent="0" algn="ctr" rtl="0">
                        <a:spcBef>
                          <a:spcPts val="0"/>
                        </a:spcBef>
                        <a:spcAft>
                          <a:spcPts val="0"/>
                        </a:spcAft>
                        <a:buNone/>
                      </a:pPr>
                      <a:r>
                        <a:rPr lang="en-US" sz="800" b="1">
                          <a:solidFill>
                            <a:srgbClr val="0070C0"/>
                          </a:solidFill>
                        </a:rPr>
                        <a:t>890</a:t>
                      </a:r>
                      <a:endParaRPr/>
                    </a:p>
                    <a:p>
                      <a:pPr marL="0" marR="0" lvl="0" indent="0" algn="ctr" rtl="0">
                        <a:spcBef>
                          <a:spcPts val="0"/>
                        </a:spcBef>
                        <a:spcAft>
                          <a:spcPts val="0"/>
                        </a:spcAft>
                        <a:buNone/>
                      </a:pPr>
                      <a:r>
                        <a:rPr lang="en-US" sz="800" b="1">
                          <a:solidFill>
                            <a:srgbClr val="0070C0"/>
                          </a:solidFill>
                        </a:rPr>
                        <a:t>910</a:t>
                      </a:r>
                      <a:endParaRPr/>
                    </a:p>
                    <a:p>
                      <a:pPr marL="0" marR="0" lvl="0" indent="0" algn="ctr" rtl="0">
                        <a:spcBef>
                          <a:spcPts val="0"/>
                        </a:spcBef>
                        <a:spcAft>
                          <a:spcPts val="0"/>
                        </a:spcAft>
                        <a:buNone/>
                      </a:pPr>
                      <a:r>
                        <a:rPr lang="en-US" sz="800" b="1">
                          <a:solidFill>
                            <a:srgbClr val="0070C0"/>
                          </a:solidFill>
                        </a:rPr>
                        <a:t>930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530</a:t>
                      </a:r>
                      <a:endParaRPr/>
                    </a:p>
                    <a:p>
                      <a:pPr marL="0" marR="0" lvl="0" indent="0" algn="ctr" rtl="0">
                        <a:spcBef>
                          <a:spcPts val="0"/>
                        </a:spcBef>
                        <a:spcAft>
                          <a:spcPts val="0"/>
                        </a:spcAft>
                        <a:buNone/>
                      </a:pPr>
                      <a:r>
                        <a:rPr lang="en-US" sz="800" b="1">
                          <a:solidFill>
                            <a:srgbClr val="00B050"/>
                          </a:solidFill>
                        </a:rPr>
                        <a:t>540</a:t>
                      </a:r>
                      <a:endParaRPr/>
                    </a:p>
                    <a:p>
                      <a:pPr marL="0" marR="0" lvl="0" indent="0" algn="ctr" rtl="0">
                        <a:spcBef>
                          <a:spcPts val="0"/>
                        </a:spcBef>
                        <a:spcAft>
                          <a:spcPts val="0"/>
                        </a:spcAft>
                        <a:buNone/>
                      </a:pPr>
                      <a:r>
                        <a:rPr lang="en-US" sz="800" b="1">
                          <a:solidFill>
                            <a:srgbClr val="00B050"/>
                          </a:solidFill>
                        </a:rPr>
                        <a:t>550</a:t>
                      </a:r>
                      <a:endParaRPr/>
                    </a:p>
                    <a:p>
                      <a:pPr marL="0" marR="0" lvl="0" indent="0" algn="ctr" rtl="0">
                        <a:spcBef>
                          <a:spcPts val="0"/>
                        </a:spcBef>
                        <a:spcAft>
                          <a:spcPts val="0"/>
                        </a:spcAft>
                        <a:buNone/>
                      </a:pPr>
                      <a:r>
                        <a:rPr lang="en-US" sz="800" b="1">
                          <a:solidFill>
                            <a:srgbClr val="00B050"/>
                          </a:solidFill>
                        </a:rPr>
                        <a:t>560</a:t>
                      </a:r>
                      <a:endParaRPr/>
                    </a:p>
                    <a:p>
                      <a:pPr marL="0" marR="0" lvl="0" indent="0" algn="ctr" rtl="0">
                        <a:spcBef>
                          <a:spcPts val="0"/>
                        </a:spcBef>
                        <a:spcAft>
                          <a:spcPts val="0"/>
                        </a:spcAft>
                        <a:buNone/>
                      </a:pPr>
                      <a:r>
                        <a:rPr lang="en-US" sz="800" b="1">
                          <a:solidFill>
                            <a:srgbClr val="00B050"/>
                          </a:solidFill>
                        </a:rPr>
                        <a:t>580</a:t>
                      </a:r>
                      <a:endParaRPr sz="800" b="1">
                        <a:solidFill>
                          <a:srgbClr val="00B050"/>
                        </a:solidFill>
                      </a:endParaRPr>
                    </a:p>
                  </a:txBody>
                  <a:tcPr marL="72000" marR="72000" marT="0" marB="0" anchor="ctr"/>
                </a:tc>
                <a:extLst>
                  <a:ext uri="{0D108BD9-81ED-4DB2-BD59-A6C34878D82A}">
                    <a16:rowId xmlns:a16="http://schemas.microsoft.com/office/drawing/2014/main" val="10004"/>
                  </a:ext>
                </a:extLst>
              </a:tr>
              <a:tr h="477275">
                <a:tc>
                  <a:txBody>
                    <a:bodyPr/>
                    <a:lstStyle/>
                    <a:p>
                      <a:pPr marL="0" marR="0" lvl="0" indent="0" algn="ctr" rtl="0">
                        <a:spcBef>
                          <a:spcPts val="0"/>
                        </a:spcBef>
                        <a:spcAft>
                          <a:spcPts val="0"/>
                        </a:spcAft>
                        <a:buNone/>
                      </a:pPr>
                      <a:r>
                        <a:rPr lang="en-US" sz="800" b="1">
                          <a:solidFill>
                            <a:schemeClr val="dk1"/>
                          </a:solidFill>
                        </a:rPr>
                        <a:t>510</a:t>
                      </a:r>
                      <a:endParaRPr/>
                    </a:p>
                    <a:p>
                      <a:pPr marL="0" marR="0" lvl="0" indent="0" algn="ctr" rtl="0">
                        <a:spcBef>
                          <a:spcPts val="0"/>
                        </a:spcBef>
                        <a:spcAft>
                          <a:spcPts val="0"/>
                        </a:spcAft>
                        <a:buNone/>
                      </a:pPr>
                      <a:r>
                        <a:rPr lang="en-US" sz="800" b="1">
                          <a:solidFill>
                            <a:schemeClr val="dk1"/>
                          </a:solidFill>
                        </a:rPr>
                        <a:t>520</a:t>
                      </a:r>
                      <a:endParaRPr/>
                    </a:p>
                    <a:p>
                      <a:pPr marL="0" marR="0" lvl="0" indent="0" algn="ctr" rtl="0">
                        <a:spcBef>
                          <a:spcPts val="0"/>
                        </a:spcBef>
                        <a:spcAft>
                          <a:spcPts val="0"/>
                        </a:spcAft>
                        <a:buNone/>
                      </a:pPr>
                      <a:r>
                        <a:rPr lang="en-US" sz="800" b="1">
                          <a:solidFill>
                            <a:schemeClr val="dk1"/>
                          </a:solidFill>
                        </a:rPr>
                        <a:t>530</a:t>
                      </a:r>
                      <a:endParaRPr/>
                    </a:p>
                    <a:p>
                      <a:pPr marL="0" marR="0" lvl="0" indent="0" algn="ctr" rtl="0">
                        <a:spcBef>
                          <a:spcPts val="0"/>
                        </a:spcBef>
                        <a:spcAft>
                          <a:spcPts val="0"/>
                        </a:spcAft>
                        <a:buNone/>
                      </a:pPr>
                      <a:r>
                        <a:rPr lang="en-US" sz="800" b="1">
                          <a:solidFill>
                            <a:schemeClr val="dk1"/>
                          </a:solidFill>
                        </a:rPr>
                        <a:t>540</a:t>
                      </a:r>
                      <a:endParaRPr/>
                    </a:p>
                    <a:p>
                      <a:pPr marL="0" marR="0" lvl="0" indent="0" algn="ctr" rtl="0">
                        <a:spcBef>
                          <a:spcPts val="0"/>
                        </a:spcBef>
                        <a:spcAft>
                          <a:spcPts val="0"/>
                        </a:spcAft>
                        <a:buNone/>
                      </a:pPr>
                      <a:r>
                        <a:rPr lang="en-US" sz="800" b="1">
                          <a:solidFill>
                            <a:schemeClr val="dk1"/>
                          </a:solidFill>
                        </a:rPr>
                        <a:t>550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950</a:t>
                      </a:r>
                      <a:endParaRPr/>
                    </a:p>
                    <a:p>
                      <a:pPr marL="0" marR="0" lvl="0" indent="0" algn="ctr" rtl="0">
                        <a:spcBef>
                          <a:spcPts val="0"/>
                        </a:spcBef>
                        <a:spcAft>
                          <a:spcPts val="0"/>
                        </a:spcAft>
                        <a:buNone/>
                      </a:pPr>
                      <a:r>
                        <a:rPr lang="en-US" sz="800" b="1">
                          <a:solidFill>
                            <a:srgbClr val="0070C0"/>
                          </a:solidFill>
                        </a:rPr>
                        <a:t>960</a:t>
                      </a:r>
                      <a:endParaRPr/>
                    </a:p>
                    <a:p>
                      <a:pPr marL="0" marR="0" lvl="0" indent="0" algn="ctr" rtl="0">
                        <a:spcBef>
                          <a:spcPts val="0"/>
                        </a:spcBef>
                        <a:spcAft>
                          <a:spcPts val="0"/>
                        </a:spcAft>
                        <a:buNone/>
                      </a:pPr>
                      <a:r>
                        <a:rPr lang="en-US" sz="800" b="1">
                          <a:solidFill>
                            <a:srgbClr val="0070C0"/>
                          </a:solidFill>
                        </a:rPr>
                        <a:t>980</a:t>
                      </a:r>
                      <a:endParaRPr/>
                    </a:p>
                    <a:p>
                      <a:pPr marL="0" marR="0" lvl="0" indent="0" algn="ctr" rtl="0">
                        <a:spcBef>
                          <a:spcPts val="0"/>
                        </a:spcBef>
                        <a:spcAft>
                          <a:spcPts val="0"/>
                        </a:spcAft>
                        <a:buNone/>
                      </a:pPr>
                      <a:r>
                        <a:rPr lang="en-US" sz="800" b="1">
                          <a:solidFill>
                            <a:srgbClr val="0070C0"/>
                          </a:solidFill>
                        </a:rPr>
                        <a:t>1000</a:t>
                      </a:r>
                      <a:endParaRPr/>
                    </a:p>
                    <a:p>
                      <a:pPr marL="0" marR="0" lvl="0" indent="0" algn="ctr" rtl="0">
                        <a:spcBef>
                          <a:spcPts val="0"/>
                        </a:spcBef>
                        <a:spcAft>
                          <a:spcPts val="0"/>
                        </a:spcAft>
                        <a:buNone/>
                      </a:pPr>
                      <a:r>
                        <a:rPr lang="en-US" sz="800" b="1">
                          <a:solidFill>
                            <a:srgbClr val="0070C0"/>
                          </a:solidFill>
                        </a:rPr>
                        <a:t>1020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590</a:t>
                      </a:r>
                      <a:endParaRPr/>
                    </a:p>
                    <a:p>
                      <a:pPr marL="0" marR="0" lvl="0" indent="0" algn="ctr" rtl="0">
                        <a:spcBef>
                          <a:spcPts val="0"/>
                        </a:spcBef>
                        <a:spcAft>
                          <a:spcPts val="0"/>
                        </a:spcAft>
                        <a:buNone/>
                      </a:pPr>
                      <a:r>
                        <a:rPr lang="en-US" sz="800" b="1">
                          <a:solidFill>
                            <a:srgbClr val="00B050"/>
                          </a:solidFill>
                        </a:rPr>
                        <a:t>600</a:t>
                      </a:r>
                      <a:endParaRPr/>
                    </a:p>
                    <a:p>
                      <a:pPr marL="0" marR="0" lvl="0" indent="0" algn="ctr" rtl="0">
                        <a:spcBef>
                          <a:spcPts val="0"/>
                        </a:spcBef>
                        <a:spcAft>
                          <a:spcPts val="0"/>
                        </a:spcAft>
                        <a:buNone/>
                      </a:pPr>
                      <a:r>
                        <a:rPr lang="en-US" sz="800" b="1">
                          <a:solidFill>
                            <a:srgbClr val="00B050"/>
                          </a:solidFill>
                        </a:rPr>
                        <a:t>610</a:t>
                      </a:r>
                      <a:endParaRPr/>
                    </a:p>
                    <a:p>
                      <a:pPr marL="0" marR="0" lvl="0" indent="0" algn="ctr" rtl="0">
                        <a:spcBef>
                          <a:spcPts val="0"/>
                        </a:spcBef>
                        <a:spcAft>
                          <a:spcPts val="0"/>
                        </a:spcAft>
                        <a:buNone/>
                      </a:pPr>
                      <a:r>
                        <a:rPr lang="en-US" sz="800" b="1">
                          <a:solidFill>
                            <a:srgbClr val="00B050"/>
                          </a:solidFill>
                        </a:rPr>
                        <a:t>620</a:t>
                      </a:r>
                      <a:endParaRPr/>
                    </a:p>
                    <a:p>
                      <a:pPr marL="0" marR="0" lvl="0" indent="0" algn="ctr" rtl="0">
                        <a:spcBef>
                          <a:spcPts val="0"/>
                        </a:spcBef>
                        <a:spcAft>
                          <a:spcPts val="0"/>
                        </a:spcAft>
                        <a:buNone/>
                      </a:pPr>
                      <a:r>
                        <a:rPr lang="en-US" sz="800" b="1">
                          <a:solidFill>
                            <a:srgbClr val="00B050"/>
                          </a:solidFill>
                        </a:rPr>
                        <a:t>630</a:t>
                      </a:r>
                      <a:endParaRPr sz="800" b="1">
                        <a:solidFill>
                          <a:srgbClr val="00B050"/>
                        </a:solidFill>
                      </a:endParaRPr>
                    </a:p>
                  </a:txBody>
                  <a:tcPr marL="72000" marR="72000" marT="0" marB="0" anchor="ctr"/>
                </a:tc>
                <a:extLst>
                  <a:ext uri="{0D108BD9-81ED-4DB2-BD59-A6C34878D82A}">
                    <a16:rowId xmlns:a16="http://schemas.microsoft.com/office/drawing/2014/main" val="10005"/>
                  </a:ext>
                </a:extLst>
              </a:tr>
              <a:tr h="477275">
                <a:tc>
                  <a:txBody>
                    <a:bodyPr/>
                    <a:lstStyle/>
                    <a:p>
                      <a:pPr marL="0" marR="0" lvl="0" indent="0" algn="ctr" rtl="0">
                        <a:spcBef>
                          <a:spcPts val="0"/>
                        </a:spcBef>
                        <a:spcAft>
                          <a:spcPts val="0"/>
                        </a:spcAft>
                        <a:buNone/>
                      </a:pPr>
                      <a:r>
                        <a:rPr lang="en-US" sz="800" b="1">
                          <a:solidFill>
                            <a:schemeClr val="dk1"/>
                          </a:solidFill>
                        </a:rPr>
                        <a:t>560</a:t>
                      </a:r>
                      <a:endParaRPr/>
                    </a:p>
                    <a:p>
                      <a:pPr marL="0" marR="0" lvl="0" indent="0" algn="ctr" rtl="0">
                        <a:spcBef>
                          <a:spcPts val="0"/>
                        </a:spcBef>
                        <a:spcAft>
                          <a:spcPts val="0"/>
                        </a:spcAft>
                        <a:buNone/>
                      </a:pPr>
                      <a:r>
                        <a:rPr lang="en-US" sz="800" b="1">
                          <a:solidFill>
                            <a:schemeClr val="dk1"/>
                          </a:solidFill>
                        </a:rPr>
                        <a:t>570</a:t>
                      </a:r>
                      <a:endParaRPr/>
                    </a:p>
                    <a:p>
                      <a:pPr marL="0" marR="0" lvl="0" indent="0" algn="ctr" rtl="0">
                        <a:spcBef>
                          <a:spcPts val="0"/>
                        </a:spcBef>
                        <a:spcAft>
                          <a:spcPts val="0"/>
                        </a:spcAft>
                        <a:buNone/>
                      </a:pPr>
                      <a:r>
                        <a:rPr lang="en-US" sz="800" b="1">
                          <a:solidFill>
                            <a:schemeClr val="dk1"/>
                          </a:solidFill>
                        </a:rPr>
                        <a:t>580</a:t>
                      </a:r>
                      <a:endParaRPr/>
                    </a:p>
                    <a:p>
                      <a:pPr marL="0" marR="0" lvl="0" indent="0" algn="ctr" rtl="0">
                        <a:spcBef>
                          <a:spcPts val="0"/>
                        </a:spcBef>
                        <a:spcAft>
                          <a:spcPts val="0"/>
                        </a:spcAft>
                        <a:buNone/>
                      </a:pPr>
                      <a:r>
                        <a:rPr lang="en-US" sz="800" b="1">
                          <a:solidFill>
                            <a:schemeClr val="dk1"/>
                          </a:solidFill>
                        </a:rPr>
                        <a:t>590</a:t>
                      </a:r>
                      <a:endParaRPr/>
                    </a:p>
                    <a:p>
                      <a:pPr marL="0" marR="0" lvl="0" indent="0" algn="ctr" rtl="0">
                        <a:spcBef>
                          <a:spcPts val="0"/>
                        </a:spcBef>
                        <a:spcAft>
                          <a:spcPts val="0"/>
                        </a:spcAft>
                        <a:buNone/>
                      </a:pPr>
                      <a:r>
                        <a:rPr lang="en-US" sz="800" b="1">
                          <a:solidFill>
                            <a:schemeClr val="dk1"/>
                          </a:solidFill>
                        </a:rPr>
                        <a:t>600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1040</a:t>
                      </a:r>
                      <a:endParaRPr/>
                    </a:p>
                    <a:p>
                      <a:pPr marL="0" marR="0" lvl="0" indent="0" algn="ctr" rtl="0">
                        <a:spcBef>
                          <a:spcPts val="0"/>
                        </a:spcBef>
                        <a:spcAft>
                          <a:spcPts val="0"/>
                        </a:spcAft>
                        <a:buNone/>
                      </a:pPr>
                      <a:r>
                        <a:rPr lang="en-US" sz="800" b="1">
                          <a:solidFill>
                            <a:srgbClr val="0070C0"/>
                          </a:solidFill>
                        </a:rPr>
                        <a:t>1060</a:t>
                      </a:r>
                      <a:endParaRPr/>
                    </a:p>
                    <a:p>
                      <a:pPr marL="0" marR="0" lvl="0" indent="0" algn="ctr" rtl="0">
                        <a:spcBef>
                          <a:spcPts val="0"/>
                        </a:spcBef>
                        <a:spcAft>
                          <a:spcPts val="0"/>
                        </a:spcAft>
                        <a:buNone/>
                      </a:pPr>
                      <a:r>
                        <a:rPr lang="en-US" sz="800" b="1">
                          <a:solidFill>
                            <a:srgbClr val="0070C0"/>
                          </a:solidFill>
                        </a:rPr>
                        <a:t>1070</a:t>
                      </a:r>
                      <a:endParaRPr/>
                    </a:p>
                    <a:p>
                      <a:pPr marL="0" marR="0" lvl="0" indent="0" algn="ctr" rtl="0">
                        <a:spcBef>
                          <a:spcPts val="0"/>
                        </a:spcBef>
                        <a:spcAft>
                          <a:spcPts val="0"/>
                        </a:spcAft>
                        <a:buNone/>
                      </a:pPr>
                      <a:r>
                        <a:rPr lang="en-US" sz="800" b="1">
                          <a:solidFill>
                            <a:srgbClr val="0070C0"/>
                          </a:solidFill>
                        </a:rPr>
                        <a:t>1090</a:t>
                      </a:r>
                      <a:endParaRPr/>
                    </a:p>
                    <a:p>
                      <a:pPr marL="0" marR="0" lvl="0" indent="0" algn="ctr" rtl="0">
                        <a:spcBef>
                          <a:spcPts val="0"/>
                        </a:spcBef>
                        <a:spcAft>
                          <a:spcPts val="0"/>
                        </a:spcAft>
                        <a:buNone/>
                      </a:pPr>
                      <a:r>
                        <a:rPr lang="en-US" sz="800" b="1">
                          <a:solidFill>
                            <a:srgbClr val="0070C0"/>
                          </a:solidFill>
                        </a:rPr>
                        <a:t>1110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650</a:t>
                      </a:r>
                      <a:endParaRPr/>
                    </a:p>
                    <a:p>
                      <a:pPr marL="0" marR="0" lvl="0" indent="0" algn="ctr" rtl="0">
                        <a:spcBef>
                          <a:spcPts val="0"/>
                        </a:spcBef>
                        <a:spcAft>
                          <a:spcPts val="0"/>
                        </a:spcAft>
                        <a:buNone/>
                      </a:pPr>
                      <a:r>
                        <a:rPr lang="en-US" sz="800" b="1">
                          <a:solidFill>
                            <a:srgbClr val="00B050"/>
                          </a:solidFill>
                        </a:rPr>
                        <a:t>660</a:t>
                      </a:r>
                      <a:endParaRPr/>
                    </a:p>
                    <a:p>
                      <a:pPr marL="0" marR="0" lvl="0" indent="0" algn="ctr" rtl="0">
                        <a:spcBef>
                          <a:spcPts val="0"/>
                        </a:spcBef>
                        <a:spcAft>
                          <a:spcPts val="0"/>
                        </a:spcAft>
                        <a:buNone/>
                      </a:pPr>
                      <a:r>
                        <a:rPr lang="en-US" sz="800" b="1">
                          <a:solidFill>
                            <a:srgbClr val="00B050"/>
                          </a:solidFill>
                        </a:rPr>
                        <a:t>670</a:t>
                      </a:r>
                      <a:endParaRPr/>
                    </a:p>
                    <a:p>
                      <a:pPr marL="0" marR="0" lvl="0" indent="0" algn="ctr" rtl="0">
                        <a:spcBef>
                          <a:spcPts val="0"/>
                        </a:spcBef>
                        <a:spcAft>
                          <a:spcPts val="0"/>
                        </a:spcAft>
                        <a:buNone/>
                      </a:pPr>
                      <a:r>
                        <a:rPr lang="en-US" sz="800" b="1">
                          <a:solidFill>
                            <a:srgbClr val="00B050"/>
                          </a:solidFill>
                        </a:rPr>
                        <a:t>680</a:t>
                      </a:r>
                      <a:endParaRPr/>
                    </a:p>
                    <a:p>
                      <a:pPr marL="0" marR="0" lvl="0" indent="0" algn="ctr" rtl="0">
                        <a:spcBef>
                          <a:spcPts val="0"/>
                        </a:spcBef>
                        <a:spcAft>
                          <a:spcPts val="0"/>
                        </a:spcAft>
                        <a:buNone/>
                      </a:pPr>
                      <a:r>
                        <a:rPr lang="en-US" sz="800" b="1">
                          <a:solidFill>
                            <a:srgbClr val="00B050"/>
                          </a:solidFill>
                        </a:rPr>
                        <a:t>690</a:t>
                      </a:r>
                      <a:endParaRPr sz="800" b="1">
                        <a:solidFill>
                          <a:srgbClr val="00B050"/>
                        </a:solidFill>
                      </a:endParaRPr>
                    </a:p>
                  </a:txBody>
                  <a:tcPr marL="72000" marR="72000" marT="0" marB="0" anchor="ctr"/>
                </a:tc>
                <a:extLst>
                  <a:ext uri="{0D108BD9-81ED-4DB2-BD59-A6C34878D82A}">
                    <a16:rowId xmlns:a16="http://schemas.microsoft.com/office/drawing/2014/main" val="10006"/>
                  </a:ext>
                </a:extLst>
              </a:tr>
              <a:tr h="477275">
                <a:tc>
                  <a:txBody>
                    <a:bodyPr/>
                    <a:lstStyle/>
                    <a:p>
                      <a:pPr marL="0" marR="0" lvl="0" indent="0" algn="ctr" rtl="0">
                        <a:spcBef>
                          <a:spcPts val="0"/>
                        </a:spcBef>
                        <a:spcAft>
                          <a:spcPts val="0"/>
                        </a:spcAft>
                        <a:buNone/>
                      </a:pPr>
                      <a:r>
                        <a:rPr lang="en-US" sz="800" b="1">
                          <a:solidFill>
                            <a:schemeClr val="dk1"/>
                          </a:solidFill>
                        </a:rPr>
                        <a:t>610</a:t>
                      </a:r>
                      <a:endParaRPr/>
                    </a:p>
                    <a:p>
                      <a:pPr marL="0" marR="0" lvl="0" indent="0" algn="ctr" rtl="0">
                        <a:spcBef>
                          <a:spcPts val="0"/>
                        </a:spcBef>
                        <a:spcAft>
                          <a:spcPts val="0"/>
                        </a:spcAft>
                        <a:buNone/>
                      </a:pPr>
                      <a:r>
                        <a:rPr lang="en-US" sz="800" b="1">
                          <a:solidFill>
                            <a:schemeClr val="dk1"/>
                          </a:solidFill>
                        </a:rPr>
                        <a:t>620</a:t>
                      </a:r>
                      <a:endParaRPr/>
                    </a:p>
                    <a:p>
                      <a:pPr marL="0" marR="0" lvl="0" indent="0" algn="ctr" rtl="0">
                        <a:spcBef>
                          <a:spcPts val="0"/>
                        </a:spcBef>
                        <a:spcAft>
                          <a:spcPts val="0"/>
                        </a:spcAft>
                        <a:buNone/>
                      </a:pPr>
                      <a:r>
                        <a:rPr lang="en-US" sz="800" b="1">
                          <a:solidFill>
                            <a:schemeClr val="dk1"/>
                          </a:solidFill>
                        </a:rPr>
                        <a:t>630</a:t>
                      </a:r>
                      <a:endParaRPr/>
                    </a:p>
                    <a:p>
                      <a:pPr marL="0" marR="0" lvl="0" indent="0" algn="ctr" rtl="0">
                        <a:spcBef>
                          <a:spcPts val="0"/>
                        </a:spcBef>
                        <a:spcAft>
                          <a:spcPts val="0"/>
                        </a:spcAft>
                        <a:buNone/>
                      </a:pPr>
                      <a:r>
                        <a:rPr lang="en-US" sz="800" b="1">
                          <a:solidFill>
                            <a:schemeClr val="dk1"/>
                          </a:solidFill>
                        </a:rPr>
                        <a:t>640</a:t>
                      </a:r>
                      <a:endParaRPr/>
                    </a:p>
                    <a:p>
                      <a:pPr marL="0" marR="0" lvl="0" indent="0" algn="ctr" rtl="0">
                        <a:spcBef>
                          <a:spcPts val="0"/>
                        </a:spcBef>
                        <a:spcAft>
                          <a:spcPts val="0"/>
                        </a:spcAft>
                        <a:buNone/>
                      </a:pPr>
                      <a:r>
                        <a:rPr lang="en-US" sz="800" b="1">
                          <a:solidFill>
                            <a:schemeClr val="dk1"/>
                          </a:solidFill>
                        </a:rPr>
                        <a:t>650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1130</a:t>
                      </a:r>
                      <a:endParaRPr/>
                    </a:p>
                    <a:p>
                      <a:pPr marL="0" marR="0" lvl="0" indent="0" algn="ctr" rtl="0">
                        <a:spcBef>
                          <a:spcPts val="0"/>
                        </a:spcBef>
                        <a:spcAft>
                          <a:spcPts val="0"/>
                        </a:spcAft>
                        <a:buNone/>
                      </a:pPr>
                      <a:r>
                        <a:rPr lang="en-US" sz="800" b="1">
                          <a:solidFill>
                            <a:srgbClr val="0070C0"/>
                          </a:solidFill>
                        </a:rPr>
                        <a:t>1150</a:t>
                      </a:r>
                      <a:endParaRPr/>
                    </a:p>
                    <a:p>
                      <a:pPr marL="0" marR="0" lvl="0" indent="0" algn="ctr" rtl="0">
                        <a:spcBef>
                          <a:spcPts val="0"/>
                        </a:spcBef>
                        <a:spcAft>
                          <a:spcPts val="0"/>
                        </a:spcAft>
                        <a:buNone/>
                      </a:pPr>
                      <a:r>
                        <a:rPr lang="en-US" sz="800" b="1">
                          <a:solidFill>
                            <a:srgbClr val="0070C0"/>
                          </a:solidFill>
                        </a:rPr>
                        <a:t>1170</a:t>
                      </a:r>
                      <a:endParaRPr/>
                    </a:p>
                    <a:p>
                      <a:pPr marL="0" marR="0" lvl="0" indent="0" algn="ctr" rtl="0">
                        <a:spcBef>
                          <a:spcPts val="0"/>
                        </a:spcBef>
                        <a:spcAft>
                          <a:spcPts val="0"/>
                        </a:spcAft>
                        <a:buNone/>
                      </a:pPr>
                      <a:r>
                        <a:rPr lang="en-US" sz="800" b="1">
                          <a:solidFill>
                            <a:srgbClr val="0070C0"/>
                          </a:solidFill>
                        </a:rPr>
                        <a:t>1190</a:t>
                      </a:r>
                      <a:endParaRPr/>
                    </a:p>
                    <a:p>
                      <a:pPr marL="0" marR="0" lvl="0" indent="0" algn="ctr" rtl="0">
                        <a:spcBef>
                          <a:spcPts val="0"/>
                        </a:spcBef>
                        <a:spcAft>
                          <a:spcPts val="0"/>
                        </a:spcAft>
                        <a:buNone/>
                      </a:pPr>
                      <a:r>
                        <a:rPr lang="en-US" sz="800" b="1">
                          <a:solidFill>
                            <a:srgbClr val="0070C0"/>
                          </a:solidFill>
                        </a:rPr>
                        <a:t>1200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700</a:t>
                      </a:r>
                      <a:endParaRPr/>
                    </a:p>
                    <a:p>
                      <a:pPr marL="0" marR="0" lvl="0" indent="0" algn="ctr" rtl="0">
                        <a:spcBef>
                          <a:spcPts val="0"/>
                        </a:spcBef>
                        <a:spcAft>
                          <a:spcPts val="0"/>
                        </a:spcAft>
                        <a:buNone/>
                      </a:pPr>
                      <a:r>
                        <a:rPr lang="en-US" sz="800" b="1">
                          <a:solidFill>
                            <a:srgbClr val="00B050"/>
                          </a:solidFill>
                        </a:rPr>
                        <a:t>710</a:t>
                      </a:r>
                      <a:endParaRPr/>
                    </a:p>
                    <a:p>
                      <a:pPr marL="0" marR="0" lvl="0" indent="0" algn="ctr" rtl="0">
                        <a:spcBef>
                          <a:spcPts val="0"/>
                        </a:spcBef>
                        <a:spcAft>
                          <a:spcPts val="0"/>
                        </a:spcAft>
                        <a:buNone/>
                      </a:pPr>
                      <a:r>
                        <a:rPr lang="en-US" sz="800" b="1">
                          <a:solidFill>
                            <a:srgbClr val="00B050"/>
                          </a:solidFill>
                        </a:rPr>
                        <a:t>730</a:t>
                      </a:r>
                      <a:endParaRPr/>
                    </a:p>
                    <a:p>
                      <a:pPr marL="0" marR="0" lvl="0" indent="0" algn="ctr" rtl="0">
                        <a:spcBef>
                          <a:spcPts val="0"/>
                        </a:spcBef>
                        <a:spcAft>
                          <a:spcPts val="0"/>
                        </a:spcAft>
                        <a:buNone/>
                      </a:pPr>
                      <a:r>
                        <a:rPr lang="en-US" sz="800" b="1">
                          <a:solidFill>
                            <a:srgbClr val="00B050"/>
                          </a:solidFill>
                        </a:rPr>
                        <a:t>740</a:t>
                      </a:r>
                      <a:endParaRPr/>
                    </a:p>
                    <a:p>
                      <a:pPr marL="0" marR="0" lvl="0" indent="0" algn="ctr" rtl="0">
                        <a:spcBef>
                          <a:spcPts val="0"/>
                        </a:spcBef>
                        <a:spcAft>
                          <a:spcPts val="0"/>
                        </a:spcAft>
                        <a:buNone/>
                      </a:pPr>
                      <a:r>
                        <a:rPr lang="en-US" sz="800" b="1">
                          <a:solidFill>
                            <a:srgbClr val="00B050"/>
                          </a:solidFill>
                        </a:rPr>
                        <a:t>750</a:t>
                      </a:r>
                      <a:endParaRPr sz="800" b="1">
                        <a:solidFill>
                          <a:srgbClr val="00B050"/>
                        </a:solidFill>
                      </a:endParaRPr>
                    </a:p>
                  </a:txBody>
                  <a:tcPr marL="72000" marR="72000" marT="0" marB="0" anchor="ctr"/>
                </a:tc>
                <a:extLst>
                  <a:ext uri="{0D108BD9-81ED-4DB2-BD59-A6C34878D82A}">
                    <a16:rowId xmlns:a16="http://schemas.microsoft.com/office/drawing/2014/main" val="10007"/>
                  </a:ext>
                </a:extLst>
              </a:tr>
              <a:tr h="477275">
                <a:tc>
                  <a:txBody>
                    <a:bodyPr/>
                    <a:lstStyle/>
                    <a:p>
                      <a:pPr marL="0" marR="0" lvl="0" indent="0" algn="ctr" rtl="0">
                        <a:spcBef>
                          <a:spcPts val="0"/>
                        </a:spcBef>
                        <a:spcAft>
                          <a:spcPts val="0"/>
                        </a:spcAft>
                        <a:buNone/>
                      </a:pPr>
                      <a:r>
                        <a:rPr lang="en-US" sz="800" b="1">
                          <a:solidFill>
                            <a:schemeClr val="dk1"/>
                          </a:solidFill>
                        </a:rPr>
                        <a:t>660</a:t>
                      </a:r>
                      <a:endParaRPr/>
                    </a:p>
                    <a:p>
                      <a:pPr marL="0" marR="0" lvl="0" indent="0" algn="ctr" rtl="0">
                        <a:spcBef>
                          <a:spcPts val="0"/>
                        </a:spcBef>
                        <a:spcAft>
                          <a:spcPts val="0"/>
                        </a:spcAft>
                        <a:buNone/>
                      </a:pPr>
                      <a:r>
                        <a:rPr lang="en-US" sz="800" b="1">
                          <a:solidFill>
                            <a:schemeClr val="dk1"/>
                          </a:solidFill>
                        </a:rPr>
                        <a:t>670</a:t>
                      </a:r>
                      <a:endParaRPr/>
                    </a:p>
                    <a:p>
                      <a:pPr marL="0" marR="0" lvl="0" indent="0" algn="ctr" rtl="0">
                        <a:spcBef>
                          <a:spcPts val="0"/>
                        </a:spcBef>
                        <a:spcAft>
                          <a:spcPts val="0"/>
                        </a:spcAft>
                        <a:buNone/>
                      </a:pPr>
                      <a:r>
                        <a:rPr lang="en-US" sz="800" b="1">
                          <a:solidFill>
                            <a:schemeClr val="dk1"/>
                          </a:solidFill>
                        </a:rPr>
                        <a:t>680</a:t>
                      </a:r>
                      <a:endParaRPr/>
                    </a:p>
                    <a:p>
                      <a:pPr marL="0" marR="0" lvl="0" indent="0" algn="ctr" rtl="0">
                        <a:spcBef>
                          <a:spcPts val="0"/>
                        </a:spcBef>
                        <a:spcAft>
                          <a:spcPts val="0"/>
                        </a:spcAft>
                        <a:buNone/>
                      </a:pPr>
                      <a:r>
                        <a:rPr lang="en-US" sz="800" b="1">
                          <a:solidFill>
                            <a:schemeClr val="dk1"/>
                          </a:solidFill>
                        </a:rPr>
                        <a:t>690</a:t>
                      </a:r>
                      <a:endParaRPr/>
                    </a:p>
                    <a:p>
                      <a:pPr marL="0" marR="0" lvl="0" indent="0" algn="ctr" rtl="0">
                        <a:spcBef>
                          <a:spcPts val="0"/>
                        </a:spcBef>
                        <a:spcAft>
                          <a:spcPts val="0"/>
                        </a:spcAft>
                        <a:buNone/>
                      </a:pPr>
                      <a:r>
                        <a:rPr lang="en-US" sz="800" b="1">
                          <a:solidFill>
                            <a:schemeClr val="dk1"/>
                          </a:solidFill>
                        </a:rPr>
                        <a:t>700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1220</a:t>
                      </a:r>
                      <a:endParaRPr/>
                    </a:p>
                    <a:p>
                      <a:pPr marL="0" marR="0" lvl="0" indent="0" algn="ctr" rtl="0">
                        <a:spcBef>
                          <a:spcPts val="0"/>
                        </a:spcBef>
                        <a:spcAft>
                          <a:spcPts val="0"/>
                        </a:spcAft>
                        <a:buNone/>
                      </a:pPr>
                      <a:r>
                        <a:rPr lang="en-US" sz="800" b="1">
                          <a:solidFill>
                            <a:srgbClr val="0070C0"/>
                          </a:solidFill>
                        </a:rPr>
                        <a:t>1240</a:t>
                      </a:r>
                      <a:endParaRPr/>
                    </a:p>
                    <a:p>
                      <a:pPr marL="0" marR="0" lvl="0" indent="0" algn="ctr" rtl="0">
                        <a:spcBef>
                          <a:spcPts val="0"/>
                        </a:spcBef>
                        <a:spcAft>
                          <a:spcPts val="0"/>
                        </a:spcAft>
                        <a:buNone/>
                      </a:pPr>
                      <a:r>
                        <a:rPr lang="en-US" sz="800" b="1">
                          <a:solidFill>
                            <a:srgbClr val="0070C0"/>
                          </a:solidFill>
                        </a:rPr>
                        <a:t>1260</a:t>
                      </a:r>
                      <a:endParaRPr/>
                    </a:p>
                    <a:p>
                      <a:pPr marL="0" marR="0" lvl="0" indent="0" algn="ctr" rtl="0">
                        <a:spcBef>
                          <a:spcPts val="0"/>
                        </a:spcBef>
                        <a:spcAft>
                          <a:spcPts val="0"/>
                        </a:spcAft>
                        <a:buNone/>
                      </a:pPr>
                      <a:r>
                        <a:rPr lang="en-US" sz="800" b="1">
                          <a:solidFill>
                            <a:srgbClr val="0070C0"/>
                          </a:solidFill>
                        </a:rPr>
                        <a:t>1280</a:t>
                      </a:r>
                      <a:endParaRPr/>
                    </a:p>
                    <a:p>
                      <a:pPr marL="0" marR="0" lvl="0" indent="0" algn="ctr" rtl="0">
                        <a:spcBef>
                          <a:spcPts val="0"/>
                        </a:spcBef>
                        <a:spcAft>
                          <a:spcPts val="0"/>
                        </a:spcAft>
                        <a:buNone/>
                      </a:pPr>
                      <a:r>
                        <a:rPr lang="en-US" sz="800" b="1">
                          <a:solidFill>
                            <a:srgbClr val="0070C0"/>
                          </a:solidFill>
                        </a:rPr>
                        <a:t>1300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760</a:t>
                      </a:r>
                      <a:endParaRPr/>
                    </a:p>
                    <a:p>
                      <a:pPr marL="0" marR="0" lvl="0" indent="0" algn="ctr" rtl="0">
                        <a:spcBef>
                          <a:spcPts val="0"/>
                        </a:spcBef>
                        <a:spcAft>
                          <a:spcPts val="0"/>
                        </a:spcAft>
                        <a:buNone/>
                      </a:pPr>
                      <a:r>
                        <a:rPr lang="en-US" sz="800" b="1">
                          <a:solidFill>
                            <a:srgbClr val="00B050"/>
                          </a:solidFill>
                        </a:rPr>
                        <a:t>770</a:t>
                      </a:r>
                      <a:endParaRPr/>
                    </a:p>
                    <a:p>
                      <a:pPr marL="0" marR="0" lvl="0" indent="0" algn="ctr" rtl="0">
                        <a:spcBef>
                          <a:spcPts val="0"/>
                        </a:spcBef>
                        <a:spcAft>
                          <a:spcPts val="0"/>
                        </a:spcAft>
                        <a:buNone/>
                      </a:pPr>
                      <a:r>
                        <a:rPr lang="en-US" sz="800" b="1">
                          <a:solidFill>
                            <a:srgbClr val="00B050"/>
                          </a:solidFill>
                        </a:rPr>
                        <a:t>780</a:t>
                      </a:r>
                      <a:endParaRPr/>
                    </a:p>
                    <a:p>
                      <a:pPr marL="0" marR="0" lvl="0" indent="0" algn="ctr" rtl="0">
                        <a:spcBef>
                          <a:spcPts val="0"/>
                        </a:spcBef>
                        <a:spcAft>
                          <a:spcPts val="0"/>
                        </a:spcAft>
                        <a:buNone/>
                      </a:pPr>
                      <a:r>
                        <a:rPr lang="en-US" sz="800" b="1">
                          <a:solidFill>
                            <a:srgbClr val="00B050"/>
                          </a:solidFill>
                        </a:rPr>
                        <a:t>800</a:t>
                      </a:r>
                      <a:endParaRPr/>
                    </a:p>
                    <a:p>
                      <a:pPr marL="0" marR="0" lvl="0" indent="0" algn="ctr" rtl="0">
                        <a:spcBef>
                          <a:spcPts val="0"/>
                        </a:spcBef>
                        <a:spcAft>
                          <a:spcPts val="0"/>
                        </a:spcAft>
                        <a:buNone/>
                      </a:pPr>
                      <a:r>
                        <a:rPr lang="en-US" sz="800" b="1">
                          <a:solidFill>
                            <a:srgbClr val="00B050"/>
                          </a:solidFill>
                        </a:rPr>
                        <a:t>810</a:t>
                      </a:r>
                      <a:endParaRPr sz="800" b="1">
                        <a:solidFill>
                          <a:srgbClr val="00B050"/>
                        </a:solidFill>
                      </a:endParaRPr>
                    </a:p>
                  </a:txBody>
                  <a:tcPr marL="72000" marR="72000" marT="0" marB="0" anchor="ctr"/>
                </a:tc>
                <a:extLst>
                  <a:ext uri="{0D108BD9-81ED-4DB2-BD59-A6C34878D82A}">
                    <a16:rowId xmlns:a16="http://schemas.microsoft.com/office/drawing/2014/main" val="10008"/>
                  </a:ext>
                </a:extLst>
              </a:tr>
            </a:tbl>
          </a:graphicData>
        </a:graphic>
      </p:graphicFrame>
      <p:sp>
        <p:nvSpPr>
          <p:cNvPr id="2" name="직사각형 1">
            <a:hlinkClick r:id="" action="ppaction://hlinkshowjump?jump=firstslide"/>
            <a:extLst>
              <a:ext uri="{FF2B5EF4-FFF2-40B4-BE49-F238E27FC236}">
                <a16:creationId xmlns:a16="http://schemas.microsoft.com/office/drawing/2014/main" id="{1B02B414-F437-EC29-A025-C000B0E23D64}"/>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416423489"/>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그물">
  <a:themeElements>
    <a:clrScheme name="그물">
      <a:dk1>
        <a:sysClr val="windowText" lastClr="000000"/>
      </a:dk1>
      <a:lt1>
        <a:sysClr val="window" lastClr="FFFFFF"/>
      </a:lt1>
      <a:dk2>
        <a:srgbClr val="363D46"/>
      </a:dk2>
      <a:lt2>
        <a:srgbClr val="EBEBEB"/>
      </a:lt2>
      <a:accent1>
        <a:srgbClr val="6F6F6F"/>
      </a:accent1>
      <a:accent2>
        <a:srgbClr val="BFBFA5"/>
      </a:accent2>
      <a:accent3>
        <a:srgbClr val="DCD084"/>
      </a:accent3>
      <a:accent4>
        <a:srgbClr val="E7BF5F"/>
      </a:accent4>
      <a:accent5>
        <a:srgbClr val="E9A039"/>
      </a:accent5>
      <a:accent6>
        <a:srgbClr val="CF7133"/>
      </a:accent6>
      <a:hlink>
        <a:srgbClr val="F28943"/>
      </a:hlink>
      <a:folHlink>
        <a:srgbClr val="F1B76C"/>
      </a:folHlink>
    </a:clrScheme>
    <a:fontScheme name="그물">
      <a:maj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그물">
      <a:fillStyleLst>
        <a:solidFill>
          <a:schemeClr val="phClr"/>
        </a:solidFill>
        <a:gradFill rotWithShape="1">
          <a:gsLst>
            <a:gs pos="0">
              <a:schemeClr val="phClr">
                <a:tint val="60000"/>
                <a:lumMod val="110000"/>
              </a:schemeClr>
            </a:gs>
            <a:gs pos="100000">
              <a:schemeClr val="phClr">
                <a:tint val="82000"/>
              </a:schemeClr>
            </a:gs>
          </a:gsLst>
          <a:lin ang="5400000" scaled="0"/>
        </a:gradFill>
        <a:gradFill rotWithShape="1">
          <a:gsLst>
            <a:gs pos="0">
              <a:schemeClr val="phClr">
                <a:tint val="96000"/>
                <a:lumMod val="104000"/>
              </a:schemeClr>
            </a:gs>
            <a:gs pos="100000">
              <a:schemeClr val="phClr">
                <a:shade val="84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innerShdw blurRad="50800" dist="25400" dir="13500000">
              <a:srgbClr val="000000">
                <a:alpha val="55000"/>
              </a:srgbClr>
            </a:innerShdw>
          </a:effectLst>
        </a:effectStyle>
        <a:effectStyle>
          <a:effectLst>
            <a:outerShdw blurRad="50800" dist="38100" dir="5400000" rotWithShape="0">
              <a:srgbClr val="000000">
                <a:alpha val="60000"/>
              </a:srgbClr>
            </a:outerShdw>
          </a:effectLst>
          <a:scene3d>
            <a:camera prst="orthographicFront">
              <a:rot lat="0" lon="0" rev="0"/>
            </a:camera>
            <a:lightRig rig="threePt" dir="tl"/>
          </a:scene3d>
          <a:sp3d>
            <a:bevelT w="25400" h="25400" prst="slope"/>
          </a:sp3d>
        </a:effectStyle>
      </a:effectStyleLst>
      <a:bgFillStyleLst>
        <a:solidFill>
          <a:schemeClr val="phClr"/>
        </a:solidFill>
        <a:gradFill rotWithShape="1">
          <a:gsLst>
            <a:gs pos="0">
              <a:schemeClr val="phClr">
                <a:tint val="90000"/>
                <a:lumMod val="110000"/>
              </a:schemeClr>
            </a:gs>
            <a:gs pos="100000">
              <a:schemeClr val="phClr">
                <a:shade val="64000"/>
                <a:lumMod val="98000"/>
              </a:schemeClr>
            </a:gs>
          </a:gsLst>
          <a:lin ang="5400000" scaled="0"/>
        </a:gradFill>
        <a:blipFill rotWithShape="1">
          <a:blip xmlns:r="http://schemas.openxmlformats.org/officeDocument/2006/relationships" r:embed="rId1">
            <a:duotone>
              <a:schemeClr val="phClr">
                <a:shade val="28000"/>
                <a:satMod val="94000"/>
                <a:lumMod val="20000"/>
              </a:schemeClr>
              <a:schemeClr val="phClr">
                <a:tint val="94000"/>
                <a:shade val="84000"/>
                <a:satMod val="148000"/>
                <a:lumMod val="114000"/>
              </a:schemeClr>
            </a:duotone>
          </a:blip>
          <a:stretch/>
        </a:blipFill>
      </a:bgFillStyleLst>
    </a:fmtScheme>
  </a:themeElements>
  <a:objectDefaults/>
  <a:extraClrSchemeLst/>
  <a:extLst>
    <a:ext uri="{05A4C25C-085E-4340-85A3-A5531E510DB2}">
      <thm15:themeFamily xmlns:thm15="http://schemas.microsoft.com/office/thememl/2012/main" name="Mesh" id="{789EC3FE-34FD-429C-9918-760025E6C145}" vid="{B8BE45C0-8141-4D58-8C71-A009BC26FBBB}"/>
    </a:ext>
  </a:extLst>
</a:theme>
</file>

<file path=ppt/theme/theme2.xml><?xml version="1.0" encoding="utf-8"?>
<a:theme xmlns:a="http://schemas.openxmlformats.org/drawingml/2006/main" name="Office 테마">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Mesh</Template>
  <TotalTime>53939</TotalTime>
  <Words>8241</Words>
  <Application>Microsoft Macintosh PowerPoint</Application>
  <PresentationFormat>사용자 지정</PresentationFormat>
  <Paragraphs>2002</Paragraphs>
  <Slides>46</Slides>
  <Notes>45</Notes>
  <HiddenSlides>0</HiddenSlides>
  <MMClips>0</MMClips>
  <ScaleCrop>false</ScaleCrop>
  <HeadingPairs>
    <vt:vector size="6" baseType="variant">
      <vt:variant>
        <vt:lpstr>사용한 글꼴</vt:lpstr>
      </vt:variant>
      <vt:variant>
        <vt:i4>7</vt:i4>
      </vt:variant>
      <vt:variant>
        <vt:lpstr>테마</vt:lpstr>
      </vt:variant>
      <vt:variant>
        <vt:i4>1</vt:i4>
      </vt:variant>
      <vt:variant>
        <vt:lpstr>슬라이드 제목</vt:lpstr>
      </vt:variant>
      <vt:variant>
        <vt:i4>46</vt:i4>
      </vt:variant>
    </vt:vector>
  </HeadingPairs>
  <TitlesOfParts>
    <vt:vector size="54" baseType="lpstr">
      <vt:lpstr>Century Gothic</vt:lpstr>
      <vt:lpstr>Calibri</vt:lpstr>
      <vt:lpstr>Cambria Math</vt:lpstr>
      <vt:lpstr>Britannic Bold</vt:lpstr>
      <vt:lpstr>Gulim</vt:lpstr>
      <vt:lpstr>Helvetica Neue</vt:lpstr>
      <vt:lpstr>Arial</vt:lpstr>
      <vt:lpstr>그물</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cho deukhyeon</dc:creator>
  <cp:lastModifiedBy>deukhyeon cho</cp:lastModifiedBy>
  <cp:revision>414</cp:revision>
  <dcterms:created xsi:type="dcterms:W3CDTF">2022-05-17T08:00:10Z</dcterms:created>
  <dcterms:modified xsi:type="dcterms:W3CDTF">2025-02-17T12:03:37Z</dcterms:modified>
</cp:coreProperties>
</file>