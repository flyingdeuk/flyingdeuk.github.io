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440" r:id="rId24"/>
    <p:sldId id="441" r:id="rId25"/>
    <p:sldId id="273" r:id="rId26"/>
    <p:sldId id="274" r:id="rId27"/>
    <p:sldId id="275" r:id="rId28"/>
    <p:sldId id="276" r:id="rId29"/>
    <p:sldId id="279" r:id="rId30"/>
    <p:sldId id="280" r:id="rId31"/>
    <p:sldId id="340" r:id="rId32"/>
    <p:sldId id="341" r:id="rId33"/>
    <p:sldId id="377" r:id="rId34"/>
    <p:sldId id="379" r:id="rId35"/>
    <p:sldId id="308" r:id="rId36"/>
    <p:sldId id="314" r:id="rId37"/>
    <p:sldId id="309" r:id="rId38"/>
    <p:sldId id="389" r:id="rId39"/>
    <p:sldId id="390" r:id="rId40"/>
    <p:sldId id="442" r:id="rId41"/>
    <p:sldId id="443" r:id="rId42"/>
    <p:sldId id="447" r:id="rId43"/>
    <p:sldId id="448" r:id="rId44"/>
    <p:sldId id="449" r:id="rId45"/>
    <p:sldId id="450"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Cambria Math" panose="02040503050406030204" pitchFamily="18" charset="0"/>
      <p:regular r:id="rId76"/>
    </p:embeddedFont>
    <p:embeddedFont>
      <p:font typeface="Century Gothic" panose="020B0502020202020204" pitchFamily="34" charset="0"/>
      <p:regular r:id="rId77"/>
      <p:bold r:id="rId78"/>
      <p:italic r:id="rId79"/>
      <p:boldItalic r:id="rId80"/>
    </p:embeddedFont>
    <p:embeddedFont>
      <p:font typeface="Helvetica Neue" panose="02000503000000020004" pitchFamily="2" charset="0"/>
      <p:regular r:id="rId81"/>
      <p:bold r:id="rId82"/>
      <p:italic r:id="rId83"/>
      <p:boldItalic r:id="rId84"/>
    </p:embeddedFont>
    <p:embeddedFont>
      <p:font typeface="Lato" panose="020F0502020204030203" pitchFamily="34" charset="0"/>
      <p:regular r:id="rId85"/>
      <p:bold r:id="rId86"/>
      <p:italic r:id="rId87"/>
      <p:boldItalic r:id="rId8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1447"/>
    <p:restoredTop sz="96966"/>
  </p:normalViewPr>
  <p:slideViewPr>
    <p:cSldViewPr snapToGrid="0" showGuides="1">
      <p:cViewPr varScale="1">
        <p:scale>
          <a:sx n="193" d="100"/>
          <a:sy n="193" d="100"/>
        </p:scale>
        <p:origin x="1216"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11" Type="http://schemas.openxmlformats.org/officeDocument/2006/relationships/slide" Target="slide31.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4.jpe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image" Target="../media/image19.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23</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74822360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18854649"/>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2974557"/>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93FBED8-D3FC-A8E4-2321-498BAA2052D1}"/>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427633445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10F9FA3-CD4C-CA7D-03DC-44AC211A0ECA}"/>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274961686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83018704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247787846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784403"/>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1803564114"/>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 STAR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377540254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784403"/>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11247045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45841598"/>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p>
                      <a:endParaRPr lang="ko-Kore-KR" altLang="en-US" sz="800"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809679394"/>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 UTC+10, TL 110, </a:t>
                      </a:r>
                      <a:r>
                        <a:rPr lang="en-US" sz="800" b="0" dirty="0">
                          <a:solidFill>
                            <a:srgbClr val="00B0F0"/>
                          </a:solidFill>
                        </a:rPr>
                        <a:t>Ref ALT A/P VBCG LD WT</a:t>
                      </a: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56784</TotalTime>
  <Words>15339</Words>
  <Application>Microsoft Macintosh PowerPoint</Application>
  <PresentationFormat>사용자 지정</PresentationFormat>
  <Paragraphs>3336</Paragraphs>
  <Slides>73</Slides>
  <Notes>72</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73</vt:i4>
      </vt:variant>
    </vt:vector>
  </HeadingPairs>
  <TitlesOfParts>
    <vt:vector size="82" baseType="lpstr">
      <vt:lpstr>Century Gothic</vt:lpstr>
      <vt:lpstr>Helvetica Neue</vt:lpstr>
      <vt:lpstr>Calibri</vt:lpstr>
      <vt:lpstr>Cambria Math</vt:lpstr>
      <vt:lpstr>Britannic Bold</vt:lpstr>
      <vt:lpstr>Lato</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459</cp:revision>
  <dcterms:created xsi:type="dcterms:W3CDTF">2022-05-17T08:00:10Z</dcterms:created>
  <dcterms:modified xsi:type="dcterms:W3CDTF">2025-03-23T01:13:01Z</dcterms:modified>
</cp:coreProperties>
</file>