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1" r:id="rId53"/>
    <p:sldId id="436" r:id="rId54"/>
    <p:sldId id="376" r:id="rId55"/>
    <p:sldId id="434" r:id="rId56"/>
    <p:sldId id="437" r:id="rId57"/>
    <p:sldId id="439" r:id="rId58"/>
    <p:sldId id="438" r:id="rId59"/>
    <p:sldId id="444" r:id="rId60"/>
    <p:sldId id="445" r:id="rId61"/>
    <p:sldId id="446" r:id="rId62"/>
    <p:sldId id="422" r:id="rId63"/>
    <p:sldId id="385" r:id="rId64"/>
    <p:sldId id="365" r:id="rId65"/>
    <p:sldId id="366" r:id="rId66"/>
    <p:sldId id="423" r:id="rId67"/>
    <p:sldId id="384" r:id="rId68"/>
    <p:sldId id="283" r:id="rId69"/>
    <p:sldId id="286" r:id="rId70"/>
    <p:sldId id="428" r:id="rId71"/>
    <p:sldId id="288" r:id="rId72"/>
    <p:sldId id="289" r:id="rId73"/>
    <p:sldId id="290" r:id="rId74"/>
    <p:sldId id="424" r:id="rId75"/>
    <p:sldId id="302" r:id="rId76"/>
    <p:sldId id="303" r:id="rId77"/>
    <p:sldId id="426" r:id="rId78"/>
    <p:sldId id="427" r:id="rId79"/>
    <p:sldId id="430" r:id="rId80"/>
    <p:sldId id="281" r:id="rId81"/>
  </p:sldIdLst>
  <p:sldSz cx="2328863" cy="5572125"/>
  <p:notesSz cx="6858000" cy="9144000"/>
  <p:embeddedFontLst>
    <p:embeddedFont>
      <p:font typeface="맑은 고딕" panose="020B0503020000020004" pitchFamily="34" charset="-127"/>
      <p:regular r:id="rId83"/>
      <p:bold r:id="rId84"/>
    </p:embeddedFont>
    <p:embeddedFont>
      <p:font typeface="Cambria Math" panose="02040503050406030204" pitchFamily="18" charset="0"/>
      <p:regular r:id="rId85"/>
    </p:embeddedFont>
    <p:embeddedFont>
      <p:font typeface="Century Gothic" panose="020B0502020202020204" pitchFamily="34" charset="0"/>
      <p:regular r:id="rId86"/>
      <p:bold r:id="rId87"/>
      <p:italic r:id="rId88"/>
      <p:boldItalic r:id="rId89"/>
    </p:embeddedFont>
    <p:embeddedFont>
      <p:font typeface="Helvetica Neue" panose="02000503000000020004" pitchFamily="2" charset="0"/>
      <p:regular r:id="rId90"/>
      <p:bold r:id="rId91"/>
      <p:italic r:id="rId92"/>
      <p:boldItalic r:id="rId93"/>
    </p:embeddedFont>
    <p:embeddedFont>
      <p:font typeface="Lato" panose="020F0502020204030203" pitchFamily="34" charset="0"/>
      <p:regular r:id="rId94"/>
      <p:bold r:id="rId95"/>
      <p:italic r:id="rId96"/>
      <p:boldItalic r:id="rId9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08"/>
    <p:restoredTop sz="96966"/>
  </p:normalViewPr>
  <p:slideViewPr>
    <p:cSldViewPr snapToGrid="0" showGuides="1">
      <p:cViewPr varScale="1">
        <p:scale>
          <a:sx n="193" d="100"/>
          <a:sy n="193" d="100"/>
        </p:scale>
        <p:origin x="5328"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2.fntdata"/><Relationship Id="rId89" Type="http://schemas.openxmlformats.org/officeDocument/2006/relationships/font" Target="fonts/font7.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8.fntdata"/><Relationship Id="rId95"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1.fntdata"/><Relationship Id="rId88" Type="http://schemas.openxmlformats.org/officeDocument/2006/relationships/font" Target="fonts/font6.fntdata"/><Relationship Id="rId91" Type="http://schemas.openxmlformats.org/officeDocument/2006/relationships/font" Target="fonts/font9.fntdata"/><Relationship Id="rId96"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4.fntdata"/><Relationship Id="rId94" Type="http://schemas.openxmlformats.org/officeDocument/2006/relationships/font" Target="fonts/font1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1.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7.xml"/><Relationship Id="rId18" Type="http://schemas.openxmlformats.org/officeDocument/2006/relationships/slide" Target="slide78.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4.xml"/><Relationship Id="rId17" Type="http://schemas.openxmlformats.org/officeDocument/2006/relationships/slide" Target="slide77.xml"/><Relationship Id="rId2" Type="http://schemas.openxmlformats.org/officeDocument/2006/relationships/notesSlide" Target="../notesSlides/notesSlide1.xml"/><Relationship Id="rId16" Type="http://schemas.openxmlformats.org/officeDocument/2006/relationships/slide" Target="slide7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3.xml"/><Relationship Id="rId5" Type="http://schemas.openxmlformats.org/officeDocument/2006/relationships/slide" Target="slide7.xml"/><Relationship Id="rId15" Type="http://schemas.openxmlformats.org/officeDocument/2006/relationships/slide" Target="slide71.xml"/><Relationship Id="rId10" Type="http://schemas.openxmlformats.org/officeDocument/2006/relationships/slide" Target="slide62.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9.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53.xml"/><Relationship Id="rId7" Type="http://schemas.openxmlformats.org/officeDocument/2006/relationships/slide" Target="slide5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56.xml"/><Relationship Id="rId4" Type="http://schemas.openxmlformats.org/officeDocument/2006/relationships/slide" Target="slide55.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5.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5.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5.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5.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 Target="slide69.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69.xml"/></Relationships>
</file>

<file path=ppt/slides/_rels/slide7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a:t>
            </a:r>
            <a:r>
              <a:rPr lang="en-US" sz="1100" b="1">
                <a:solidFill>
                  <a:srgbClr val="0070C0"/>
                </a:solidFill>
                <a:latin typeface="Calibri"/>
                <a:ea typeface="Calibri"/>
                <a:cs typeface="Calibri"/>
                <a:sym typeface="Calibri"/>
              </a:rPr>
              <a:t>25.5.2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1793414785"/>
              </p:ext>
            </p:extLst>
          </p:nvPr>
        </p:nvGraphicFramePr>
        <p:xfrm>
          <a:off x="-4046" y="695768"/>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Report RWY, </a:t>
                      </a:r>
                      <a:r>
                        <a:rPr lang="en-US" sz="800" u="none" strike="noStrike" cap="none" dirty="0" err="1">
                          <a:solidFill>
                            <a:srgbClr val="FFC000"/>
                          </a:solidFill>
                        </a:rPr>
                        <a:t>ini</a:t>
                      </a:r>
                      <a:r>
                        <a:rPr lang="en-US" sz="800" u="none" strike="noStrike" cap="none" dirty="0">
                          <a:solidFill>
                            <a:srgbClr val="FFC000"/>
                          </a:solidFill>
                        </a:rPr>
                        <a:t> ALT to ATC</a:t>
                      </a:r>
                    </a:p>
                    <a:p>
                      <a:pPr marL="0" marR="0" lvl="0" indent="0" algn="ctr" rtl="0">
                        <a:spcBef>
                          <a:spcPts val="0"/>
                        </a:spcBef>
                        <a:spcAft>
                          <a:spcPts val="0"/>
                        </a:spcAft>
                        <a:buNone/>
                      </a:pPr>
                      <a:r>
                        <a:rPr lang="en-US" sz="800" u="none" strike="noStrike" cap="none" dirty="0">
                          <a:solidFill>
                            <a:srgbClr val="FFC000"/>
                          </a:solidFill>
                        </a:rPr>
                        <a:t>Report Ready for P/B by ATIS(CLR)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a:t>
                      </a:r>
                      <a:endParaRPr lang="ko-Kore-KR"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4214274383"/>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Report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93335866"/>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2122357807"/>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10908"/>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1572689946"/>
              </p:ext>
            </p:extLst>
          </p:nvPr>
        </p:nvGraphicFramePr>
        <p:xfrm>
          <a:off x="-2500" y="3901580"/>
          <a:ext cx="2328849" cy="165861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0"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285222840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4">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C0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3687450102"/>
              </p:ext>
            </p:extLst>
          </p:nvPr>
        </p:nvGraphicFramePr>
        <p:xfrm>
          <a:off x="-11023" y="643000"/>
          <a:ext cx="2331950" cy="142681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03841188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3">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DCL -5min,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63730" y="2108963"/>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2084636"/>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62564</TotalTime>
  <Words>17841</Words>
  <Application>Microsoft Macintosh PowerPoint</Application>
  <PresentationFormat>사용자 지정</PresentationFormat>
  <Paragraphs>3991</Paragraphs>
  <Slides>80</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80</vt:i4>
      </vt:variant>
    </vt:vector>
  </HeadingPairs>
  <TitlesOfParts>
    <vt:vector size="90" baseType="lpstr">
      <vt:lpstr>Arial</vt:lpstr>
      <vt:lpstr>Helvetica Neue</vt:lpstr>
      <vt:lpstr>Lato</vt:lpstr>
      <vt:lpstr>Century Gothic</vt:lpstr>
      <vt:lpstr>Calibri</vt:lpstr>
      <vt:lpstr>Cambria Math</vt:lpstr>
      <vt:lpstr>Britannic Bold</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507</cp:revision>
  <dcterms:created xsi:type="dcterms:W3CDTF">2022-05-17T08:00:10Z</dcterms:created>
  <dcterms:modified xsi:type="dcterms:W3CDTF">2025-05-02T10:01:10Z</dcterms:modified>
</cp:coreProperties>
</file>