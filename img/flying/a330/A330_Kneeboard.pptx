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897"/>
    <p:restoredTop sz="96966"/>
  </p:normalViewPr>
  <p:slideViewPr>
    <p:cSldViewPr snapToGrid="0" showGuides="1">
      <p:cViewPr>
        <p:scale>
          <a:sx n="209" d="100"/>
          <a:sy n="209" d="100"/>
        </p:scale>
        <p:origin x="1040" y="-112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8</a:t>
            </a:r>
            <a:r>
              <a:rPr lang="en-US" sz="1100" b="1" dirty="0">
                <a:solidFill>
                  <a:srgbClr val="0070C0"/>
                </a:solidFill>
                <a:latin typeface="Calibri"/>
                <a:ea typeface="Calibri"/>
                <a:cs typeface="Calibri"/>
                <a:sym typeface="Calibri"/>
              </a:rPr>
              <a:t>.</a:t>
            </a:r>
            <a:r>
              <a:rPr lang="en-US" altLang="ko-KR" sz="1100" b="1" dirty="0">
                <a:solidFill>
                  <a:srgbClr val="0070C0"/>
                </a:solidFill>
                <a:latin typeface="Calibri"/>
                <a:ea typeface="Calibri"/>
                <a:cs typeface="Calibri"/>
                <a:sym typeface="Calibri"/>
              </a:rPr>
              <a:t>13</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2117887"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PEK 133.025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74591</TotalTime>
  <Words>22821</Words>
  <Application>Microsoft Macintosh PowerPoint</Application>
  <PresentationFormat>사용자 지정</PresentationFormat>
  <Paragraphs>5365</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Century Gothic</vt:lpstr>
      <vt:lpstr>Calibri</vt:lpstr>
      <vt:lpstr>Cambria Math</vt:lpstr>
      <vt:lpstr>Britannic Bold</vt:lpstr>
      <vt:lpstr>맑은 고딕</vt:lpstr>
      <vt:lpstr>Gulim</vt:lpstr>
      <vt:lpstr>Lato</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550</cp:revision>
  <dcterms:created xsi:type="dcterms:W3CDTF">2022-05-17T08:00:10Z</dcterms:created>
  <dcterms:modified xsi:type="dcterms:W3CDTF">2025-08-12T16:51:52Z</dcterms:modified>
</cp:coreProperties>
</file>