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8"/>
  </p:notesMasterIdLst>
  <p:sldIdLst>
    <p:sldId id="292" r:id="rId2"/>
    <p:sldId id="345" r:id="rId3"/>
    <p:sldId id="349" r:id="rId4"/>
    <p:sldId id="367" r:id="rId5"/>
    <p:sldId id="346" r:id="rId6"/>
    <p:sldId id="350" r:id="rId7"/>
    <p:sldId id="347" r:id="rId8"/>
    <p:sldId id="351" r:id="rId9"/>
    <p:sldId id="348" r:id="rId10"/>
    <p:sldId id="282" r:id="rId11"/>
    <p:sldId id="333" r:id="rId12"/>
    <p:sldId id="257" r:id="rId13"/>
    <p:sldId id="258" r:id="rId14"/>
    <p:sldId id="259" r:id="rId15"/>
    <p:sldId id="260" r:id="rId16"/>
    <p:sldId id="267" r:id="rId17"/>
    <p:sldId id="268" r:id="rId18"/>
    <p:sldId id="355" r:id="rId19"/>
    <p:sldId id="356" r:id="rId20"/>
    <p:sldId id="273" r:id="rId21"/>
    <p:sldId id="274" r:id="rId22"/>
    <p:sldId id="275" r:id="rId23"/>
    <p:sldId id="276" r:id="rId24"/>
    <p:sldId id="279" r:id="rId25"/>
    <p:sldId id="280" r:id="rId26"/>
    <p:sldId id="340" r:id="rId27"/>
    <p:sldId id="341" r:id="rId28"/>
    <p:sldId id="422" r:id="rId29"/>
    <p:sldId id="385" r:id="rId30"/>
    <p:sldId id="365" r:id="rId31"/>
    <p:sldId id="366" r:id="rId32"/>
    <p:sldId id="423" r:id="rId33"/>
    <p:sldId id="384" r:id="rId34"/>
    <p:sldId id="283" r:id="rId35"/>
    <p:sldId id="286" r:id="rId36"/>
    <p:sldId id="428" r:id="rId37"/>
    <p:sldId id="288" r:id="rId38"/>
    <p:sldId id="289" r:id="rId39"/>
    <p:sldId id="290" r:id="rId40"/>
    <p:sldId id="424" r:id="rId41"/>
    <p:sldId id="302" r:id="rId42"/>
    <p:sldId id="303" r:id="rId43"/>
    <p:sldId id="426" r:id="rId44"/>
    <p:sldId id="427" r:id="rId45"/>
    <p:sldId id="430" r:id="rId46"/>
    <p:sldId id="281" r:id="rId47"/>
  </p:sldIdLst>
  <p:sldSz cx="2328863" cy="5572125"/>
  <p:notesSz cx="6858000" cy="9144000"/>
  <p:embeddedFontLst>
    <p:embeddedFont>
      <p:font typeface="Cambria Math" panose="02040503050406030204" pitchFamily="18" charset="0"/>
      <p:regular r:id="rId49"/>
    </p:embeddedFont>
    <p:embeddedFont>
      <p:font typeface="Century Gothic" panose="020B0502020202020204" pitchFamily="34" charset="0"/>
      <p:regular r:id="rId50"/>
      <p:bold r:id="rId51"/>
      <p:italic r:id="rId52"/>
      <p:boldItalic r:id="rId53"/>
    </p:embeddedFont>
    <p:embeddedFont>
      <p:font typeface="Helvetica Neue" panose="02000503000000020004" pitchFamily="2" charset="0"/>
      <p:regular r:id="rId54"/>
      <p:bold r:id="rId55"/>
      <p:italic r:id="rId56"/>
      <p:boldItalic r:id="rId5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65"/>
    <p:restoredTop sz="94637"/>
  </p:normalViewPr>
  <p:slideViewPr>
    <p:cSldViewPr snapToGrid="0" showGuides="1">
      <p:cViewPr>
        <p:scale>
          <a:sx n="218" d="100"/>
          <a:sy n="218" d="100"/>
        </p:scale>
        <p:origin x="2784" y="-112"/>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font" Target="fonts/font2.fntdata"/><Relationship Id="rId55" Type="http://schemas.openxmlformats.org/officeDocument/2006/relationships/font" Target="fonts/font7.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17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font" Target="fonts/font3.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5.xml"/><Relationship Id="rId3" Type="http://schemas.openxmlformats.org/officeDocument/2006/relationships/slide" Target="slide2.xml"/><Relationship Id="rId7" Type="http://schemas.openxmlformats.org/officeDocument/2006/relationships/hyperlink" Target="https://flyingdeuk.github.io/posts/B737-kneeboard/" TargetMode="External"/><Relationship Id="rId12" Type="http://schemas.openxmlformats.org/officeDocument/2006/relationships/slide" Target="slide33.xml"/><Relationship Id="rId17" Type="http://schemas.openxmlformats.org/officeDocument/2006/relationships/slide" Target="slide44.xml"/><Relationship Id="rId2" Type="http://schemas.openxmlformats.org/officeDocument/2006/relationships/notesSlide" Target="../notesSlides/notesSlide1.xml"/><Relationship Id="rId16" Type="http://schemas.openxmlformats.org/officeDocument/2006/relationships/slide" Target="slide4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30.xml"/><Relationship Id="rId5" Type="http://schemas.openxmlformats.org/officeDocument/2006/relationships/slide" Target="slide7.xml"/><Relationship Id="rId15" Type="http://schemas.openxmlformats.org/officeDocument/2006/relationships/slide" Target="slide39.xml"/><Relationship Id="rId10" Type="http://schemas.openxmlformats.org/officeDocument/2006/relationships/slide" Target="slide29.xml"/><Relationship Id="rId4" Type="http://schemas.openxmlformats.org/officeDocument/2006/relationships/slide" Target="slide5.xml"/><Relationship Id="rId9" Type="http://schemas.openxmlformats.org/officeDocument/2006/relationships/slide" Target="slide28.xml"/><Relationship Id="rId14" Type="http://schemas.openxmlformats.org/officeDocument/2006/relationships/slide" Target="slide37.xml"/></Relationships>
</file>

<file path=ppt/slides/_rels/slide2.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slide" Target="slide12.xml"/><Relationship Id="rId7" Type="http://schemas.openxmlformats.org/officeDocument/2006/relationships/slide" Target="slide16.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5.xml"/><Relationship Id="rId5" Type="http://schemas.openxmlformats.org/officeDocument/2006/relationships/slide" Target="slide14.xml"/><Relationship Id="rId10" Type="http://schemas.openxmlformats.org/officeDocument/2006/relationships/slide" Target="slide19.xml"/><Relationship Id="rId4" Type="http://schemas.openxmlformats.org/officeDocument/2006/relationships/slide" Target="slide13.xml"/><Relationship Id="rId9" Type="http://schemas.openxmlformats.org/officeDocument/2006/relationships/slide" Target="slide18.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3.xml"/><Relationship Id="rId5" Type="http://schemas.openxmlformats.org/officeDocument/2006/relationships/slide" Target="slide22.xml"/><Relationship Id="rId10" Type="http://schemas.openxmlformats.org/officeDocument/2006/relationships/slide" Target="slide27.xml"/><Relationship Id="rId4" Type="http://schemas.openxmlformats.org/officeDocument/2006/relationships/slide" Target="slide21.xml"/><Relationship Id="rId9" Type="http://schemas.openxmlformats.org/officeDocument/2006/relationships/slide" Target="slide26.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4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41.xml"/><Relationship Id="rId9" Type="http://schemas.openxmlformats.org/officeDocument/2006/relationships/slide" Target="slide3.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slide" Target="slide41.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8.xml.rels><?xml version="1.0" encoding="UTF-8" standalone="yes"?>
<Relationships xmlns="http://schemas.openxmlformats.org/package/2006/relationships"><Relationship Id="rId3" Type="http://schemas.openxmlformats.org/officeDocument/2006/relationships/slide" Target="slide41.xm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 Target="slide35.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5.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794300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7"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25.2.15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8633629"/>
              </p:ext>
            </p:extLst>
          </p:nvPr>
        </p:nvGraphicFramePr>
        <p:xfrm>
          <a:off x="104230" y="114852"/>
          <a:ext cx="2115458" cy="4114077"/>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0849911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4241014981"/>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441613766"/>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109.0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905201653"/>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102748017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113.6</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2487107848"/>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1168151978"/>
              </p:ext>
            </p:extLst>
          </p:nvPr>
        </p:nvGraphicFramePr>
        <p:xfrm>
          <a:off x="-3340" y="3941493"/>
          <a:ext cx="2328850" cy="162073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113.8</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446130722"/>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4263331656"/>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113.6</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532354565"/>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1510911399"/>
              </p:ext>
            </p:extLst>
          </p:nvPr>
        </p:nvGraphicFramePr>
        <p:xfrm>
          <a:off x="-3340" y="3933668"/>
          <a:ext cx="2339140" cy="162073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113.8</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726047760"/>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22361636"/>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109.0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316291573"/>
              </p:ext>
            </p:extLst>
          </p:nvPr>
        </p:nvGraphicFramePr>
        <p:xfrm>
          <a:off x="4410" y="3887067"/>
          <a:ext cx="2328514" cy="166714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113.8</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2884137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481624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2709078256"/>
              </p:ext>
            </p:extLst>
          </p:nvPr>
        </p:nvGraphicFramePr>
        <p:xfrm>
          <a:off x="11589" y="3737188"/>
          <a:ext cx="2325975" cy="181465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endParaRPr lang="en-US" altLang="ko-Kore-KR" sz="600" b="0"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113.8 / WNG 112.9</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2953468343"/>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111.6</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1807FED8-19DC-287C-67F1-5201945FE40B}"/>
              </a:ext>
            </a:extLst>
          </p:cNvPr>
          <p:cNvGraphicFramePr/>
          <p:nvPr>
            <p:extLst>
              <p:ext uri="{D42A27DB-BD31-4B8C-83A1-F6EECF244321}">
                <p14:modId xmlns:p14="http://schemas.microsoft.com/office/powerpoint/2010/main" val="3267682542"/>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45601082"/>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1876131152"/>
              </p:ext>
            </p:extLst>
          </p:nvPr>
        </p:nvGraphicFramePr>
        <p:xfrm>
          <a:off x="-5861" y="3741929"/>
          <a:ext cx="2325975" cy="181465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endParaRPr lang="en-US" altLang="ko-Kore-KR" sz="600" b="0"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113.8 / WNG 112.9</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807248320"/>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1192011018"/>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2356943814"/>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117.9</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07866061"/>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4124257482"/>
              </p:ext>
            </p:extLst>
          </p:nvPr>
        </p:nvGraphicFramePr>
        <p:xfrm>
          <a:off x="6975" y="3757475"/>
          <a:ext cx="2325975" cy="181465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endParaRPr lang="en-US" altLang="ko-Kore-KR" sz="600" b="0"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solidFill>
                            <a:srgbClr val="0070C0"/>
                          </a:solidFill>
                        </a:rPr>
                        <a:t>NCN 113.8 / WNG 112.9</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78214447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886644392"/>
              </p:ext>
            </p:extLst>
          </p:nvPr>
        </p:nvGraphicFramePr>
        <p:xfrm>
          <a:off x="1596" y="3218980"/>
          <a:ext cx="2313550" cy="237433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112.2</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34R</a:t>
                      </a:r>
                      <a:r>
                        <a:rPr lang="en-US" altLang="ko-Kore-KR" sz="800" b="1" dirty="0">
                          <a:solidFill>
                            <a:srgbClr val="C00000"/>
                          </a:solidFill>
                        </a:rPr>
                        <a:t>(DIS)</a:t>
                      </a:r>
                      <a:r>
                        <a:rPr lang="en-US" altLang="ko-Kore-KR" sz="800" b="1" dirty="0">
                          <a:solidFill>
                            <a:schemeClr val="dk1"/>
                          </a:solidFill>
                        </a:rPr>
                        <a:t>:C10(5780),C11(7270)</a:t>
                      </a: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16L</a:t>
                      </a:r>
                      <a:r>
                        <a:rPr lang="en-US" altLang="ko-Kore-KR" sz="800" b="1" dirty="0">
                          <a:solidFill>
                            <a:srgbClr val="C00000"/>
                          </a:solidFill>
                        </a:rPr>
                        <a:t>(DIS)</a:t>
                      </a:r>
                      <a:r>
                        <a:rPr lang="en-US" altLang="ko-Kore-KR" sz="8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266794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8811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309;p20">
            <a:extLst>
              <a:ext uri="{FF2B5EF4-FFF2-40B4-BE49-F238E27FC236}">
                <a16:creationId xmlns:a16="http://schemas.microsoft.com/office/drawing/2014/main" id="{7AF94529-0EDC-6D66-BE0C-1745672CD0D3}"/>
              </a:ext>
            </a:extLst>
          </p:cNvPr>
          <p:cNvGraphicFramePr/>
          <p:nvPr>
            <p:extLst>
              <p:ext uri="{D42A27DB-BD31-4B8C-83A1-F6EECF244321}">
                <p14:modId xmlns:p14="http://schemas.microsoft.com/office/powerpoint/2010/main" val="3820361943"/>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65810851"/>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3688189164"/>
              </p:ext>
            </p:extLst>
          </p:nvPr>
        </p:nvGraphicFramePr>
        <p:xfrm>
          <a:off x="-5861" y="3748273"/>
          <a:ext cx="2325975" cy="181465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endParaRPr lang="en-US" altLang="ko-Kore-KR" sz="600" b="0"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solidFill>
                            <a:srgbClr val="0070C0"/>
                          </a:solidFill>
                        </a:rPr>
                        <a:t>NCN 113.8 / WNG 112.9</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2496006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178048224"/>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114.5 </a:t>
                      </a:r>
                      <a:r>
                        <a:rPr lang="en-US" altLang="ko-Kore-KR" sz="800" b="0" dirty="0">
                          <a:solidFill>
                            <a:srgbClr val="C0000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4122135990"/>
              </p:ext>
            </p:extLst>
          </p:nvPr>
        </p:nvGraphicFramePr>
        <p:xfrm>
          <a:off x="0" y="635155"/>
          <a:ext cx="2332925" cy="205926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53750">
                  <a:extLst>
                    <a:ext uri="{9D8B030D-6E8A-4147-A177-3AD203B41FA5}">
                      <a16:colId xmlns:a16="http://schemas.microsoft.com/office/drawing/2014/main" val="20004"/>
                    </a:ext>
                  </a:extLst>
                </a:gridCol>
                <a:gridCol w="134925">
                  <a:extLst>
                    <a:ext uri="{9D8B030D-6E8A-4147-A177-3AD203B41FA5}">
                      <a16:colId xmlns:a16="http://schemas.microsoft.com/office/drawing/2014/main" val="4082583789"/>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SPD230/x</a:t>
                      </a:r>
                      <a:endParaRPr sz="800" b="1"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28955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71633992"/>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673229">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6">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334794308"/>
              </p:ext>
            </p:extLst>
          </p:nvPr>
        </p:nvGraphicFramePr>
        <p:xfrm>
          <a:off x="5727" y="3745374"/>
          <a:ext cx="2325975" cy="181465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endParaRPr lang="en-US" altLang="ko-Kore-KR" sz="600" b="0"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solidFill>
                            <a:srgbClr val="0070C0"/>
                          </a:solidFill>
                        </a:rPr>
                        <a:t>NCN 113.8 / WNG 112.9</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4871168"/>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1823599447"/>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438 LBS/</a:t>
                      </a:r>
                      <a:r>
                        <a:rPr lang="en-US" sz="800" b="0" dirty="0" err="1">
                          <a:solidFill>
                            <a:srgbClr val="0070C0"/>
                          </a:solidFill>
                          <a:latin typeface="Arial" panose="020B0604020202020204" pitchFamily="34" charset="0"/>
                          <a:cs typeface="Arial" panose="020B0604020202020204" pitchFamily="34" charset="0"/>
                        </a:rPr>
                        <a:t>hr</a:t>
                      </a:r>
                      <a:r>
                        <a:rPr lang="en-US" sz="800" b="0" dirty="0">
                          <a:solidFill>
                            <a:srgbClr val="0070C0"/>
                          </a:solidFill>
                          <a:latin typeface="Arial" panose="020B0604020202020204" pitchFamily="34" charset="0"/>
                          <a:cs typeface="Arial" panose="020B0604020202020204" pitchFamily="34" charset="0"/>
                        </a:rPr>
                        <a:t> (BLOCK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0" dirty="0">
                          <a:solidFill>
                            <a:srgbClr val="0070C0"/>
                          </a:solidFill>
                          <a:latin typeface="Arial" panose="020B0604020202020204" pitchFamily="34" charset="0"/>
                          <a:cs typeface="Arial" panose="020B0604020202020204" pitchFamily="34" charset="0"/>
                        </a:rPr>
                        <a:t>286</a:t>
                      </a:r>
                      <a:r>
                        <a:rPr lang="ko-KR" altLang="en-US" sz="800" b="0" dirty="0">
                          <a:solidFill>
                            <a:srgbClr val="0070C0"/>
                          </a:solidFill>
                          <a:latin typeface="Arial" panose="020B0604020202020204" pitchFamily="34" charset="0"/>
                          <a:cs typeface="Arial" panose="020B0604020202020204" pitchFamily="34" charset="0"/>
                        </a:rPr>
                        <a:t> </a:t>
                      </a:r>
                      <a:r>
                        <a:rPr lang="en-US" sz="800" b="0" dirty="0">
                          <a:solidFill>
                            <a:srgbClr val="0070C0"/>
                          </a:solidFill>
                          <a:latin typeface="Arial" panose="020B0604020202020204" pitchFamily="34" charset="0"/>
                          <a:cs typeface="Arial" panose="020B0604020202020204" pitchFamily="34" charset="0"/>
                        </a:rPr>
                        <a:t>LBS/</a:t>
                      </a:r>
                      <a:r>
                        <a:rPr lang="en-US" sz="800" b="0" dirty="0" err="1">
                          <a:solidFill>
                            <a:srgbClr val="0070C0"/>
                          </a:solidFill>
                          <a:latin typeface="Arial" panose="020B0604020202020204" pitchFamily="34" charset="0"/>
                          <a:cs typeface="Arial" panose="020B0604020202020204" pitchFamily="34" charset="0"/>
                        </a:rPr>
                        <a:t>hr</a:t>
                      </a:r>
                      <a:endParaRPr lang="en-US" sz="800" b="0" dirty="0">
                        <a:solidFill>
                          <a:srgbClr val="0070C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a:t>
                      </a:r>
                      <a:r>
                        <a:rPr lang="en-US" altLang="ko-Kore-KR" sz="800" b="0" i="0" u="none" strike="noStrike" cap="none" dirty="0" err="1">
                          <a:solidFill>
                            <a:srgbClr val="0070C0"/>
                          </a:solidFill>
                          <a:latin typeface="Arial" panose="020B0604020202020204" pitchFamily="34" charset="0"/>
                          <a:ea typeface="Calibri"/>
                          <a:cs typeface="Arial" panose="020B0604020202020204" pitchFamily="34" charset="0"/>
                          <a:sym typeface="Arial"/>
                        </a:rPr>
                        <a:t>hr</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55 LBS/</a:t>
                      </a:r>
                      <a:r>
                        <a:rPr lang="en-US" altLang="ko-KR" sz="800" b="0" i="0" u="none" strike="noStrike" cap="none" dirty="0" err="1">
                          <a:solidFill>
                            <a:srgbClr val="0070C0"/>
                          </a:solidFill>
                          <a:latin typeface="Arial" panose="020B0604020202020204" pitchFamily="34" charset="0"/>
                          <a:ea typeface="Calibri"/>
                          <a:cs typeface="Arial" panose="020B0604020202020204" pitchFamily="34" charset="0"/>
                          <a:sym typeface="Arial"/>
                        </a:rPr>
                        <a:t>hr</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1000ft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200LBS (Actual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App + L/D)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729410845"/>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rgbClr val="0070C0"/>
                          </a:solidFill>
                          <a:latin typeface="Calibri" panose="020F0502020204030204" pitchFamily="34" charset="0"/>
                          <a:ea typeface="+mn-ea"/>
                          <a:cs typeface="Calibri" panose="020F0502020204030204" pitchFamily="34" charset="0"/>
                        </a:rPr>
                        <a:t>Tail</a:t>
                      </a:r>
                      <a:r>
                        <a:rPr lang="ko-KR" altLang="en-US" sz="900" b="1" dirty="0">
                          <a:solidFill>
                            <a:srgbClr val="0070C0"/>
                          </a:solidFill>
                          <a:latin typeface="Calibri" panose="020F0502020204030204" pitchFamily="34" charset="0"/>
                          <a:ea typeface="+mn-ea"/>
                          <a:cs typeface="Calibri" panose="020F0502020204030204" pitchFamily="34" charset="0"/>
                        </a:rPr>
                        <a:t> </a:t>
                      </a:r>
                      <a:r>
                        <a:rPr lang="en-US" altLang="ko-KR" sz="900" b="1" dirty="0">
                          <a:solidFill>
                            <a:srgbClr val="0070C0"/>
                          </a:solidFill>
                          <a:latin typeface="Calibri" panose="020F0502020204030204" pitchFamily="34" charset="0"/>
                          <a:ea typeface="+mn-ea"/>
                          <a:cs typeface="Calibri" panose="020F0502020204030204" pitchFamily="34" charset="0"/>
                        </a:rPr>
                        <a:t>Tank</a:t>
                      </a:r>
                      <a:r>
                        <a:rPr lang="ko-KR" altLang="en-US" sz="900" b="1" dirty="0">
                          <a:solidFill>
                            <a:srgbClr val="0070C0"/>
                          </a:solidFill>
                          <a:latin typeface="Calibri" panose="020F0502020204030204" pitchFamily="34" charset="0"/>
                          <a:ea typeface="+mn-ea"/>
                          <a:cs typeface="Calibri" panose="020F0502020204030204" pitchFamily="34" charset="0"/>
                        </a:rPr>
                        <a:t> </a:t>
                      </a:r>
                      <a:r>
                        <a:rPr lang="en-US" altLang="ko-KR" sz="900" b="1" dirty="0">
                          <a:solidFill>
                            <a:srgbClr val="0070C0"/>
                          </a:solidFill>
                          <a:latin typeface="Calibri" panose="020F0502020204030204" pitchFamily="34" charset="0"/>
                          <a:ea typeface="+mn-ea"/>
                          <a:cs typeface="Calibri" panose="020F0502020204030204" pitchFamily="34" charset="0"/>
                        </a:rPr>
                        <a:t>:</a:t>
                      </a:r>
                      <a:r>
                        <a:rPr lang="ko-KR" altLang="en-US" sz="900" b="1" dirty="0">
                          <a:solidFill>
                            <a:srgbClr val="0070C0"/>
                          </a:solidFill>
                          <a:latin typeface="Calibri" panose="020F0502020204030204" pitchFamily="34" charset="0"/>
                          <a:ea typeface="+mn-ea"/>
                          <a:cs typeface="Calibri" panose="020F0502020204030204" pitchFamily="34" charset="0"/>
                        </a:rPr>
                        <a:t> </a:t>
                      </a:r>
                      <a:endParaRPr lang="en-US" altLang="ko-KR" sz="900" b="1"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rgbClr val="0070C0"/>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54476</TotalTime>
  <Words>8308</Words>
  <Application>Microsoft Macintosh PowerPoint</Application>
  <PresentationFormat>사용자 지정</PresentationFormat>
  <Paragraphs>2034</Paragraphs>
  <Slides>46</Slides>
  <Notes>45</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46</vt:i4>
      </vt:variant>
    </vt:vector>
  </HeadingPairs>
  <TitlesOfParts>
    <vt:vector size="54" baseType="lpstr">
      <vt:lpstr>Century Gothic</vt:lpstr>
      <vt:lpstr>Calibri</vt:lpstr>
      <vt:lpstr>Cambria Math</vt:lpstr>
      <vt:lpstr>Britannic Bold</vt:lpstr>
      <vt:lpstr>Gulim</vt:lpstr>
      <vt:lpstr>Arial</vt:lpstr>
      <vt:lpstr>Helvetica Neue</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417</cp:revision>
  <dcterms:created xsi:type="dcterms:W3CDTF">2022-05-17T08:00:10Z</dcterms:created>
  <dcterms:modified xsi:type="dcterms:W3CDTF">2025-02-18T10:12:38Z</dcterms:modified>
</cp:coreProperties>
</file>