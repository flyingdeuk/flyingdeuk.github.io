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5"/>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41" r:id="rId23"/>
    <p:sldId id="273" r:id="rId24"/>
    <p:sldId id="274" r:id="rId25"/>
    <p:sldId id="275" r:id="rId26"/>
    <p:sldId id="276" r:id="rId27"/>
    <p:sldId id="279" r:id="rId28"/>
    <p:sldId id="280" r:id="rId29"/>
    <p:sldId id="340" r:id="rId30"/>
    <p:sldId id="341" r:id="rId31"/>
    <p:sldId id="377" r:id="rId32"/>
    <p:sldId id="379" r:id="rId33"/>
    <p:sldId id="308" r:id="rId34"/>
    <p:sldId id="451" r:id="rId35"/>
    <p:sldId id="309" r:id="rId36"/>
    <p:sldId id="389" r:id="rId37"/>
    <p:sldId id="390" r:id="rId38"/>
    <p:sldId id="442" r:id="rId39"/>
    <p:sldId id="443" r:id="rId40"/>
    <p:sldId id="447" r:id="rId41"/>
    <p:sldId id="448" r:id="rId42"/>
    <p:sldId id="449" r:id="rId43"/>
    <p:sldId id="450" r:id="rId44"/>
    <p:sldId id="452" r:id="rId45"/>
    <p:sldId id="453" r:id="rId46"/>
    <p:sldId id="436" r:id="rId47"/>
    <p:sldId id="376" r:id="rId48"/>
    <p:sldId id="434" r:id="rId49"/>
    <p:sldId id="437" r:id="rId50"/>
    <p:sldId id="439" r:id="rId51"/>
    <p:sldId id="438" r:id="rId52"/>
    <p:sldId id="444" r:id="rId53"/>
    <p:sldId id="445" r:id="rId54"/>
    <p:sldId id="446" r:id="rId55"/>
    <p:sldId id="422" r:id="rId56"/>
    <p:sldId id="385" r:id="rId57"/>
    <p:sldId id="365" r:id="rId58"/>
    <p:sldId id="366" r:id="rId59"/>
    <p:sldId id="423" r:id="rId60"/>
    <p:sldId id="384" r:id="rId61"/>
    <p:sldId id="283" r:id="rId62"/>
    <p:sldId id="286" r:id="rId63"/>
    <p:sldId id="428" r:id="rId64"/>
    <p:sldId id="288" r:id="rId65"/>
    <p:sldId id="289" r:id="rId66"/>
    <p:sldId id="290" r:id="rId67"/>
    <p:sldId id="424" r:id="rId68"/>
    <p:sldId id="302" r:id="rId69"/>
    <p:sldId id="303" r:id="rId70"/>
    <p:sldId id="426" r:id="rId71"/>
    <p:sldId id="427" r:id="rId72"/>
    <p:sldId id="430" r:id="rId73"/>
    <p:sldId id="281" r:id="rId74"/>
  </p:sldIdLst>
  <p:sldSz cx="2328863" cy="5572125"/>
  <p:notesSz cx="6858000" cy="9144000"/>
  <p:embeddedFontLst>
    <p:embeddedFont>
      <p:font typeface="맑은 고딕" panose="020B0503020000020004" pitchFamily="34" charset="-127"/>
      <p:regular r:id="rId76"/>
      <p:bold r:id="rId77"/>
    </p:embeddedFont>
    <p:embeddedFont>
      <p:font typeface="Cambria Math" panose="02040503050406030204" pitchFamily="18" charset="0"/>
      <p:regular r:id="rId78"/>
    </p:embeddedFont>
    <p:embeddedFont>
      <p:font typeface="Century Gothic" panose="020B0502020202020204" pitchFamily="34" charset="0"/>
      <p:regular r:id="rId79"/>
      <p:bold r:id="rId80"/>
      <p:italic r:id="rId81"/>
      <p:boldItalic r:id="rId82"/>
    </p:embeddedFont>
    <p:embeddedFont>
      <p:font typeface="Helvetica Neue" panose="02000503000000020004" pitchFamily="2" charset="0"/>
      <p:regular r:id="rId83"/>
      <p:bold r:id="rId84"/>
      <p:italic r:id="rId85"/>
      <p:boldItalic r:id="rId86"/>
    </p:embeddedFont>
    <p:embeddedFont>
      <p:font typeface="Lato" panose="020F0502020204030203" pitchFamily="34" charset="0"/>
      <p:regular r:id="rId87"/>
      <p:bold r:id="rId88"/>
      <p:italic r:id="rId89"/>
      <p:boldItalic r:id="rId9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85"/>
    <p:restoredTop sz="96966"/>
  </p:normalViewPr>
  <p:slideViewPr>
    <p:cSldViewPr snapToGrid="0" showGuides="1">
      <p:cViewPr varScale="1">
        <p:scale>
          <a:sx n="193" d="100"/>
          <a:sy n="193" d="100"/>
        </p:scale>
        <p:origin x="1328"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9.fntdata"/><Relationship Id="rId89" Type="http://schemas.openxmlformats.org/officeDocument/2006/relationships/font" Target="fonts/font1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4.fntdata"/><Relationship Id="rId5" Type="http://schemas.openxmlformats.org/officeDocument/2006/relationships/slide" Target="slides/slide4.xml"/><Relationship Id="rId90" Type="http://schemas.openxmlformats.org/officeDocument/2006/relationships/font" Target="fonts/font15.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5.fntdata"/><Relationship Id="rId85" Type="http://schemas.openxmlformats.org/officeDocument/2006/relationships/font" Target="fonts/font10.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83" Type="http://schemas.openxmlformats.org/officeDocument/2006/relationships/font" Target="fonts/font8.fntdata"/><Relationship Id="rId88" Type="http://schemas.openxmlformats.org/officeDocument/2006/relationships/font" Target="fonts/font13.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3.fntdata"/><Relationship Id="rId81" Type="http://schemas.openxmlformats.org/officeDocument/2006/relationships/font" Target="fonts/font6.fntdata"/><Relationship Id="rId86" Type="http://schemas.openxmlformats.org/officeDocument/2006/relationships/font" Target="fonts/font11.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73</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0.xml"/><Relationship Id="rId18" Type="http://schemas.openxmlformats.org/officeDocument/2006/relationships/slide" Target="slide7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7.xml"/><Relationship Id="rId17" Type="http://schemas.openxmlformats.org/officeDocument/2006/relationships/slide" Target="slide70.xml"/><Relationship Id="rId2" Type="http://schemas.openxmlformats.org/officeDocument/2006/relationships/notesSlide" Target="../notesSlides/notesSlide1.xml"/><Relationship Id="rId16" Type="http://schemas.openxmlformats.org/officeDocument/2006/relationships/slide" Target="slide66.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6.xml"/><Relationship Id="rId5" Type="http://schemas.openxmlformats.org/officeDocument/2006/relationships/slide" Target="slide7.xml"/><Relationship Id="rId15" Type="http://schemas.openxmlformats.org/officeDocument/2006/relationships/slide" Target="slide64.xml"/><Relationship Id="rId10" Type="http://schemas.openxmlformats.org/officeDocument/2006/relationships/slide" Target="slide55.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2.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0.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29.xml"/><Relationship Id="rId5" Type="http://schemas.openxmlformats.org/officeDocument/2006/relationships/slide" Target="slide23.xml"/><Relationship Id="rId10" Type="http://schemas.openxmlformats.org/officeDocument/2006/relationships/slide" Target="slide28.xml"/><Relationship Id="rId4" Type="http://schemas.openxmlformats.org/officeDocument/2006/relationships/slide" Target="slide22.xml"/><Relationship Id="rId9" Type="http://schemas.openxmlformats.org/officeDocument/2006/relationships/slide" Target="slide27.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5.xml"/><Relationship Id="rId5" Type="http://schemas.openxmlformats.org/officeDocument/2006/relationships/slide" Target="slide33.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1.xml"/><Relationship Id="rId3" Type="http://schemas.openxmlformats.org/officeDocument/2006/relationships/slide" Target="slide36.xml"/><Relationship Id="rId7" Type="http://schemas.openxmlformats.org/officeDocument/2006/relationships/slide" Target="slide40.xml"/><Relationship Id="rId12" Type="http://schemas.openxmlformats.org/officeDocument/2006/relationships/slide" Target="slide45.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39.xml"/><Relationship Id="rId11" Type="http://schemas.openxmlformats.org/officeDocument/2006/relationships/slide" Target="slide44.xml"/><Relationship Id="rId5" Type="http://schemas.openxmlformats.org/officeDocument/2006/relationships/slide" Target="slide38.xml"/><Relationship Id="rId10" Type="http://schemas.openxmlformats.org/officeDocument/2006/relationships/slide" Target="slide43.xml"/><Relationship Id="rId4" Type="http://schemas.openxmlformats.org/officeDocument/2006/relationships/slide" Target="slide37.xml"/><Relationship Id="rId9" Type="http://schemas.openxmlformats.org/officeDocument/2006/relationships/slide" Target="slide4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4.xml"/><Relationship Id="rId3" Type="http://schemas.openxmlformats.org/officeDocument/2006/relationships/slide" Target="slide46.xml"/><Relationship Id="rId7" Type="http://schemas.openxmlformats.org/officeDocument/2006/relationships/slide" Target="slide52.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1.xml"/><Relationship Id="rId5" Type="http://schemas.openxmlformats.org/officeDocument/2006/relationships/slide" Target="slide49.xml"/><Relationship Id="rId4" Type="http://schemas.openxmlformats.org/officeDocument/2006/relationships/slide" Target="slide48.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68.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6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68.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S-GMP/"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2.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68.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3.jpe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slide" Target="slide62.xm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slide" Target="slide62.xml"/></Relationships>
</file>

<file path=ppt/slides/_rels/slide6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slide" Target="slide2.xml"/></Relationships>
</file>

<file path=ppt/slides/_rels/slide6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25.4.4</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368969762"/>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182766833"/>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79542984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61108</TotalTime>
  <Words>15825</Words>
  <Application>Microsoft Macintosh PowerPoint</Application>
  <PresentationFormat>사용자 지정</PresentationFormat>
  <Paragraphs>3501</Paragraphs>
  <Slides>73</Slides>
  <Notes>71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73</vt:i4>
      </vt:variant>
    </vt:vector>
  </HeadingPairs>
  <TitlesOfParts>
    <vt:vector size="83" baseType="lpstr">
      <vt:lpstr>Arial</vt:lpstr>
      <vt:lpstr>Lato</vt:lpstr>
      <vt:lpstr>Century Gothic</vt:lpstr>
      <vt:lpstr>Calibri</vt:lpstr>
      <vt:lpstr>Cambria Math</vt:lpstr>
      <vt:lpstr>Britannic Bold</vt:lpstr>
      <vt:lpstr>Helvetica Neue</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479</cp:revision>
  <dcterms:created xsi:type="dcterms:W3CDTF">2022-05-17T08:00:10Z</dcterms:created>
  <dcterms:modified xsi:type="dcterms:W3CDTF">2025-04-10T09:29:09Z</dcterms:modified>
</cp:coreProperties>
</file>