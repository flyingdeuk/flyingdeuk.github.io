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83"/>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457" r:id="rId39"/>
    <p:sldId id="458" r:id="rId40"/>
    <p:sldId id="459" r:id="rId41"/>
    <p:sldId id="389" r:id="rId42"/>
    <p:sldId id="390" r:id="rId43"/>
    <p:sldId id="442" r:id="rId44"/>
    <p:sldId id="443" r:id="rId45"/>
    <p:sldId id="447" r:id="rId46"/>
    <p:sldId id="448" r:id="rId47"/>
    <p:sldId id="449" r:id="rId48"/>
    <p:sldId id="450" r:id="rId49"/>
    <p:sldId id="452" r:id="rId50"/>
    <p:sldId id="453" r:id="rId51"/>
    <p:sldId id="460" r:id="rId52"/>
    <p:sldId id="462" r:id="rId53"/>
    <p:sldId id="461" r:id="rId54"/>
    <p:sldId id="436" r:id="rId55"/>
    <p:sldId id="376" r:id="rId56"/>
    <p:sldId id="434" r:id="rId57"/>
    <p:sldId id="437" r:id="rId58"/>
    <p:sldId id="439" r:id="rId59"/>
    <p:sldId id="438" r:id="rId60"/>
    <p:sldId id="444" r:id="rId61"/>
    <p:sldId id="445" r:id="rId62"/>
    <p:sldId id="446" r:id="rId63"/>
    <p:sldId id="422" r:id="rId64"/>
    <p:sldId id="385" r:id="rId65"/>
    <p:sldId id="365" r:id="rId66"/>
    <p:sldId id="366" r:id="rId67"/>
    <p:sldId id="423" r:id="rId68"/>
    <p:sldId id="384" r:id="rId69"/>
    <p:sldId id="283" r:id="rId70"/>
    <p:sldId id="286" r:id="rId71"/>
    <p:sldId id="428" r:id="rId72"/>
    <p:sldId id="288" r:id="rId73"/>
    <p:sldId id="289" r:id="rId74"/>
    <p:sldId id="290" r:id="rId75"/>
    <p:sldId id="424" r:id="rId76"/>
    <p:sldId id="302" r:id="rId77"/>
    <p:sldId id="303" r:id="rId78"/>
    <p:sldId id="426" r:id="rId79"/>
    <p:sldId id="427" r:id="rId80"/>
    <p:sldId id="430" r:id="rId81"/>
    <p:sldId id="281" r:id="rId82"/>
  </p:sldIdLst>
  <p:sldSz cx="2328863" cy="5572125"/>
  <p:notesSz cx="6858000" cy="9144000"/>
  <p:embeddedFontLst>
    <p:embeddedFont>
      <p:font typeface="맑은 고딕" panose="020B0503020000020004" pitchFamily="34" charset="-127"/>
      <p:regular r:id="rId84"/>
      <p:bold r:id="rId85"/>
    </p:embeddedFont>
    <p:embeddedFont>
      <p:font typeface="Cambria Math" panose="02040503050406030204" pitchFamily="18" charset="0"/>
      <p:regular r:id="rId86"/>
    </p:embeddedFont>
    <p:embeddedFont>
      <p:font typeface="Century Gothic" panose="020B0502020202020204" pitchFamily="34" charset="0"/>
      <p:regular r:id="rId87"/>
      <p:bold r:id="rId88"/>
      <p:italic r:id="rId89"/>
      <p:boldItalic r:id="rId90"/>
    </p:embeddedFont>
    <p:embeddedFont>
      <p:font typeface="Helvetica Neue" panose="02000503000000020004" pitchFamily="2" charset="0"/>
      <p:regular r:id="rId91"/>
      <p:bold r:id="rId92"/>
      <p:italic r:id="rId93"/>
      <p:boldItalic r:id="rId94"/>
    </p:embeddedFont>
    <p:embeddedFont>
      <p:font typeface="Lato" panose="020F0502020204030203" pitchFamily="34" charset="0"/>
      <p:regular r:id="rId95"/>
      <p:bold r:id="rId96"/>
      <p:italic r:id="rId97"/>
      <p:boldItalic r:id="rId9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22"/>
    <p:restoredTop sz="96966"/>
  </p:normalViewPr>
  <p:slideViewPr>
    <p:cSldViewPr snapToGrid="0" showGuides="1">
      <p:cViewPr varScale="1">
        <p:scale>
          <a:sx n="122" d="100"/>
          <a:sy n="122" d="100"/>
        </p:scale>
        <p:origin x="3760" y="19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1.fntdata"/><Relationship Id="rId89" Type="http://schemas.openxmlformats.org/officeDocument/2006/relationships/font" Target="fonts/font6.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7.fntdata"/><Relationship Id="rId95" Type="http://schemas.openxmlformats.org/officeDocument/2006/relationships/font" Target="fonts/font12.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2.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openxmlformats.org/officeDocument/2006/relationships/font" Target="fonts/font5.fntdata"/><Relationship Id="rId91" Type="http://schemas.openxmlformats.org/officeDocument/2006/relationships/font" Target="fonts/font8.fntdata"/><Relationship Id="rId96" Type="http://schemas.openxmlformats.org/officeDocument/2006/relationships/font" Target="fonts/font13.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3.fntdata"/><Relationship Id="rId94" Type="http://schemas.openxmlformats.org/officeDocument/2006/relationships/font" Target="fonts/font11.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9.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0.fntdata"/><Relationship Id="rId98" Type="http://schemas.openxmlformats.org/officeDocument/2006/relationships/font" Target="fonts/font15.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81</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8.xml"/><Relationship Id="rId18" Type="http://schemas.openxmlformats.org/officeDocument/2006/relationships/slide" Target="slide7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65.xml"/><Relationship Id="rId17" Type="http://schemas.openxmlformats.org/officeDocument/2006/relationships/slide" Target="slide78.xml"/><Relationship Id="rId2" Type="http://schemas.openxmlformats.org/officeDocument/2006/relationships/notesSlide" Target="../notesSlides/notesSlide1.xml"/><Relationship Id="rId16" Type="http://schemas.openxmlformats.org/officeDocument/2006/relationships/slide" Target="slide74.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64.xml"/><Relationship Id="rId5" Type="http://schemas.openxmlformats.org/officeDocument/2006/relationships/slide" Target="slide7.xml"/><Relationship Id="rId15" Type="http://schemas.openxmlformats.org/officeDocument/2006/relationships/slide" Target="slide72.xml"/><Relationship Id="rId10" Type="http://schemas.openxmlformats.org/officeDocument/2006/relationships/slide" Target="slide63.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70.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slide" Target="slide40.xml"/><Relationship Id="rId3" Type="http://schemas.openxmlformats.org/officeDocument/2006/relationships/slide" Target="slide33.xml"/><Relationship Id="rId7" Type="http://schemas.openxmlformats.org/officeDocument/2006/relationships/slide" Target="slide38.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1.xml"/><Relationship Id="rId3" Type="http://schemas.openxmlformats.org/officeDocument/2006/relationships/slide" Target="slide41.xml"/><Relationship Id="rId7" Type="http://schemas.openxmlformats.org/officeDocument/2006/relationships/slide" Target="slide45.xml"/><Relationship Id="rId12" Type="http://schemas.openxmlformats.org/officeDocument/2006/relationships/slide" Target="slide50.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49.xml"/><Relationship Id="rId5" Type="http://schemas.openxmlformats.org/officeDocument/2006/relationships/slide" Target="slide43.xml"/><Relationship Id="rId10" Type="http://schemas.openxmlformats.org/officeDocument/2006/relationships/slide" Target="slide48.xml"/><Relationship Id="rId4" Type="http://schemas.openxmlformats.org/officeDocument/2006/relationships/slide" Target="slide42.xml"/><Relationship Id="rId9" Type="http://schemas.openxmlformats.org/officeDocument/2006/relationships/slide" Target="slide47.xml"/><Relationship Id="rId14" Type="http://schemas.openxmlformats.org/officeDocument/2006/relationships/slide" Target="slide53.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62.xml"/><Relationship Id="rId3" Type="http://schemas.openxmlformats.org/officeDocument/2006/relationships/slide" Target="slide54.xml"/><Relationship Id="rId7" Type="http://schemas.openxmlformats.org/officeDocument/2006/relationships/slide" Target="slide6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9.xml"/><Relationship Id="rId5" Type="http://schemas.openxmlformats.org/officeDocument/2006/relationships/slide" Target="slide57.xml"/><Relationship Id="rId4" Type="http://schemas.openxmlformats.org/officeDocument/2006/relationships/slide" Target="slide56.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6.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6.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6.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HHH-WUH/" TargetMode="External"/></Relationships>
</file>

<file path=ppt/slides/_rels/slide39.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6.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CC-CNX/" TargetMode="External"/></Relationships>
</file>

<file path=ppt/slides/_rels/slide52.xml.rels><?xml version="1.0" encoding="UTF-8" standalone="yes"?>
<Relationships xmlns="http://schemas.openxmlformats.org/package/2006/relationships"><Relationship Id="rId2" Type="http://schemas.openxmlformats.org/officeDocument/2006/relationships/slide" Target="slide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VTCC-CNX/" TargetMode="External"/><Relationship Id="rId7" Type="http://schemas.openxmlformats.org/officeDocument/2006/relationships/image" Target="../media/image16.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slide" Target="slide70.xm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slide" Target="slide70.xml"/></Relationships>
</file>

<file path=ppt/slides/_rels/slide7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slide" Target="slide2.xml"/></Relationships>
</file>

<file path=ppt/slides/_rels/slide7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a:t>
            </a:r>
            <a:r>
              <a:rPr lang="en-US" sz="1100" b="1">
                <a:solidFill>
                  <a:srgbClr val="0070C0"/>
                </a:solidFill>
                <a:latin typeface="Calibri"/>
                <a:ea typeface="Calibri"/>
                <a:cs typeface="Calibri"/>
                <a:sym typeface="Calibri"/>
              </a:rPr>
              <a:t>25.5.2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2695525"/>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797223113"/>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2147856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F15CDE1-D575-0684-514D-3D2C43B532F4}"/>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52627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4430C1F2-A366-AE4B-704B-88A8D63C7B5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53554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6" name="직사각형 5">
            <a:hlinkClick r:id="" action="ppaction://hlinkshowjump?jump=firstslide"/>
            <a:extLst>
              <a:ext uri="{FF2B5EF4-FFF2-40B4-BE49-F238E27FC236}">
                <a16:creationId xmlns:a16="http://schemas.microsoft.com/office/drawing/2014/main" id="{76177BF0-E47C-5ECD-47D3-84D43B52C31D}"/>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93335866"/>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238366887"/>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569113"/>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260800B-E5C4-87BA-87D5-914E043C8502}"/>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369213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hlinkClick r:id="" action="ppaction://hlinkshowjump?jump=firstslide"/>
            <a:extLst>
              <a:ext uri="{FF2B5EF4-FFF2-40B4-BE49-F238E27FC236}">
                <a16:creationId xmlns:a16="http://schemas.microsoft.com/office/drawing/2014/main" id="{044F041F-9FBB-CFFF-7D45-50E354A79809}"/>
              </a:ext>
            </a:extLst>
          </p:cNvPr>
          <p:cNvSpPr/>
          <p:nvPr/>
        </p:nvSpPr>
        <p:spPr>
          <a:xfrm>
            <a:off x="688260" y="522382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011252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E58C6C7-BC1B-B8C0-F735-82C6B2CDD1F2}"/>
              </a:ext>
            </a:extLst>
          </p:cNvPr>
          <p:cNvSpPr/>
          <p:nvPr/>
        </p:nvSpPr>
        <p:spPr>
          <a:xfrm>
            <a:off x="1580903" y="316281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7"/>
          <a:stretch>
            <a:fillRect/>
          </a:stretch>
        </p:blipFill>
        <p:spPr>
          <a:xfrm>
            <a:off x="0" y="2210530"/>
            <a:ext cx="786984" cy="873769"/>
          </a:xfrm>
          <a:prstGeom prst="rect">
            <a:avLst/>
          </a:prstGeom>
        </p:spPr>
      </p:pic>
    </p:spTree>
    <p:extLst>
      <p:ext uri="{BB962C8B-B14F-4D97-AF65-F5344CB8AC3E}">
        <p14:creationId xmlns:p14="http://schemas.microsoft.com/office/powerpoint/2010/main" val="40151800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62741</TotalTime>
  <Words>18100</Words>
  <Application>Microsoft Macintosh PowerPoint</Application>
  <PresentationFormat>사용자 지정</PresentationFormat>
  <Paragraphs>4105</Paragraphs>
  <Slides>81</Slides>
  <Notes>77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81</vt:i4>
      </vt:variant>
    </vt:vector>
  </HeadingPairs>
  <TitlesOfParts>
    <vt:vector size="91" baseType="lpstr">
      <vt:lpstr>Calibri</vt:lpstr>
      <vt:lpstr>Cambria Math</vt:lpstr>
      <vt:lpstr>Britannic Bold</vt:lpstr>
      <vt:lpstr>맑은 고딕</vt:lpstr>
      <vt:lpstr>Lato</vt:lpstr>
      <vt:lpstr>Gulim</vt:lpstr>
      <vt:lpstr>Arial</vt:lpstr>
      <vt:lpstr>Helvetica Neue</vt:lpstr>
      <vt:lpstr>Century Gothic</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511</cp:revision>
  <dcterms:created xsi:type="dcterms:W3CDTF">2022-05-17T08:00:10Z</dcterms:created>
  <dcterms:modified xsi:type="dcterms:W3CDTF">2025-05-05T12:37:17Z</dcterms:modified>
</cp:coreProperties>
</file>