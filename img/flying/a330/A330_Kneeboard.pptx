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3"/>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9" r:id="rId26"/>
    <p:sldId id="280" r:id="rId27"/>
    <p:sldId id="385" r:id="rId28"/>
    <p:sldId id="365" r:id="rId29"/>
    <p:sldId id="366" r:id="rId30"/>
    <p:sldId id="423" r:id="rId31"/>
    <p:sldId id="384" r:id="rId32"/>
    <p:sldId id="283" r:id="rId33"/>
    <p:sldId id="286" r:id="rId34"/>
    <p:sldId id="288" r:id="rId35"/>
    <p:sldId id="289" r:id="rId36"/>
    <p:sldId id="290" r:id="rId37"/>
    <p:sldId id="424" r:id="rId38"/>
    <p:sldId id="302" r:id="rId39"/>
    <p:sldId id="303" r:id="rId40"/>
    <p:sldId id="426" r:id="rId41"/>
    <p:sldId id="281" r:id="rId42"/>
  </p:sldIdLst>
  <p:sldSz cx="2328863" cy="5572125"/>
  <p:notesSz cx="6858000" cy="9144000"/>
  <p:embeddedFontLst>
    <p:embeddedFont>
      <p:font typeface="Cambria Math" panose="02040503050406030204" pitchFamily="18" charset="0"/>
      <p:regular r:id="rId44"/>
    </p:embeddedFont>
    <p:embeddedFont>
      <p:font typeface="Century Gothic" panose="020B0502020202020204" pitchFamily="34" charset="0"/>
      <p:regular r:id="rId45"/>
      <p:bold r:id="rId46"/>
      <p:italic r:id="rId47"/>
      <p:boldItalic r:id="rId48"/>
    </p:embeddedFont>
    <p:embeddedFont>
      <p:font typeface="Helvetica Neue" panose="02000503000000020004" pitchFamily="2" charset="0"/>
      <p:regular r:id="rId49"/>
      <p:bold r:id="rId50"/>
      <p:italic r:id="rId51"/>
      <p:boldItalic r:id="rId5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132"/>
    <p:restoredTop sz="94607"/>
  </p:normalViewPr>
  <p:slideViewPr>
    <p:cSldViewPr snapToGrid="0" showGuides="1">
      <p:cViewPr>
        <p:scale>
          <a:sx n="187" d="100"/>
          <a:sy n="187" d="100"/>
        </p:scale>
        <p:origin x="1272" y="5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17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3.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31.xml"/><Relationship Id="rId2" Type="http://schemas.openxmlformats.org/officeDocument/2006/relationships/notesSlide" Target="../notesSlides/notesSlide1.xml"/><Relationship Id="rId16" Type="http://schemas.openxmlformats.org/officeDocument/2006/relationships/slide" Target="slide40.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28.xml"/><Relationship Id="rId5" Type="http://schemas.openxmlformats.org/officeDocument/2006/relationships/slide" Target="slide8.xml"/><Relationship Id="rId15" Type="http://schemas.openxmlformats.org/officeDocument/2006/relationships/slide" Target="slide36.xml"/><Relationship Id="rId10" Type="http://schemas.openxmlformats.org/officeDocument/2006/relationships/slide" Target="slide27.xml"/><Relationship Id="rId4" Type="http://schemas.openxmlformats.org/officeDocument/2006/relationships/slide" Target="slide6.xml"/><Relationship Id="rId9" Type="http://schemas.openxmlformats.org/officeDocument/2006/relationships/slide" Target="slide2.xml"/><Relationship Id="rId14" Type="http://schemas.openxmlformats.org/officeDocument/2006/relationships/slide" Target="slide3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2.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31.xml"/><Relationship Id="rId5" Type="http://schemas.openxmlformats.org/officeDocument/2006/relationships/slide" Target="slide23.xml"/><Relationship Id="rId10" Type="http://schemas.openxmlformats.org/officeDocument/2006/relationships/slide" Target="slide30.xml"/><Relationship Id="rId4" Type="http://schemas.openxmlformats.org/officeDocument/2006/relationships/slide" Target="slide22.xml"/><Relationship Id="rId9" Type="http://schemas.openxmlformats.org/officeDocument/2006/relationships/slide" Target="slide29.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39.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3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3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795372106"/>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2"/>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25.2.3</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578093620"/>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413801618"/>
              </p:ext>
            </p:extLst>
          </p:nvPr>
        </p:nvGraphicFramePr>
        <p:xfrm>
          <a:off x="1933" y="923306"/>
          <a:ext cx="2328875" cy="2219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- 100ft </a:t>
                      </a:r>
                      <a:r>
                        <a:rPr lang="ko-Kore-KR" altLang="en-US" sz="900" b="0" i="0" u="none" strike="noStrike" cap="none" dirty="0">
                          <a:solidFill>
                            <a:srgbClr val="0070C0"/>
                          </a:solidFill>
                          <a:latin typeface="Calibri"/>
                          <a:ea typeface="Calibri"/>
                          <a:cs typeface="Calibri"/>
                          <a:sym typeface="Arial"/>
                        </a:rPr>
                        <a:t>당</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8</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 ex) 1000ft </a:t>
                      </a:r>
                      <a:r>
                        <a:rPr lang="ko-KR" altLang="en-US" sz="900" b="0" i="0" u="none" strike="noStrike" cap="none" dirty="0">
                          <a:solidFill>
                            <a:srgbClr val="0070C0"/>
                          </a:solidFill>
                          <a:latin typeface="Calibri"/>
                          <a:ea typeface="Calibri"/>
                          <a:cs typeface="Calibri"/>
                          <a:sym typeface="Arial"/>
                        </a:rPr>
                        <a:t>상승 </a:t>
                      </a:r>
                      <a:r>
                        <a:rPr lang="en-US" altLang="ko-KR" sz="900" b="0" i="0" u="none" strike="noStrike" cap="none" dirty="0">
                          <a:solidFill>
                            <a:srgbClr val="0070C0"/>
                          </a:solidFill>
                          <a:latin typeface="Calibri"/>
                          <a:ea typeface="Calibri"/>
                          <a:cs typeface="Calibri"/>
                          <a:sym typeface="Arial"/>
                        </a:rPr>
                        <a:t>80</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1hr 20min</a:t>
                      </a:r>
                      <a:endParaRPr lang="en-US" altLang="ko-Kore-KR" sz="900" b="0" i="0" u="none" strike="noStrike" cap="none" dirty="0">
                        <a:solidFill>
                          <a:srgbClr val="0070C0"/>
                        </a:solidFill>
                        <a:latin typeface="Calibri"/>
                        <a:ea typeface="Calibri"/>
                        <a:cs typeface="Calibri"/>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2115559560"/>
              </p:ext>
            </p:extLst>
          </p:nvPr>
        </p:nvGraphicFramePr>
        <p:xfrm>
          <a:off x="3864" y="3227435"/>
          <a:ext cx="2328875" cy="109694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Tail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a:t>
                      </a:r>
                      <a:r>
                        <a:rPr lang="ko-KR" altLang="en-US" sz="900" b="0" dirty="0">
                          <a:solidFill>
                            <a:srgbClr val="0070C0"/>
                          </a:solidFill>
                          <a:latin typeface="Calibri" panose="020F0502020204030204" pitchFamily="34" charset="0"/>
                          <a:ea typeface="+mn-ea"/>
                          <a:cs typeface="Calibri" panose="020F0502020204030204" pitchFamily="34" charset="0"/>
                        </a:rPr>
                        <a:t> </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35714792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868170256"/>
              </p:ext>
            </p:extLst>
          </p:nvPr>
        </p:nvGraphicFramePr>
        <p:xfrm>
          <a:off x="0" y="4"/>
          <a:ext cx="2328875" cy="467945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solidFill>
                            <a:srgbClr val="0070C0"/>
                          </a:solidFill>
                          <a:latin typeface="Arial" panose="020B0604020202020204" pitchFamily="34" charset="0"/>
                          <a:cs typeface="Arial" panose="020B0604020202020204" pitchFamily="34" charset="0"/>
                        </a:rPr>
                        <a:t>(</a:t>
                      </a:r>
                      <a:r>
                        <a:rPr lang="en-US" altLang="ko-KR" sz="700" dirty="0">
                          <a:solidFill>
                            <a:srgbClr val="0070C0"/>
                          </a:solidFill>
                          <a:latin typeface="Arial" panose="020B0604020202020204" pitchFamily="34" charset="0"/>
                          <a:cs typeface="Arial" panose="020B0604020202020204" pitchFamily="34" charset="0"/>
                        </a:rPr>
                        <a:t>EXT</a:t>
                      </a:r>
                      <a:r>
                        <a:rPr lang="ko-KR" altLang="en-US" sz="700" dirty="0">
                          <a:solidFill>
                            <a:srgbClr val="0070C0"/>
                          </a:solidFill>
                          <a:latin typeface="Arial" panose="020B0604020202020204" pitchFamily="34" charset="0"/>
                          <a:cs typeface="Arial" panose="020B0604020202020204" pitchFamily="34" charset="0"/>
                        </a:rPr>
                        <a:t> </a:t>
                      </a:r>
                      <a:r>
                        <a:rPr lang="en-US" altLang="ko-KR" sz="700" dirty="0">
                          <a:solidFill>
                            <a:srgbClr val="0070C0"/>
                          </a:solidFill>
                          <a:latin typeface="Arial" panose="020B0604020202020204" pitchFamily="34" charset="0"/>
                          <a:cs typeface="Arial" panose="020B0604020202020204" pitchFamily="34" charset="0"/>
                        </a:rPr>
                        <a:t>PWR </a:t>
                      </a:r>
                      <a:r>
                        <a:rPr lang="en-US" altLang="ko-KR" sz="700" dirty="0" err="1">
                          <a:solidFill>
                            <a:srgbClr val="0070C0"/>
                          </a:solidFill>
                          <a:latin typeface="Arial" panose="020B0604020202020204" pitchFamily="34" charset="0"/>
                          <a:cs typeface="Arial" panose="020B0604020202020204" pitchFamily="34" charset="0"/>
                        </a:rPr>
                        <a:t>Opt</a:t>
                      </a:r>
                      <a:r>
                        <a:rPr lang="en-US" altLang="ko-KR" sz="700" dirty="0">
                          <a:solidFill>
                            <a:srgbClr val="0070C0"/>
                          </a:solidFill>
                          <a:latin typeface="Arial" panose="020B0604020202020204" pitchFamily="34" charset="0"/>
                          <a:cs typeface="Arial" panose="020B0604020202020204" pitchFamily="34" charset="0"/>
                        </a:rPr>
                        <a:t>)</a:t>
                      </a:r>
                      <a:endParaRPr sz="80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a:solidFill>
                            <a:schemeClr val="bg1"/>
                          </a:solidFill>
                          <a:latin typeface="Arial" panose="020B0604020202020204" pitchFamily="34" charset="0"/>
                          <a:cs typeface="Arial" panose="020B0604020202020204" pitchFamily="34" charset="0"/>
                        </a:rPr>
                        <a:t>● </a:t>
                      </a:r>
                      <a:r>
                        <a:rPr lang="en-US" sz="800" b="1" dirty="0">
                          <a:solidFill>
                            <a:schemeClr val="bg1"/>
                          </a:solidFill>
                          <a:latin typeface="Arial" panose="020B0604020202020204" pitchFamily="34" charset="0"/>
                          <a:cs typeface="Arial" panose="020B0604020202020204" pitchFamily="34" charset="0"/>
                        </a:rPr>
                        <a:t>After </a:t>
                      </a:r>
                      <a:r>
                        <a:rPr lang="en-US" sz="800" b="1">
                          <a:solidFill>
                            <a:schemeClr val="bg1"/>
                          </a:solidFill>
                          <a:latin typeface="Arial" panose="020B0604020202020204" pitchFamily="34" charset="0"/>
                          <a:cs typeface="Arial" panose="020B0604020202020204" pitchFamily="34" charset="0"/>
                        </a:rPr>
                        <a:t>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874026522"/>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FF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3967755402"/>
              </p:ext>
            </p:extLst>
          </p:nvPr>
        </p:nvGraphicFramePr>
        <p:xfrm>
          <a:off x="8056" y="-4101"/>
          <a:ext cx="2320807" cy="5576226"/>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1972">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1887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0943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1887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1887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49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SHUTDOWN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6"/>
                  </a:ext>
                </a:extLst>
              </a:tr>
              <a:tr h="43774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566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1887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566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2831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5129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0380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 / WINDOW ARCING COCKPIT WINDSHIELD / WINDOW CRACKED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46668</TotalTime>
  <Words>7118</Words>
  <Application>Microsoft Macintosh PowerPoint</Application>
  <PresentationFormat>사용자 지정</PresentationFormat>
  <Paragraphs>1754</Paragraphs>
  <Slides>41</Slides>
  <Notes>40</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41</vt:i4>
      </vt:variant>
    </vt:vector>
  </HeadingPairs>
  <TitlesOfParts>
    <vt:vector size="49" baseType="lpstr">
      <vt:lpstr>Calibri</vt:lpstr>
      <vt:lpstr>Cambria Math</vt:lpstr>
      <vt:lpstr>Britannic Bold</vt:lpstr>
      <vt:lpstr>Helvetica Neue</vt:lpstr>
      <vt:lpstr>Gulim</vt:lpstr>
      <vt:lpstr>Arial</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400</cp:revision>
  <dcterms:created xsi:type="dcterms:W3CDTF">2022-05-17T08:00:10Z</dcterms:created>
  <dcterms:modified xsi:type="dcterms:W3CDTF">2025-02-03T11:52:57Z</dcterms:modified>
</cp:coreProperties>
</file>