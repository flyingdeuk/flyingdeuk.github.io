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77"/>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257" r:id="rId14"/>
    <p:sldId id="258" r:id="rId15"/>
    <p:sldId id="259" r:id="rId16"/>
    <p:sldId id="260" r:id="rId17"/>
    <p:sldId id="267" r:id="rId18"/>
    <p:sldId id="268" r:id="rId19"/>
    <p:sldId id="355" r:id="rId20"/>
    <p:sldId id="356" r:id="rId21"/>
    <p:sldId id="440" r:id="rId22"/>
    <p:sldId id="455" r:id="rId23"/>
    <p:sldId id="441" r:id="rId24"/>
    <p:sldId id="273" r:id="rId25"/>
    <p:sldId id="274" r:id="rId26"/>
    <p:sldId id="275" r:id="rId27"/>
    <p:sldId id="276" r:id="rId28"/>
    <p:sldId id="279" r:id="rId29"/>
    <p:sldId id="454" r:id="rId30"/>
    <p:sldId id="280" r:id="rId31"/>
    <p:sldId id="340" r:id="rId32"/>
    <p:sldId id="341" r:id="rId33"/>
    <p:sldId id="377" r:id="rId34"/>
    <p:sldId id="379" r:id="rId35"/>
    <p:sldId id="308" r:id="rId36"/>
    <p:sldId id="451" r:id="rId37"/>
    <p:sldId id="309" r:id="rId38"/>
    <p:sldId id="389" r:id="rId39"/>
    <p:sldId id="390" r:id="rId40"/>
    <p:sldId id="442" r:id="rId41"/>
    <p:sldId id="443" r:id="rId42"/>
    <p:sldId id="447" r:id="rId43"/>
    <p:sldId id="448" r:id="rId44"/>
    <p:sldId id="449" r:id="rId45"/>
    <p:sldId id="450" r:id="rId46"/>
    <p:sldId id="452" r:id="rId47"/>
    <p:sldId id="453" r:id="rId48"/>
    <p:sldId id="436" r:id="rId49"/>
    <p:sldId id="376" r:id="rId50"/>
    <p:sldId id="434" r:id="rId51"/>
    <p:sldId id="437" r:id="rId52"/>
    <p:sldId id="439" r:id="rId53"/>
    <p:sldId id="438" r:id="rId54"/>
    <p:sldId id="444" r:id="rId55"/>
    <p:sldId id="445" r:id="rId56"/>
    <p:sldId id="446" r:id="rId57"/>
    <p:sldId id="422" r:id="rId58"/>
    <p:sldId id="385" r:id="rId59"/>
    <p:sldId id="365" r:id="rId60"/>
    <p:sldId id="366" r:id="rId61"/>
    <p:sldId id="423" r:id="rId62"/>
    <p:sldId id="384" r:id="rId63"/>
    <p:sldId id="283" r:id="rId64"/>
    <p:sldId id="286" r:id="rId65"/>
    <p:sldId id="428" r:id="rId66"/>
    <p:sldId id="288" r:id="rId67"/>
    <p:sldId id="289" r:id="rId68"/>
    <p:sldId id="290" r:id="rId69"/>
    <p:sldId id="424" r:id="rId70"/>
    <p:sldId id="302" r:id="rId71"/>
    <p:sldId id="303" r:id="rId72"/>
    <p:sldId id="426" r:id="rId73"/>
    <p:sldId id="427" r:id="rId74"/>
    <p:sldId id="430" r:id="rId75"/>
    <p:sldId id="281" r:id="rId76"/>
  </p:sldIdLst>
  <p:sldSz cx="2328863" cy="5572125"/>
  <p:notesSz cx="6858000" cy="9144000"/>
  <p:embeddedFontLst>
    <p:embeddedFont>
      <p:font typeface="맑은 고딕" panose="020B0503020000020004" pitchFamily="34" charset="-127"/>
      <p:regular r:id="rId78"/>
      <p:bold r:id="rId79"/>
    </p:embeddedFont>
    <p:embeddedFont>
      <p:font typeface="Cambria Math" panose="02040503050406030204" pitchFamily="18" charset="0"/>
      <p:regular r:id="rId80"/>
    </p:embeddedFont>
    <p:embeddedFont>
      <p:font typeface="Century Gothic" panose="020B0502020202020204" pitchFamily="34" charset="0"/>
      <p:regular r:id="rId81"/>
      <p:bold r:id="rId82"/>
      <p:italic r:id="rId83"/>
      <p:boldItalic r:id="rId84"/>
    </p:embeddedFont>
    <p:embeddedFont>
      <p:font typeface="Helvetica Neue" panose="02000503000000020004" pitchFamily="2" charset="0"/>
      <p:regular r:id="rId85"/>
      <p:bold r:id="rId86"/>
      <p:italic r:id="rId87"/>
      <p:boldItalic r:id="rId88"/>
    </p:embeddedFont>
    <p:embeddedFont>
      <p:font typeface="Lato" panose="020F0502020204030203" pitchFamily="34" charset="0"/>
      <p:regular r:id="rId89"/>
      <p:bold r:id="rId90"/>
      <p:italic r:id="rId91"/>
      <p:boldItalic r:id="rId92"/>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28943"/>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487"/>
    <p:restoredTop sz="96966"/>
  </p:normalViewPr>
  <p:slideViewPr>
    <p:cSldViewPr snapToGrid="0" showGuides="1">
      <p:cViewPr>
        <p:scale>
          <a:sx n="218" d="100"/>
          <a:sy n="218" d="100"/>
        </p:scale>
        <p:origin x="2904" y="200"/>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font" Target="fonts/font7.fntdata"/><Relationship Id="rId89" Type="http://schemas.openxmlformats.org/officeDocument/2006/relationships/font" Target="fonts/font12.fntdata"/><Relationship Id="rId175"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font" Target="fonts/font2.fntdata"/><Relationship Id="rId5" Type="http://schemas.openxmlformats.org/officeDocument/2006/relationships/slide" Target="slides/slide4.xml"/><Relationship Id="rId90" Type="http://schemas.openxmlformats.org/officeDocument/2006/relationships/font" Target="fonts/font13.fntdata"/><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font" Target="fonts/font3.fntdata"/><Relationship Id="rId85" Type="http://schemas.openxmlformats.org/officeDocument/2006/relationships/font" Target="fonts/font8.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font" Target="fonts/font6.fntdata"/><Relationship Id="rId88" Type="http://schemas.openxmlformats.org/officeDocument/2006/relationships/font" Target="fonts/font11.fntdata"/><Relationship Id="rId91" Type="http://schemas.openxmlformats.org/officeDocument/2006/relationships/font" Target="fonts/font14.fntdata"/><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font" Target="fonts/font1.fntdata"/><Relationship Id="rId81" Type="http://schemas.openxmlformats.org/officeDocument/2006/relationships/font" Target="fonts/font4.fntdata"/><Relationship Id="rId86" Type="http://schemas.openxmlformats.org/officeDocument/2006/relationships/font" Target="fonts/font9.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font" Target="fonts/font15.fntdata"/><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font" Target="fonts/font10.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font" Target="fonts/font5.fntdata"/><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9D2EDABF-C212-7316-97DC-BC4576DA2BCC}"/>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BAA13982-88D1-4629-BF2E-6A157A5CA1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D0C39F39-BCE2-FC21-9F0E-057B3C4BCB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0899053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57</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75</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B737-kneeboard/" TargetMode="External"/><Relationship Id="rId13" Type="http://schemas.openxmlformats.org/officeDocument/2006/relationships/slide" Target="slide62.xml"/><Relationship Id="rId18" Type="http://schemas.openxmlformats.org/officeDocument/2006/relationships/slide" Target="slide73.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59.xml"/><Relationship Id="rId17" Type="http://schemas.openxmlformats.org/officeDocument/2006/relationships/slide" Target="slide72.xml"/><Relationship Id="rId2" Type="http://schemas.openxmlformats.org/officeDocument/2006/relationships/notesSlide" Target="../notesSlides/notesSlide1.xml"/><Relationship Id="rId16" Type="http://schemas.openxmlformats.org/officeDocument/2006/relationships/slide" Target="slide68.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58.xml"/><Relationship Id="rId5" Type="http://schemas.openxmlformats.org/officeDocument/2006/relationships/slide" Target="slide7.xml"/><Relationship Id="rId15" Type="http://schemas.openxmlformats.org/officeDocument/2006/relationships/slide" Target="slide66.xml"/><Relationship Id="rId10" Type="http://schemas.openxmlformats.org/officeDocument/2006/relationships/slide" Target="slide57.xml"/><Relationship Id="rId4" Type="http://schemas.openxmlformats.org/officeDocument/2006/relationships/slide" Target="slide5.xml"/><Relationship Id="rId9" Type="http://schemas.openxmlformats.org/officeDocument/2006/relationships/hyperlink" Target="https://flyingdeuk.github.io/posts/A330-kneeboard/" TargetMode="External"/><Relationship Id="rId14" Type="http://schemas.openxmlformats.org/officeDocument/2006/relationships/slide" Target="slide64.xml"/></Relationships>
</file>

<file path=ppt/slides/_rels/slide2.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3.xml.rels><?xml version="1.0" encoding="UTF-8" standalone="yes"?>
<Relationships xmlns="http://schemas.openxmlformats.org/package/2006/relationships"><Relationship Id="rId3" Type="http://schemas.openxmlformats.org/officeDocument/2006/relationships/slide" Target="slide2.xm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slide" Target="slide27.xml"/><Relationship Id="rId3" Type="http://schemas.openxmlformats.org/officeDocument/2006/relationships/slide" Target="slide21.xml"/><Relationship Id="rId7" Type="http://schemas.openxmlformats.org/officeDocument/2006/relationships/slide" Target="slide26.xml"/><Relationship Id="rId12" Type="http://schemas.openxmlformats.org/officeDocument/2006/relationships/slide" Target="slide32.xm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slide" Target="slide25.xml"/><Relationship Id="rId11" Type="http://schemas.openxmlformats.org/officeDocument/2006/relationships/slide" Target="slide31.xml"/><Relationship Id="rId5" Type="http://schemas.openxmlformats.org/officeDocument/2006/relationships/slide" Target="slide24.xml"/><Relationship Id="rId10" Type="http://schemas.openxmlformats.org/officeDocument/2006/relationships/slide" Target="slide30.xml"/><Relationship Id="rId4" Type="http://schemas.openxmlformats.org/officeDocument/2006/relationships/slide" Target="slide23.xml"/><Relationship Id="rId9" Type="http://schemas.openxmlformats.org/officeDocument/2006/relationships/slide" Target="slide28.xml"/></Relationships>
</file>

<file path=ppt/slides/_rels/slide6.xml.rels><?xml version="1.0" encoding="UTF-8" standalone="yes"?>
<Relationships xmlns="http://schemas.openxmlformats.org/package/2006/relationships"><Relationship Id="rId3" Type="http://schemas.openxmlformats.org/officeDocument/2006/relationships/slide" Target="slide5.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slide" Target="slide37.xml"/><Relationship Id="rId5" Type="http://schemas.openxmlformats.org/officeDocument/2006/relationships/slide" Target="slide35.xml"/><Relationship Id="rId4" Type="http://schemas.openxmlformats.org/officeDocument/2006/relationships/slide" Target="slide34.xml"/></Relationships>
</file>

<file path=ppt/slides/_rels/slide8.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slide" Target="slide43.xml"/><Relationship Id="rId3" Type="http://schemas.openxmlformats.org/officeDocument/2006/relationships/slide" Target="slide38.xml"/><Relationship Id="rId7" Type="http://schemas.openxmlformats.org/officeDocument/2006/relationships/slide" Target="slide42.xml"/><Relationship Id="rId12" Type="http://schemas.openxmlformats.org/officeDocument/2006/relationships/slide" Target="slide47.xm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slide" Target="slide41.xml"/><Relationship Id="rId11" Type="http://schemas.openxmlformats.org/officeDocument/2006/relationships/slide" Target="slide46.xml"/><Relationship Id="rId5" Type="http://schemas.openxmlformats.org/officeDocument/2006/relationships/slide" Target="slide40.xml"/><Relationship Id="rId10" Type="http://schemas.openxmlformats.org/officeDocument/2006/relationships/slide" Target="slide45.xml"/><Relationship Id="rId4" Type="http://schemas.openxmlformats.org/officeDocument/2006/relationships/slide" Target="slide39.xml"/><Relationship Id="rId9" Type="http://schemas.openxmlformats.org/officeDocument/2006/relationships/slide" Target="slide44.xml"/></Relationships>
</file>

<file path=ppt/slides/_rels/slide10.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1.xml.rels><?xml version="1.0" encoding="UTF-8" standalone="yes"?>
<Relationships xmlns="http://schemas.openxmlformats.org/package/2006/relationships"><Relationship Id="rId8" Type="http://schemas.openxmlformats.org/officeDocument/2006/relationships/slide" Target="slide56.xml"/><Relationship Id="rId3" Type="http://schemas.openxmlformats.org/officeDocument/2006/relationships/slide" Target="slide48.xml"/><Relationship Id="rId7" Type="http://schemas.openxmlformats.org/officeDocument/2006/relationships/slide" Target="slide54.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53.xml"/><Relationship Id="rId5" Type="http://schemas.openxmlformats.org/officeDocument/2006/relationships/slide" Target="slide51.xml"/><Relationship Id="rId4" Type="http://schemas.openxmlformats.org/officeDocument/2006/relationships/slide" Target="slide50.xml"/></Relationships>
</file>

<file path=ppt/slides/_rels/slide12.xml.rels><?xml version="1.0" encoding="UTF-8" standalone="yes"?>
<Relationships xmlns="http://schemas.openxmlformats.org/package/2006/relationships"><Relationship Id="rId3" Type="http://schemas.openxmlformats.org/officeDocument/2006/relationships/slide" Target="slide11.xm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slide" Target="slide4.xml"/></Relationships>
</file>

<file path=ppt/slides/_rels/slide13.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SS-GMP/" TargetMode="External"/><Relationship Id="rId7" Type="http://schemas.openxmlformats.org/officeDocument/2006/relationships/slide" Target="slide2.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jpg"/><Relationship Id="rId5" Type="http://schemas.openxmlformats.org/officeDocument/2006/relationships/image" Target="../media/image2.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2.xml"/><Relationship Id="rId3" Type="http://schemas.openxmlformats.org/officeDocument/2006/relationships/image" Target="../media/image3.jpg"/><Relationship Id="rId7"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70.xml"/><Relationship Id="rId9" Type="http://schemas.openxmlformats.org/officeDocument/2006/relationships/slide" Target="slide3.xml"/></Relationships>
</file>

<file path=ppt/slides/_rels/slide16.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K-PUS/" TargetMode="External"/><Relationship Id="rId7" Type="http://schemas.openxmlformats.org/officeDocument/2006/relationships/slide" Target="slide2.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6.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hyperlink" Target="https://flyingdeuk.github.io/posts/RKPC-CJU/" TargetMode="External"/><Relationship Id="rId7" Type="http://schemas.openxmlformats.org/officeDocument/2006/relationships/slide" Target="slide2.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70.xml"/><Relationship Id="rId5" Type="http://schemas.openxmlformats.org/officeDocument/2006/relationships/image" Target="../media/image7.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image" Target="../media/image8.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70.xm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2.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2.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3.jp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S-GMP/"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BB-KIX/"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AA-NRT/"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TT-HND/" TargetMode="Externa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3.xml"/><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slide" Target="slide5.xml"/><Relationship Id="rId5" Type="http://schemas.openxmlformats.org/officeDocument/2006/relationships/image" Target="../media/image11.png"/><Relationship Id="rId4" Type="http://schemas.openxmlformats.org/officeDocument/2006/relationships/hyperlink" Target="https://flyingdeuk.github.io/posts/RKSI-ICN/" TargetMode="External"/></Relationships>
</file>

<file path=ppt/slides/_rels/slide3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1.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5.xml"/><Relationship Id="rId4" Type="http://schemas.openxmlformats.org/officeDocument/2006/relationships/hyperlink" Target="https://flyingdeuk.github.io/posts/RJFF-FUK/" TargetMode="External"/></Relationships>
</file>

<file path=ppt/slides/_rels/slide32.xml.rels><?xml version="1.0" encoding="UTF-8" standalone="yes"?>
<Relationships xmlns="http://schemas.openxmlformats.org/package/2006/relationships"><Relationship Id="rId3" Type="http://schemas.openxmlformats.org/officeDocument/2006/relationships/hyperlink" Target="https://flyingdeuk.github.io/posts/RJFF-FUK/" TargetMode="External"/><Relationship Id="rId7" Type="http://schemas.openxmlformats.org/officeDocument/2006/relationships/image" Target="../media/image12.jpe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5.xml"/><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VHHH-HKG/"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flyingdeuk.github.io/posts/VHHH-HKG/" TargetMode="External"/><Relationship Id="rId7" Type="http://schemas.openxmlformats.org/officeDocument/2006/relationships/image" Target="../media/image13.jpe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7.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slide" Target="slide8.xml"/><Relationship Id="rId5" Type="http://schemas.openxmlformats.org/officeDocument/2006/relationships/slide" Target="slide7.xml"/><Relationship Id="rId4" Type="http://schemas.openxmlformats.org/officeDocument/2006/relationships/hyperlink" Target="https://flyingdeuk.github.io/posts/ZBAA-PEK/" TargetMode="External"/></Relationships>
</file>

<file path=ppt/slides/_rels/slide36.xml.rels><?xml version="1.0" encoding="UTF-8" standalone="yes"?>
<Relationships xmlns="http://schemas.openxmlformats.org/package/2006/relationships"><Relationship Id="rId2" Type="http://schemas.openxmlformats.org/officeDocument/2006/relationships/slide" Target="slide7.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ZBAA-PEK/" TargetMode="External"/><Relationship Id="rId7" Type="http://schemas.openxmlformats.org/officeDocument/2006/relationships/slide" Target="slide3.xm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image" Target="../media/image14.jpeg"/><Relationship Id="rId4" Type="http://schemas.openxmlformats.org/officeDocument/2006/relationships/hyperlink" Target="https://flyingdeuk.github.io/posts/RKSI-ICN/"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8.jp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slide" Target="slide70.xml"/><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PK-PUS/" TargetMode="External"/></Relationships>
</file>

<file path=ppt/slides/_rels/slide4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TBS-BKK/"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WSSS-SIN/" TargetMode="External"/></Relationships>
</file>

<file path=ppt/slides/_rels/slide43.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5.xml.rels><?xml version="1.0" encoding="UTF-8" standalone="yes"?>
<Relationships xmlns="http://schemas.openxmlformats.org/package/2006/relationships"><Relationship Id="rId3" Type="http://schemas.openxmlformats.org/officeDocument/2006/relationships/hyperlink" Target="https://flyingdeuk.github.io/posts/VVDN-DAD/" TargetMode="External"/><Relationship Id="rId7" Type="http://schemas.openxmlformats.org/officeDocument/2006/relationships/image" Target="../media/image15.jpe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slide" Target="slide10.xml"/><Relationship Id="rId5" Type="http://schemas.openxmlformats.org/officeDocument/2006/relationships/slide" Target="slide9.xml"/><Relationship Id="rId4" Type="http://schemas.openxmlformats.org/officeDocument/2006/relationships/hyperlink" Target="https://flyingdeuk.github.io/posts/VVDN-DAD/"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slide" Target="slide9.xml"/><Relationship Id="rId4" Type="http://schemas.openxmlformats.org/officeDocument/2006/relationships/hyperlink" Target="https://flyingdeuk.github.io/posts/RKSI-ICN/" TargetMode="External"/></Relationships>
</file>

<file path=ppt/slides/_rels/slide48.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slide" Target="slide12.xml"/><Relationship Id="rId5" Type="http://schemas.openxmlformats.org/officeDocument/2006/relationships/slide" Target="slide11.xml"/><Relationship Id="rId4" Type="http://schemas.openxmlformats.org/officeDocument/2006/relationships/hyperlink" Target="https://flyingdeuk.github.io/posts/PHNL-HNL/" TargetMode="Externa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PHNL-HNL/" TargetMode="External"/><Relationship Id="rId7" Type="http://schemas.openxmlformats.org/officeDocument/2006/relationships/slide" Target="slide11.xml"/><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16.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5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slide" Target="slide11.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slide" Target="slide7.xml"/><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slide" Target="slide2.xml"/><Relationship Id="rId4" Type="http://schemas.openxmlformats.org/officeDocument/2006/relationships/slide" Target="slide5.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slide" Target="slide64.xml"/><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xml"/><Relationship Id="rId4" Type="http://schemas.openxmlformats.org/officeDocument/2006/relationships/slide" Target="slide64.xml"/></Relationships>
</file>

<file path=ppt/slides/_rels/slide6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2.jpeg"/><Relationship Id="rId5" Type="http://schemas.openxmlformats.org/officeDocument/2006/relationships/image" Target="../media/image21.jpeg"/><Relationship Id="rId4" Type="http://schemas.openxmlformats.org/officeDocument/2006/relationships/slide" Target="slide2.xml"/></Relationships>
</file>

<file path=ppt/slides/_rels/slide7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69.xml"/><Relationship Id="rId1" Type="http://schemas.openxmlformats.org/officeDocument/2006/relationships/slideLayout" Target="../slideLayouts/slideLayout2.xml"/><Relationship Id="rId4" Type="http://schemas.openxmlformats.org/officeDocument/2006/relationships/slide" Target="slide2.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937584125"/>
              </p:ext>
            </p:extLst>
          </p:nvPr>
        </p:nvGraphicFramePr>
        <p:xfrm>
          <a:off x="98101" y="1122495"/>
          <a:ext cx="2132650" cy="199176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bl>
          </a:graphicData>
        </a:graphic>
      </p:graphicFrame>
      <p:sp>
        <p:nvSpPr>
          <p:cNvPr id="89" name="Google Shape;89;p1">
            <a:hlinkClick r:id="rId8"/>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9"/>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671789592"/>
              </p:ext>
            </p:extLst>
          </p:nvPr>
        </p:nvGraphicFramePr>
        <p:xfrm>
          <a:off x="185895" y="3233576"/>
          <a:ext cx="1969476" cy="2225704"/>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B050"/>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rgbClr val="00B05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8"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25.4.1</a:t>
            </a:r>
            <a:r>
              <a:rPr lang="en-US" altLang="ko-KR" sz="1100" b="1" dirty="0">
                <a:solidFill>
                  <a:srgbClr val="0070C0"/>
                </a:solidFill>
                <a:latin typeface="Calibri"/>
                <a:ea typeface="Calibri"/>
                <a:cs typeface="Calibri"/>
                <a:sym typeface="Calibri"/>
              </a:rPr>
              <a:t>5</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965341495"/>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4000" y="5182349"/>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88275" y="4986993"/>
            <a:ext cx="540588" cy="523220"/>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endParaRPr kumimoji="1" lang="en-US" altLang="ko-Kore-KR" sz="1400" b="1" dirty="0">
              <a:solidFill>
                <a:srgbClr val="FF0000"/>
              </a:solidFill>
              <a:hlinkClick r:id="rId4" action="ppaction://hlinksldjump">
                <a:extLst>
                  <a:ext uri="{A12FA001-AC4F-418D-AE19-62706E023703}">
                    <ahyp:hlinkClr xmlns:ahyp="http://schemas.microsoft.com/office/drawing/2018/hyperlinkcolor" val="tx"/>
                  </a:ext>
                </a:extLst>
              </a:hlinkClick>
            </a:endParaRPr>
          </a:p>
          <a:p>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3" name="직사각형 2">
            <a:hlinkClick r:id="" action="ppaction://hlinkshowjump?jump=firstslide"/>
            <a:extLst>
              <a:ext uri="{FF2B5EF4-FFF2-40B4-BE49-F238E27FC236}">
                <a16:creationId xmlns:a16="http://schemas.microsoft.com/office/drawing/2014/main" id="{8901D6BA-90AA-E20A-9CF4-73D8002154BB}"/>
              </a:ext>
            </a:extLst>
          </p:cNvPr>
          <p:cNvSpPr/>
          <p:nvPr/>
        </p:nvSpPr>
        <p:spPr>
          <a:xfrm>
            <a:off x="854598"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772858640"/>
              </p:ext>
            </p:extLst>
          </p:nvPr>
        </p:nvGraphicFramePr>
        <p:xfrm>
          <a:off x="98101" y="132866"/>
          <a:ext cx="2132650" cy="314003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extLst>
                    <a:ext uri="{A12FA001-AC4F-418D-AE19-62706E023703}">
                      <ahyp:hlinkClr xmlns:ahyp="http://schemas.microsoft.com/office/drawing/2018/hyperlinkcolor" val="tx"/>
                    </a:ext>
                  </a:extLst>
                </a:hlinkClick>
              </a:rPr>
              <a:t>Home</a:t>
            </a:r>
            <a:endParaRPr lang="en-US" altLang="ko-KR" sz="1800" b="1" cap="none" spc="0" dirty="0">
              <a:ln w="0"/>
              <a:solidFill>
                <a:srgbClr val="F28943"/>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330322789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1273796782"/>
              </p:ext>
            </p:extLst>
          </p:nvPr>
        </p:nvGraphicFramePr>
        <p:xfrm>
          <a:off x="81023" y="3816134"/>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C69DC84-DEB4-A503-277E-454B6A64D1DA}"/>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34791422"/>
              </p:ext>
            </p:extLst>
          </p:nvPr>
        </p:nvGraphicFramePr>
        <p:xfrm>
          <a:off x="104230" y="114852"/>
          <a:ext cx="2115458" cy="1605483"/>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chemeClr val="bg1"/>
                          </a:solidFill>
                          <a:latin typeface="Calibri"/>
                          <a:ea typeface="Calibri"/>
                          <a:cs typeface="Calibri"/>
                          <a:sym typeface="Calibri"/>
                        </a:rPr>
                        <a:t>China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bl>
          </a:graphicData>
        </a:graphic>
      </p:graphicFrame>
      <p:sp>
        <p:nvSpPr>
          <p:cNvPr id="2" name="직사각형 1">
            <a:hlinkClick r:id="" action="ppaction://hlinkshowjump?jump=firstslide"/>
            <a:extLst>
              <a:ext uri="{FF2B5EF4-FFF2-40B4-BE49-F238E27FC236}">
                <a16:creationId xmlns:a16="http://schemas.microsoft.com/office/drawing/2014/main" id="{CFFB510E-55D5-1848-D7FB-A831C6EC3DAC}"/>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292130876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1544448594"/>
              </p:ext>
            </p:extLst>
          </p:nvPr>
        </p:nvGraphicFramePr>
        <p:xfrm>
          <a:off x="121884" y="3798834"/>
          <a:ext cx="2069883" cy="1380430"/>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8043">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2165" y="520237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p>
        </p:txBody>
      </p:sp>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4" name="직사각형 3">
            <a:hlinkClick r:id="" action="ppaction://hlinkshowjump?jump=firstslide"/>
            <a:extLst>
              <a:ext uri="{FF2B5EF4-FFF2-40B4-BE49-F238E27FC236}">
                <a16:creationId xmlns:a16="http://schemas.microsoft.com/office/drawing/2014/main" id="{E9435388-332F-36F9-0FEA-E429C45610B3}"/>
              </a:ext>
            </a:extLst>
          </p:cNvPr>
          <p:cNvSpPr/>
          <p:nvPr/>
        </p:nvSpPr>
        <p:spPr>
          <a:xfrm>
            <a:off x="59469" y="51956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312430527"/>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796014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8C899D41-55E4-6931-28C7-27A96B3022C6}"/>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19822C7-DE3F-F659-C1B5-86715278BF84}"/>
              </a:ext>
            </a:extLst>
          </p:cNvPr>
          <p:cNvSpPr txBox="1"/>
          <p:nvPr/>
        </p:nvSpPr>
        <p:spPr>
          <a:xfrm>
            <a:off x="1438332" y="5238781"/>
            <a:ext cx="1006693" cy="307777"/>
          </a:xfrm>
          <a:prstGeom prst="rect">
            <a:avLst/>
          </a:prstGeom>
          <a:noFill/>
        </p:spPr>
        <p:txBody>
          <a:bodyPr wrap="square" rtlCol="0">
            <a:spAutoFit/>
          </a:bodyPr>
          <a:lstStyle/>
          <a:p>
            <a:r>
              <a:rPr kumimoji="1" lang="ko-Kore-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4"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6CF5A3A9-9CE4-A4CB-5F81-58D0B65D1B0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12841982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DEEFE059-C040-0D5F-74C2-1E0447788100}"/>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5" name="직사각형 4">
            <a:hlinkClick r:id="" action="ppaction://hlinkshowjump?jump=firstslide"/>
            <a:extLst>
              <a:ext uri="{FF2B5EF4-FFF2-40B4-BE49-F238E27FC236}">
                <a16:creationId xmlns:a16="http://schemas.microsoft.com/office/drawing/2014/main" id="{EA883DAE-4AD4-A037-7ADD-1BE576C9E36C}"/>
              </a:ext>
            </a:extLst>
          </p:cNvPr>
          <p:cNvSpPr/>
          <p:nvPr/>
        </p:nvSpPr>
        <p:spPr>
          <a:xfrm>
            <a:off x="59469" y="52618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4"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272961"/>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207268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870550029"/>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9F76B30E-C971-202A-B5C0-2C3D5BC8CCEC}"/>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7"/>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8"/>
          <a:stretch>
            <a:fillRect/>
          </a:stretch>
        </p:blipFill>
        <p:spPr>
          <a:xfrm>
            <a:off x="148563" y="602614"/>
            <a:ext cx="451728" cy="451728"/>
          </a:xfrm>
          <a:prstGeom prst="rect">
            <a:avLst/>
          </a:prstGeom>
        </p:spPr>
      </p:pic>
    </p:spTree>
    <p:extLst>
      <p:ext uri="{BB962C8B-B14F-4D97-AF65-F5344CB8AC3E}">
        <p14:creationId xmlns:p14="http://schemas.microsoft.com/office/powerpoint/2010/main" val="540206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684900"/>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Tree>
    <p:extLst>
      <p:ext uri="{BB962C8B-B14F-4D97-AF65-F5344CB8AC3E}">
        <p14:creationId xmlns:p14="http://schemas.microsoft.com/office/powerpoint/2010/main" val="25841694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4FB69E83-0230-B66C-E936-28DA0B933AF4}"/>
              </a:ext>
            </a:extLst>
          </p:cNvPr>
          <p:cNvSpPr/>
          <p:nvPr/>
        </p:nvSpPr>
        <p:spPr>
          <a:xfrm>
            <a:off x="1622852" y="3295105"/>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8"/>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1748908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94702725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2950990"/>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FE314CA6-8CAD-6519-0B4A-3DC33F50156C}"/>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AF6B8775-4B7D-6517-2BC5-64FF75739782}"/>
              </a:ext>
            </a:extLst>
          </p:cNvPr>
          <p:cNvGraphicFramePr/>
          <p:nvPr/>
        </p:nvGraphicFramePr>
        <p:xfrm>
          <a:off x="-4122" y="2102900"/>
          <a:ext cx="2328850" cy="7341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ore-KR" sz="800" dirty="0"/>
                        <a:t>MX22 </a:t>
                      </a:r>
                      <a:r>
                        <a:rPr lang="ko-KR" altLang="en-US" sz="800" dirty="0"/>
                        <a:t>이전 </a:t>
                      </a:r>
                      <a:r>
                        <a:rPr lang="en-US" altLang="ko-KR" sz="800" dirty="0"/>
                        <a:t>:</a:t>
                      </a:r>
                      <a:r>
                        <a:rPr lang="ko-KR" altLang="en-US" sz="800" dirty="0"/>
                        <a:t> </a:t>
                      </a: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                         (DCT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r h="10092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800" dirty="0"/>
                        <a:t>MX22 </a:t>
                      </a:r>
                      <a:r>
                        <a:rPr lang="ko-KR" altLang="en-US" sz="800" dirty="0"/>
                        <a:t>이후 </a:t>
                      </a:r>
                      <a:r>
                        <a:rPr lang="en-US" altLang="ko-KR" sz="800" dirty="0"/>
                        <a:t>:</a:t>
                      </a:r>
                      <a:r>
                        <a:rPr lang="ko-KR" altLang="en-US" sz="800" dirty="0"/>
                        <a:t> </a:t>
                      </a:r>
                      <a:r>
                        <a:rPr lang="en-US" altLang="ko-KR" sz="800" dirty="0"/>
                        <a:t>REQ RDR Vector</a:t>
                      </a:r>
                    </a:p>
                  </a:txBody>
                  <a:tcPr marL="36000" marR="36000" marT="36000" marB="36000" anchor="ctr"/>
                </a:tc>
                <a:extLst>
                  <a:ext uri="{0D108BD9-81ED-4DB2-BD59-A6C34878D82A}">
                    <a16:rowId xmlns:a16="http://schemas.microsoft.com/office/drawing/2014/main" val="3324277550"/>
                  </a:ext>
                </a:extLst>
              </a:tr>
            </a:tbl>
          </a:graphicData>
        </a:graphic>
      </p:graphicFrame>
      <p:graphicFrame>
        <p:nvGraphicFramePr>
          <p:cNvPr id="138" name="Google Shape;138;p4">
            <a:extLst>
              <a:ext uri="{FF2B5EF4-FFF2-40B4-BE49-F238E27FC236}">
                <a16:creationId xmlns:a16="http://schemas.microsoft.com/office/drawing/2014/main" id="{C8A16707-09F2-C752-56FF-AA72DFBDC414}"/>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65B32010-29A4-A1CE-A161-957211F52177}"/>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118ABE9F-29ED-2C4A-FDCD-04489B92AF14}"/>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08C6D453-1EEF-FD47-FBED-32BF7A8AA455}"/>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465B4E8C-A0CF-7691-1E7C-4820920674E4}"/>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38BA12C4-B61F-044A-978F-C2580B491938}"/>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E861ED41-C1CE-845A-237D-6F4B681F473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6F68568C-1341-64EF-4102-E92B3503A33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635F7024-8385-22FA-82E9-7A41D0F90E61}"/>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086F73D3-B77A-1173-3CEE-9C00D071D70B}"/>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A0FD52B3-9E84-EF84-63D2-19C84E8DF406}"/>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A3121276-4143-BD8C-E55A-8E38C394F7DB}"/>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14A3330-FD7E-A5B4-C1D5-A56D5CCE397A}"/>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0D6417B-A6FF-3A3A-E70C-14B01BFD6A40}"/>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B24781D8-D53B-5CEF-7354-EDEFC9FCCEBE}"/>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11842798-6118-4B41-CBE6-AEF1FA20AA1E}"/>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912E6C8B-3B62-B96C-2550-A858673F9C91}"/>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0B598DB3-9C94-C635-10DD-77DFE672CA03}"/>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F9E01307-8B00-8F9E-B42F-B5FFAFF3A20A}"/>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2EC20D6D-F973-C364-0F1D-36F8FA2825FC}"/>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58C3E386-32FC-6710-7C4F-7BD09B9A4902}"/>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031AD8BC-346B-98C4-8F4B-7A9DD1D9A1E2}"/>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BCEA578A-466D-8ADB-6EC0-E673862A85B4}"/>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5F26C91-83E4-C653-73B9-67B1F41F272D}"/>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448C2743-9AC2-4685-99B4-A964BB5DE899}"/>
                </a:ext>
              </a:extLst>
            </p:cNvPr>
            <p:cNvSpPr txBox="1"/>
            <p:nvPr/>
          </p:nvSpPr>
          <p:spPr>
            <a:xfrm>
              <a:off x="1011064" y="1022518"/>
              <a:ext cx="694422"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558852F9-0722-948D-BE68-EAA16E87214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EB5CE4E-3EA8-DC50-6749-8E006820E7D2}"/>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F9829A0E-8B30-8979-9F98-754152C89C1D}"/>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5536A54D-65B8-354D-5628-668FFAD74200}"/>
              </a:ext>
            </a:extLst>
          </p:cNvPr>
          <p:cNvSpPr txBox="1"/>
          <p:nvPr/>
        </p:nvSpPr>
        <p:spPr>
          <a:xfrm>
            <a:off x="1615990" y="3684900"/>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68462F74-BD7C-544E-80B0-2AC259B73CE3}"/>
              </a:ext>
            </a:extLst>
          </p:cNvPr>
          <p:cNvGraphicFramePr/>
          <p:nvPr/>
        </p:nvGraphicFramePr>
        <p:xfrm>
          <a:off x="0" y="2972344"/>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a:t>
                      </a:r>
                      <a:r>
                        <a:rPr kumimoji="0" lang="en-US" altLang="ko-Kore-KR" sz="900" b="1" i="0" u="none" strike="noStrike" kern="1200" cap="none" spc="0" normalizeH="0" baseline="0" noProof="0" dirty="0" err="1">
                          <a:ln>
                            <a:noFill/>
                          </a:ln>
                          <a:solidFill>
                            <a:srgbClr val="6F6F6F"/>
                          </a:solidFill>
                          <a:effectLst/>
                          <a:uLnTx/>
                          <a:uFillTx/>
                          <a:latin typeface="Calibri"/>
                          <a:cs typeface="Calibri"/>
                        </a:rPr>
                        <a:t>xB</a:t>
                      </a:r>
                      <a:r>
                        <a:rPr kumimoji="0" lang="en-US" altLang="ko-Kore-KR" sz="900" b="1" i="0" u="none" strike="noStrike" kern="1200" cap="none" spc="0" normalizeH="0" baseline="0" noProof="0" dirty="0">
                          <a:ln>
                            <a:noFill/>
                          </a:ln>
                          <a:solidFill>
                            <a:srgbClr val="6F6F6F"/>
                          </a:solidFill>
                          <a:effectLst/>
                          <a:uLnTx/>
                          <a:uFillTx/>
                          <a:latin typeface="Calibri"/>
                          <a:cs typeface="Calibri"/>
                        </a:rPr>
                        <a:t>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AB1AC6A5-A426-978B-96B5-2B2519BF7DA9}"/>
              </a:ext>
            </a:extLst>
          </p:cNvPr>
          <p:cNvGrpSpPr/>
          <p:nvPr/>
        </p:nvGrpSpPr>
        <p:grpSpPr>
          <a:xfrm>
            <a:off x="0" y="3716589"/>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0C5D2D52-BBDD-E906-EAEE-A51F18E3DE59}"/>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60D9C39D-9BE2-87FA-415A-55E2FE6ED084}"/>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E60B53C9-279E-3C87-D257-2E2BA20B2866}"/>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D7E08F68-CD02-463E-21EF-A6DD2519BB5A}"/>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0CEE841A-E4C1-14C5-5166-9E5E2970E1EF}"/>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F6B00E86-5ABF-5224-266A-DC5B65E81CB2}"/>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02E8FB6-F583-6295-8A8C-D6C122CAB486}"/>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B80A3FDE-C98E-AB41-80E6-47190A8358C6}"/>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2D660672-6047-C93E-051F-E7B00F2C61C8}"/>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6A375F86-368D-B7F5-3EBD-1CA555B32833}"/>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0EB8DD70-74F3-60BB-FD81-C105AF008205}"/>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FAEBE2FC-503E-866E-F5D6-3587FC1E22D7}"/>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8EBA1361-5411-6F11-C6D5-729A96FAA39F}"/>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1D888BA3-3661-89D9-9E59-7E965268F6AE}"/>
                </a:ext>
              </a:extLst>
            </p:cNvPr>
            <p:cNvSpPr txBox="1"/>
            <p:nvPr/>
          </p:nvSpPr>
          <p:spPr>
            <a:xfrm>
              <a:off x="541741"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46E2FAE7-928E-021A-7504-529E0AF2A690}"/>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645BA5A-F46F-73E6-43CC-4FBAA31FE9D7}"/>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AE97B60-3344-9309-F525-53E2427C431E}"/>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77689CF-C9B2-B881-0C01-F7DAD19BBA67}"/>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RWY Insight</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170AAC41-BAD9-1B79-0E78-C3E85A611BEF}"/>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1509EBB7-052B-BA9F-7E93-E9106A7F50C6}"/>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DES PT -0.3,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E11A0252-C7E4-45C2-EBB2-E39542830843}"/>
              </a:ext>
            </a:extLst>
          </p:cNvPr>
          <p:cNvGraphicFramePr/>
          <p:nvPr/>
        </p:nvGraphicFramePr>
        <p:xfrm>
          <a:off x="3610" y="4662700"/>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348548A3-C567-0846-1E2D-BB6C44D667C9}"/>
              </a:ext>
            </a:extLst>
          </p:cNvPr>
          <p:cNvSpPr txBox="1"/>
          <p:nvPr/>
        </p:nvSpPr>
        <p:spPr>
          <a:xfrm>
            <a:off x="1628986" y="3684900"/>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Tree>
    <p:extLst>
      <p:ext uri="{BB962C8B-B14F-4D97-AF65-F5344CB8AC3E}">
        <p14:creationId xmlns:p14="http://schemas.microsoft.com/office/powerpoint/2010/main" val="1698860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4170121351"/>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4" name="직사각형 3">
            <a:hlinkClick r:id="" action="ppaction://hlinkshowjump?jump=firstslide"/>
            <a:extLst>
              <a:ext uri="{FF2B5EF4-FFF2-40B4-BE49-F238E27FC236}">
                <a16:creationId xmlns:a16="http://schemas.microsoft.com/office/drawing/2014/main" id="{4DBB501F-12C7-34CA-C78C-1FF1B317E880}"/>
              </a:ext>
            </a:extLst>
          </p:cNvPr>
          <p:cNvSpPr/>
          <p:nvPr/>
        </p:nvSpPr>
        <p:spPr>
          <a:xfrm>
            <a:off x="1622852" y="322926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9772624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3" name="직사각형 2">
            <a:hlinkClick r:id="" action="ppaction://hlinkshowjump?jump=firstslide"/>
            <a:extLst>
              <a:ext uri="{FF2B5EF4-FFF2-40B4-BE49-F238E27FC236}">
                <a16:creationId xmlns:a16="http://schemas.microsoft.com/office/drawing/2014/main" id="{D71BB25A-EB2C-6C8E-4320-E80D2FF5995A}"/>
              </a:ext>
            </a:extLst>
          </p:cNvPr>
          <p:cNvSpPr/>
          <p:nvPr/>
        </p:nvSpPr>
        <p:spPr>
          <a:xfrm>
            <a:off x="1622852" y="298620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7"/>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2827039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2F249E7A-A45C-54A1-0C09-872C49733B6D}"/>
              </a:ext>
            </a:extLst>
          </p:cNvPr>
          <p:cNvSpPr/>
          <p:nvPr/>
        </p:nvSpPr>
        <p:spPr>
          <a:xfrm>
            <a:off x="1674227" y="3064216"/>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232790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91803886"/>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endParaRPr lang="ko-Kore-KR" altLang="en-US" dirty="0"/>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3" name="직사각형 2">
            <a:hlinkClick r:id="" action="ppaction://hlinkshowjump?jump=firstslide"/>
            <a:extLst>
              <a:ext uri="{FF2B5EF4-FFF2-40B4-BE49-F238E27FC236}">
                <a16:creationId xmlns:a16="http://schemas.microsoft.com/office/drawing/2014/main" id="{857B720D-0D1B-9121-09AB-6FDEA1F31352}"/>
              </a:ext>
            </a:extLst>
          </p:cNvPr>
          <p:cNvSpPr/>
          <p:nvPr/>
        </p:nvSpPr>
        <p:spPr>
          <a:xfrm>
            <a:off x="1657574" y="3099745"/>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7"/>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85115118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A2CF453-B95D-2D55-3B07-D90D56DCEB3B}"/>
              </a:ext>
            </a:extLst>
          </p:cNvPr>
          <p:cNvSpPr/>
          <p:nvPr/>
        </p:nvSpPr>
        <p:spPr>
          <a:xfrm>
            <a:off x="1651787" y="3373948"/>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4396583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
        <p:nvSpPr>
          <p:cNvPr id="8" name="직사각형 7">
            <a:hlinkClick r:id="" action="ppaction://hlinkshowjump?jump=firstslide"/>
            <a:extLst>
              <a:ext uri="{FF2B5EF4-FFF2-40B4-BE49-F238E27FC236}">
                <a16:creationId xmlns:a16="http://schemas.microsoft.com/office/drawing/2014/main" id="{AEFC4A0F-DC19-8CCD-E7B9-1DBAFD26F516}"/>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2"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5046955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31857014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a:t>
                      </a:r>
                      <a:endParaRPr lang="ko-Kore-KR" dirty="0">
                        <a:solidFill>
                          <a:srgbClr val="AA47F5"/>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a:t>HD 181 </a:t>
                      </a:r>
                      <a:r>
                        <a:rPr lang="en-US" sz="800" b="1" u="none" strike="noStrike" cap="none">
                          <a:solidFill>
                            <a:srgbClr val="0070C0"/>
                          </a:solidFill>
                        </a:rPr>
                        <a:t>ALT DCL(1500m)</a:t>
                      </a:r>
                      <a:endParaRPr lang="ko-Kore-K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6" name="직사각형 5">
            <a:hlinkClick r:id="" action="ppaction://hlinkshowjump?jump=firstslide"/>
            <a:extLst>
              <a:ext uri="{FF2B5EF4-FFF2-40B4-BE49-F238E27FC236}">
                <a16:creationId xmlns:a16="http://schemas.microsoft.com/office/drawing/2014/main" id="{1C874613-6EE6-9A80-422F-0BB8DBCAA89B}"/>
              </a:ext>
            </a:extLst>
          </p:cNvPr>
          <p:cNvSpPr/>
          <p:nvPr/>
        </p:nvSpPr>
        <p:spPr>
          <a:xfrm>
            <a:off x="1663361" y="314824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010626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26303385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8BFDA17-699D-A0C3-A1F6-B1CDE98B3DE3}"/>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7">
            <a:alphaModFix/>
          </a:blip>
          <a:srcRect/>
          <a:stretch/>
        </p:blipFill>
        <p:spPr>
          <a:xfrm>
            <a:off x="4472" y="2216136"/>
            <a:ext cx="1217055" cy="455380"/>
          </a:xfrm>
          <a:prstGeom prst="rect">
            <a:avLst/>
          </a:prstGeom>
          <a:noFill/>
          <a:ln>
            <a:noFill/>
          </a:ln>
        </p:spPr>
      </p:pic>
    </p:spTree>
    <p:extLst>
      <p:ext uri="{BB962C8B-B14F-4D97-AF65-F5344CB8AC3E}">
        <p14:creationId xmlns:p14="http://schemas.microsoft.com/office/powerpoint/2010/main" val="2401966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518877037"/>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33F13AC3-0D74-CEBB-7100-2629A32A1FE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7"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2714389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237178796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01A746F-6B7E-DB98-0976-5BB14DE13E91}"/>
              </a:ext>
            </a:extLst>
          </p:cNvPr>
          <p:cNvSpPr/>
          <p:nvPr/>
        </p:nvSpPr>
        <p:spPr>
          <a:xfrm>
            <a:off x="1556297" y="3272540"/>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9295094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320711645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70D75DE1-AB36-BFF6-2378-DAA2470D4B35}"/>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66737285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389808273"/>
              </p:ext>
            </p:extLst>
          </p:nvPr>
        </p:nvGraphicFramePr>
        <p:xfrm>
          <a:off x="-2500" y="3461751"/>
          <a:ext cx="2328849" cy="214503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a:t>
                      </a:r>
                      <a:r>
                        <a:rPr lang="en-US" sz="800" b="0" dirty="0"/>
                        <a:t>/C/R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a:t>
                      </a:r>
                      <a:r>
                        <a:rPr lang="en-US" sz="800" b="0" dirty="0"/>
                        <a:t>/C/L</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p>
                      <a:pPr algn="ctr"/>
                      <a:r>
                        <a:rPr lang="en-US" altLang="ko-Kore-KR" sz="800" b="0" dirty="0"/>
                        <a:t>RNP 20L</a:t>
                      </a:r>
                      <a:endParaRPr lang="ko-Kore-KR" altLang="en-US" b="0" dirty="0"/>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FBFED222-17CE-20B8-B323-CF56CB624CAE}"/>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8784056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486180904"/>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p>
                      <a:pPr marL="0" marR="0" lvl="0" indent="0" algn="ctr" rtl="0">
                        <a:spcBef>
                          <a:spcPts val="0"/>
                        </a:spcBef>
                        <a:spcAft>
                          <a:spcPts val="0"/>
                        </a:spcAft>
                        <a:buNone/>
                      </a:pPr>
                      <a:r>
                        <a:rPr lang="en-US" sz="800" b="0" u="none" strike="noStrike" cap="none" dirty="0">
                          <a:solidFill>
                            <a:schemeClr val="bg1"/>
                          </a:solidFill>
                        </a:rPr>
                        <a:t>20L</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solidFill>
                          <a:srgbClr val="00B05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a:t>
                      </a:r>
                      <a:endParaRPr lang="ko-Kore-KR" altLang="en-US" sz="8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41E7312F-46B9-1DC1-A3A5-1814D5BBB6A4}"/>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1710405"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 SIN</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1094630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325758384"/>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[353/175]</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G4(6702’), G6(9803’), 17R : G2(7089’), 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E4(7198’), E6(10275’), 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85AA3A2C-334E-A23E-7426-36B5CC8D4263}"/>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117382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793395545"/>
              </p:ext>
            </p:extLst>
          </p:nvPr>
        </p:nvGraphicFramePr>
        <p:xfrm>
          <a:off x="-11023" y="643000"/>
          <a:ext cx="2340701" cy="1792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353 </a:t>
                      </a:r>
                      <a:r>
                        <a:rPr lang="en-US" sz="800" b="1" u="none" strike="noStrike" cap="none" dirty="0">
                          <a:solidFill>
                            <a:srgbClr val="0070C0"/>
                          </a:solidFill>
                        </a:rPr>
                        <a:t>ALT 8000/ATC</a:t>
                      </a:r>
                      <a:endParaRPr lang="en-US" altLang="ko-Kore-KR" sz="800" b="1" u="none" strike="noStrike" cap="none" dirty="0">
                        <a:solidFill>
                          <a:srgbClr val="AA47F5"/>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D91EC1A9-6593-DF40-73A7-DFDEF16FE57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468444"/>
            <a:ext cx="1029128"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7"/>
          <a:stretch>
            <a:fillRect/>
          </a:stretch>
        </p:blipFill>
        <p:spPr>
          <a:xfrm>
            <a:off x="-11023" y="2443219"/>
            <a:ext cx="714348" cy="552448"/>
          </a:xfrm>
          <a:prstGeom prst="rect">
            <a:avLst/>
          </a:prstGeom>
        </p:spPr>
      </p:pic>
    </p:spTree>
    <p:extLst>
      <p:ext uri="{BB962C8B-B14F-4D97-AF65-F5344CB8AC3E}">
        <p14:creationId xmlns:p14="http://schemas.microsoft.com/office/powerpoint/2010/main" val="196124096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ACE90ABC-EE0B-B9E4-5B42-DC11ED7121E6}"/>
              </a:ext>
            </a:extLst>
          </p:cNvPr>
          <p:cNvSpPr/>
          <p:nvPr/>
        </p:nvSpPr>
        <p:spPr>
          <a:xfrm>
            <a:off x="1556297" y="3113516"/>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4261207010"/>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spTree>
    <p:extLst>
      <p:ext uri="{BB962C8B-B14F-4D97-AF65-F5344CB8AC3E}">
        <p14:creationId xmlns:p14="http://schemas.microsoft.com/office/powerpoint/2010/main" val="37621463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직사각형 3">
            <a:hlinkClick r:id="" action="ppaction://hlinkshowjump?jump=firstslide"/>
            <a:extLst>
              <a:ext uri="{FF2B5EF4-FFF2-40B4-BE49-F238E27FC236}">
                <a16:creationId xmlns:a16="http://schemas.microsoft.com/office/drawing/2014/main" id="{969CC452-46E4-EB99-4C55-7C2ED64C35BF}"/>
              </a:ext>
            </a:extLst>
          </p:cNvPr>
          <p:cNvSpPr/>
          <p:nvPr/>
        </p:nvSpPr>
        <p:spPr>
          <a:xfrm>
            <a:off x="1580903" y="3070055"/>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380400108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Tree>
    <p:extLst>
      <p:ext uri="{BB962C8B-B14F-4D97-AF65-F5344CB8AC3E}">
        <p14:creationId xmlns:p14="http://schemas.microsoft.com/office/powerpoint/2010/main" val="26390970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C7FF8A27-CC45-E3B0-4F8F-40667087C232}"/>
              </a:ext>
            </a:extLst>
          </p:cNvPr>
          <p:cNvSpPr/>
          <p:nvPr/>
        </p:nvSpPr>
        <p:spPr>
          <a:xfrm>
            <a:off x="1413565" y="2991989"/>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9474643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664285631"/>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a:t>
                      </a:r>
                      <a:endParaRPr lang="ko-Kore-KR" altLang="en-US" dirty="0">
                        <a:solidFill>
                          <a:srgbClr val="7030A0"/>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a:t>
                      </a:r>
                      <a:endParaRPr lang="ko-Kore-KR" altLang="en-US" dirty="0">
                        <a:solidFill>
                          <a:srgbClr val="7030A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sp>
        <p:nvSpPr>
          <p:cNvPr id="8" name="직사각형 7">
            <a:hlinkClick r:id="" action="ppaction://hlinkshowjump?jump=firstslide"/>
            <a:extLst>
              <a:ext uri="{FF2B5EF4-FFF2-40B4-BE49-F238E27FC236}">
                <a16:creationId xmlns:a16="http://schemas.microsoft.com/office/drawing/2014/main" id="{342AD161-1DF0-AF39-FEE3-82DA0F612263}"/>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42102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FC15F0A1-3928-C9A8-2E89-68BDF8B43D3D}"/>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75853213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191019239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a:solidFill>
                            <a:srgbClr val="0070C0"/>
                          </a:solidFill>
                        </a:rPr>
                        <a:t>ALT ATC</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A3CF7F10-E7F8-EBF0-195C-E40F47CFF588}"/>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9185289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948716034"/>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xx :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49920" y="2753220"/>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24D1668D-1C1F-967B-D560-E8E31A5E7DA8}"/>
              </a:ext>
            </a:extLst>
          </p:cNvPr>
          <p:cNvSpPr/>
          <p:nvPr/>
        </p:nvSpPr>
        <p:spPr>
          <a:xfrm>
            <a:off x="1413565" y="3195191"/>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0358816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1727780717"/>
              </p:ext>
            </p:extLst>
          </p:nvPr>
        </p:nvGraphicFramePr>
        <p:xfrm>
          <a:off x="6596" y="725409"/>
          <a:ext cx="2328850" cy="1682299"/>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300717">
                <a:tc gridSpan="7">
                  <a:txBody>
                    <a:bodyPr/>
                    <a:lstStyle/>
                    <a:p>
                      <a:pPr marL="0" marR="0" lvl="0" indent="0" algn="ctr" rtl="0">
                        <a:spcBef>
                          <a:spcPts val="0"/>
                        </a:spcBef>
                        <a:spcAft>
                          <a:spcPts val="0"/>
                        </a:spcAft>
                        <a:buNone/>
                      </a:pPr>
                      <a:r>
                        <a:rPr lang="en-US" sz="800" dirty="0"/>
                        <a:t>BNE : UTC+10, TA 100,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73924">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 </a:t>
                      </a:r>
                      <a:r>
                        <a:rPr lang="en-US" sz="800" b="1" dirty="0">
                          <a:solidFill>
                            <a:srgbClr val="AA47F5"/>
                          </a:solidFill>
                        </a:rPr>
                        <a:t>SPD x/240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0070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 </a:t>
                      </a:r>
                      <a:r>
                        <a:rPr lang="en-US" altLang="ko-Kore-KR" sz="800" b="1" dirty="0">
                          <a:solidFill>
                            <a:srgbClr val="AA47F5"/>
                          </a:solidFill>
                        </a:rPr>
                        <a:t>SPD 240</a:t>
                      </a:r>
                      <a:endParaRPr lang="en-US"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83273">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501969">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6" name="직사각형 5">
            <a:hlinkClick r:id="" action="ppaction://hlinkshowjump?jump=firstslide"/>
            <a:extLst>
              <a:ext uri="{FF2B5EF4-FFF2-40B4-BE49-F238E27FC236}">
                <a16:creationId xmlns:a16="http://schemas.microsoft.com/office/drawing/2014/main" id="{504B8697-6A39-F7A0-4014-238ECCA3CA55}"/>
              </a:ext>
            </a:extLst>
          </p:cNvPr>
          <p:cNvSpPr/>
          <p:nvPr/>
        </p:nvSpPr>
        <p:spPr>
          <a:xfrm>
            <a:off x="1413565" y="3234944"/>
            <a:ext cx="853819"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Oceania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71955187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98590726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Tree>
    <p:extLst>
      <p:ext uri="{BB962C8B-B14F-4D97-AF65-F5344CB8AC3E}">
        <p14:creationId xmlns:p14="http://schemas.microsoft.com/office/powerpoint/2010/main" val="371616780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B357AA3F-7CF2-5F85-E730-26CBACEDF92E}"/>
              </a:ext>
            </a:extLst>
          </p:cNvPr>
          <p:cNvSpPr/>
          <p:nvPr/>
        </p:nvSpPr>
        <p:spPr>
          <a:xfrm>
            <a:off x="854877" y="5121214"/>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817129"/>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5"/>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6"/>
          <a:stretch>
            <a:fillRect/>
          </a:stretch>
        </p:blipFill>
        <p:spPr>
          <a:xfrm>
            <a:off x="-4041" y="273766"/>
            <a:ext cx="1226390" cy="421572"/>
          </a:xfrm>
          <a:prstGeom prst="rect">
            <a:avLst/>
          </a:prstGeom>
          <a:ln w="12700">
            <a:solidFill>
              <a:schemeClr val="accent1"/>
            </a:solidFill>
          </a:ln>
        </p:spPr>
      </p:pic>
    </p:spTree>
    <p:extLst>
      <p:ext uri="{BB962C8B-B14F-4D97-AF65-F5344CB8AC3E}">
        <p14:creationId xmlns:p14="http://schemas.microsoft.com/office/powerpoint/2010/main" val="174513959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21375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sp>
        <p:nvSpPr>
          <p:cNvPr id="2" name="직사각형 1">
            <a:hlinkClick r:id="" action="ppaction://hlinkshowjump?jump=firstslide"/>
            <a:extLst>
              <a:ext uri="{FF2B5EF4-FFF2-40B4-BE49-F238E27FC236}">
                <a16:creationId xmlns:a16="http://schemas.microsoft.com/office/drawing/2014/main" id="{C8883D71-1A5F-8D32-2834-E815B765CC3C}"/>
              </a:ext>
            </a:extLst>
          </p:cNvPr>
          <p:cNvSpPr/>
          <p:nvPr/>
        </p:nvSpPr>
        <p:spPr>
          <a:xfrm>
            <a:off x="1606444" y="474063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9713173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sp>
        <p:nvSpPr>
          <p:cNvPr id="2" name="직사각형 1">
            <a:hlinkClick r:id="" action="ppaction://hlinkshowjump?jump=firstslide"/>
            <a:extLst>
              <a:ext uri="{FF2B5EF4-FFF2-40B4-BE49-F238E27FC236}">
                <a16:creationId xmlns:a16="http://schemas.microsoft.com/office/drawing/2014/main" id="{14B0B56C-2E9B-7F74-9A9B-919192739A35}"/>
              </a:ext>
            </a:extLst>
          </p:cNvPr>
          <p:cNvSpPr/>
          <p:nvPr/>
        </p:nvSpPr>
        <p:spPr>
          <a:xfrm>
            <a:off x="1642478" y="2786062"/>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1208772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sp>
        <p:nvSpPr>
          <p:cNvPr id="2" name="직사각형 1">
            <a:hlinkClick r:id="" action="ppaction://hlinkshowjump?jump=firstslide"/>
            <a:extLst>
              <a:ext uri="{FF2B5EF4-FFF2-40B4-BE49-F238E27FC236}">
                <a16:creationId xmlns:a16="http://schemas.microsoft.com/office/drawing/2014/main" id="{B6BC9B08-AEC9-832B-E7FF-06C424A7A182}"/>
              </a:ext>
            </a:extLst>
          </p:cNvPr>
          <p:cNvSpPr/>
          <p:nvPr/>
        </p:nvSpPr>
        <p:spPr>
          <a:xfrm>
            <a:off x="1678513" y="251546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495955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62089</TotalTime>
  <Words>16566</Words>
  <Application>Microsoft Macintosh PowerPoint</Application>
  <PresentationFormat>사용자 지정</PresentationFormat>
  <Paragraphs>3651</Paragraphs>
  <Slides>75</Slides>
  <Notes>73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75</vt:i4>
      </vt:variant>
    </vt:vector>
  </HeadingPairs>
  <TitlesOfParts>
    <vt:vector size="85" baseType="lpstr">
      <vt:lpstr>Arial</vt:lpstr>
      <vt:lpstr>Century Gothic</vt:lpstr>
      <vt:lpstr>Calibri</vt:lpstr>
      <vt:lpstr>Cambria Math</vt:lpstr>
      <vt:lpstr>Lato</vt:lpstr>
      <vt:lpstr>Britannic Bold</vt:lpstr>
      <vt:lpstr>Helvetica Neue</vt:lpstr>
      <vt:lpstr>맑은 고딕</vt:lpstr>
      <vt:lpstr>Gulim</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488</cp:revision>
  <dcterms:created xsi:type="dcterms:W3CDTF">2022-05-17T08:00:10Z</dcterms:created>
  <dcterms:modified xsi:type="dcterms:W3CDTF">2025-04-15T04:05:50Z</dcterms:modified>
</cp:coreProperties>
</file>