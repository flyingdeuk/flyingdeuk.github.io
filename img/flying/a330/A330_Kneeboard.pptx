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7"/>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4" r:id="rId30"/>
    <p:sldId id="280" r:id="rId31"/>
    <p:sldId id="340" r:id="rId32"/>
    <p:sldId id="341" r:id="rId33"/>
    <p:sldId id="377" r:id="rId34"/>
    <p:sldId id="379" r:id="rId35"/>
    <p:sldId id="308" r:id="rId36"/>
    <p:sldId id="451" r:id="rId37"/>
    <p:sldId id="309" r:id="rId38"/>
    <p:sldId id="389" r:id="rId39"/>
    <p:sldId id="390" r:id="rId40"/>
    <p:sldId id="442" r:id="rId41"/>
    <p:sldId id="443" r:id="rId42"/>
    <p:sldId id="447" r:id="rId43"/>
    <p:sldId id="448" r:id="rId44"/>
    <p:sldId id="449" r:id="rId45"/>
    <p:sldId id="450" r:id="rId46"/>
    <p:sldId id="452" r:id="rId47"/>
    <p:sldId id="453" r:id="rId48"/>
    <p:sldId id="436" r:id="rId49"/>
    <p:sldId id="376" r:id="rId50"/>
    <p:sldId id="434" r:id="rId51"/>
    <p:sldId id="437" r:id="rId52"/>
    <p:sldId id="439" r:id="rId53"/>
    <p:sldId id="438" r:id="rId54"/>
    <p:sldId id="444" r:id="rId55"/>
    <p:sldId id="445" r:id="rId56"/>
    <p:sldId id="446" r:id="rId57"/>
    <p:sldId id="422" r:id="rId58"/>
    <p:sldId id="385" r:id="rId59"/>
    <p:sldId id="365" r:id="rId60"/>
    <p:sldId id="366" r:id="rId61"/>
    <p:sldId id="423" r:id="rId62"/>
    <p:sldId id="384" r:id="rId63"/>
    <p:sldId id="283" r:id="rId64"/>
    <p:sldId id="286" r:id="rId65"/>
    <p:sldId id="428" r:id="rId66"/>
    <p:sldId id="288" r:id="rId67"/>
    <p:sldId id="289" r:id="rId68"/>
    <p:sldId id="290" r:id="rId69"/>
    <p:sldId id="424" r:id="rId70"/>
    <p:sldId id="302" r:id="rId71"/>
    <p:sldId id="303" r:id="rId72"/>
    <p:sldId id="426" r:id="rId73"/>
    <p:sldId id="427" r:id="rId74"/>
    <p:sldId id="430" r:id="rId75"/>
    <p:sldId id="281" r:id="rId76"/>
  </p:sldIdLst>
  <p:sldSz cx="2328863" cy="5572125"/>
  <p:notesSz cx="6858000" cy="9144000"/>
  <p:embeddedFontLst>
    <p:embeddedFont>
      <p:font typeface="맑은 고딕" panose="020B0503020000020004" pitchFamily="34" charset="-127"/>
      <p:regular r:id="rId78"/>
      <p:bold r:id="rId79"/>
    </p:embeddedFont>
    <p:embeddedFont>
      <p:font typeface="Cambria Math" panose="02040503050406030204" pitchFamily="18" charset="0"/>
      <p:regular r:id="rId80"/>
    </p:embeddedFont>
    <p:embeddedFont>
      <p:font typeface="Century Gothic" panose="020B0502020202020204" pitchFamily="34" charset="0"/>
      <p:regular r:id="rId81"/>
      <p:bold r:id="rId82"/>
      <p:italic r:id="rId83"/>
      <p:boldItalic r:id="rId84"/>
    </p:embeddedFont>
    <p:embeddedFont>
      <p:font typeface="Helvetica Neue" panose="02000503000000020004" pitchFamily="2" charset="0"/>
      <p:regular r:id="rId85"/>
      <p:bold r:id="rId86"/>
      <p:italic r:id="rId87"/>
      <p:boldItalic r:id="rId88"/>
    </p:embeddedFont>
    <p:embeddedFont>
      <p:font typeface="Lato" panose="020F0502020204030203" pitchFamily="34" charset="0"/>
      <p:regular r:id="rId89"/>
      <p:bold r:id="rId90"/>
      <p:italic r:id="rId91"/>
      <p:boldItalic r:id="rId9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99"/>
    <p:restoredTop sz="96966"/>
  </p:normalViewPr>
  <p:slideViewPr>
    <p:cSldViewPr snapToGrid="0" showGuides="1">
      <p:cViewPr>
        <p:scale>
          <a:sx n="400" d="100"/>
          <a:sy n="400" d="100"/>
        </p:scale>
        <p:origin x="3448" y="24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7.fntdata"/><Relationship Id="rId89"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2.fntdata"/><Relationship Id="rId5" Type="http://schemas.openxmlformats.org/officeDocument/2006/relationships/slide" Target="slides/slide4.xml"/><Relationship Id="rId90"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font" Target="fonts/font3.fntdata"/><Relationship Id="rId85"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6.fntdata"/><Relationship Id="rId88" Type="http://schemas.openxmlformats.org/officeDocument/2006/relationships/font" Target="fonts/font11.fntdata"/><Relationship Id="rId91"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1.fntdata"/><Relationship Id="rId81" Type="http://schemas.openxmlformats.org/officeDocument/2006/relationships/font" Target="fonts/font4.fntdata"/><Relationship Id="rId86"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5.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0.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5.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9D2EDABF-C212-7316-97DC-BC4576DA2BCC}"/>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BAA13982-88D1-4629-BF2E-6A157A5CA1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D0C39F39-BCE2-FC21-9F0E-057B3C4BCB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089905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2.xml"/><Relationship Id="rId18" Type="http://schemas.openxmlformats.org/officeDocument/2006/relationships/slide" Target="slide7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9.xml"/><Relationship Id="rId17" Type="http://schemas.openxmlformats.org/officeDocument/2006/relationships/slide" Target="slide72.xml"/><Relationship Id="rId2" Type="http://schemas.openxmlformats.org/officeDocument/2006/relationships/notesSlide" Target="../notesSlides/notesSlide1.xml"/><Relationship Id="rId16" Type="http://schemas.openxmlformats.org/officeDocument/2006/relationships/slide" Target="slide68.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8.xml"/><Relationship Id="rId5" Type="http://schemas.openxmlformats.org/officeDocument/2006/relationships/slide" Target="slide7.xml"/><Relationship Id="rId15" Type="http://schemas.openxmlformats.org/officeDocument/2006/relationships/slide" Target="slide66.xml"/><Relationship Id="rId10" Type="http://schemas.openxmlformats.org/officeDocument/2006/relationships/slide" Target="slide57.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4.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3.xml"/><Relationship Id="rId3" Type="http://schemas.openxmlformats.org/officeDocument/2006/relationships/slide" Target="slide38.xml"/><Relationship Id="rId7" Type="http://schemas.openxmlformats.org/officeDocument/2006/relationships/slide" Target="slide42.xml"/><Relationship Id="rId12" Type="http://schemas.openxmlformats.org/officeDocument/2006/relationships/slide" Target="slide47.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6.xml"/><Relationship Id="rId5" Type="http://schemas.openxmlformats.org/officeDocument/2006/relationships/slide" Target="slide40.xml"/><Relationship Id="rId10" Type="http://schemas.openxmlformats.org/officeDocument/2006/relationships/slide" Target="slide45.xml"/><Relationship Id="rId4" Type="http://schemas.openxmlformats.org/officeDocument/2006/relationships/slide" Target="slide39.xml"/><Relationship Id="rId9" Type="http://schemas.openxmlformats.org/officeDocument/2006/relationships/slide" Target="slide44.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6.xml"/><Relationship Id="rId3" Type="http://schemas.openxmlformats.org/officeDocument/2006/relationships/slide" Target="slide48.xml"/><Relationship Id="rId7" Type="http://schemas.openxmlformats.org/officeDocument/2006/relationships/slide" Target="slide54.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3.xml"/><Relationship Id="rId5" Type="http://schemas.openxmlformats.org/officeDocument/2006/relationships/slide" Target="slide51.xml"/><Relationship Id="rId4" Type="http://schemas.openxmlformats.org/officeDocument/2006/relationships/slide" Target="slide50.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0.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0.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0.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0.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16.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slide" Target="slide64.xml"/><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64.xml"/></Relationships>
</file>

<file path=ppt/slides/_rels/slide6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2.jpeg"/><Relationship Id="rId5" Type="http://schemas.openxmlformats.org/officeDocument/2006/relationships/image" Target="../media/image21.jpeg"/><Relationship Id="rId4" Type="http://schemas.openxmlformats.org/officeDocument/2006/relationships/slide" Target="slide2.xml"/></Relationships>
</file>

<file path=ppt/slides/_rels/slide7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25.4.12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870550029"/>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nvGraphicFramePr>
        <p:xfrm>
          <a:off x="-4122" y="2102900"/>
          <a:ext cx="2328850" cy="7341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ore-KR" sz="800" dirty="0"/>
                        <a:t>MX22 </a:t>
                      </a:r>
                      <a:r>
                        <a:rPr lang="ko-KR" altLang="en-US" sz="800" dirty="0"/>
                        <a:t>이전 </a:t>
                      </a:r>
                      <a:r>
                        <a:rPr lang="en-US" altLang="ko-KR" sz="800" dirty="0"/>
                        <a:t>:</a:t>
                      </a:r>
                      <a:r>
                        <a:rPr lang="ko-KR" altLang="en-US" sz="800" dirty="0"/>
                        <a:t> </a:t>
                      </a: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                         (DCT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r h="10092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800" dirty="0"/>
                        <a:t>MX22 </a:t>
                      </a:r>
                      <a:r>
                        <a:rPr lang="ko-KR" altLang="en-US" sz="800" dirty="0"/>
                        <a:t>이후 </a:t>
                      </a:r>
                      <a:r>
                        <a:rPr lang="en-US" altLang="ko-KR" sz="800" dirty="0"/>
                        <a:t>:</a:t>
                      </a:r>
                      <a:r>
                        <a:rPr lang="ko-KR" altLang="en-US" sz="800" dirty="0"/>
                        <a:t> </a:t>
                      </a:r>
                      <a:r>
                        <a:rPr lang="en-US" altLang="ko-KR" sz="800" dirty="0"/>
                        <a:t>REQ RDR Vector</a:t>
                      </a:r>
                    </a:p>
                  </a:txBody>
                  <a:tcPr marL="36000" marR="36000" marT="36000" marB="36000" anchor="ctr"/>
                </a:tc>
                <a:extLst>
                  <a:ext uri="{0D108BD9-81ED-4DB2-BD59-A6C34878D82A}">
                    <a16:rowId xmlns:a16="http://schemas.microsoft.com/office/drawing/2014/main" val="3324277550"/>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44244" y="1011431"/>
              <a:ext cx="625492" cy="153888"/>
            </a:xfrm>
            <a:prstGeom prst="rect">
              <a:avLst/>
            </a:prstGeom>
            <a:noFill/>
          </p:spPr>
          <p:txBody>
            <a:bodyPr wrap="none" rtlCol="0">
              <a:spAutoFit/>
            </a:bodyPr>
            <a:lstStyle/>
            <a:p>
              <a:pPr algn="ctr"/>
              <a:r>
                <a:rPr kumimoji="1" lang="en-US" altLang="ko-Kore-KR" sz="400" b="1" dirty="0"/>
                <a:t>IKL 3NM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23086" y="1022518"/>
              <a:ext cx="670376" cy="153888"/>
            </a:xfrm>
            <a:prstGeom prst="rect">
              <a:avLst/>
            </a:prstGeom>
            <a:noFill/>
          </p:spPr>
          <p:txBody>
            <a:bodyPr wrap="none" rtlCol="0">
              <a:spAutoFit/>
            </a:bodyPr>
            <a:lstStyle/>
            <a:p>
              <a:pPr algn="ctr"/>
              <a:r>
                <a:rPr kumimoji="1" lang="en-US" altLang="ko-Kore-KR" sz="400" b="1" dirty="0"/>
                <a:t>IKL 8NM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684900"/>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nvGraphicFramePr>
        <p:xfrm>
          <a:off x="0" y="2972344"/>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16589"/>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53763" y="3664513"/>
              <a:ext cx="614272" cy="153888"/>
            </a:xfrm>
            <a:prstGeom prst="rect">
              <a:avLst/>
            </a:prstGeom>
            <a:noFill/>
          </p:spPr>
          <p:txBody>
            <a:bodyPr wrap="none" rtlCol="0">
              <a:spAutoFit/>
            </a:bodyPr>
            <a:lstStyle/>
            <a:p>
              <a:pPr algn="ctr"/>
              <a:r>
                <a:rPr kumimoji="1" lang="en-US" altLang="ko-Kore-KR" sz="400" b="1" dirty="0"/>
                <a:t>ITL 7NM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36883" y="3643850"/>
              <a:ext cx="688010" cy="153888"/>
            </a:xfrm>
            <a:prstGeom prst="rect">
              <a:avLst/>
            </a:prstGeom>
            <a:noFill/>
          </p:spPr>
          <p:txBody>
            <a:bodyPr wrap="none" rtlCol="0">
              <a:spAutoFit/>
            </a:bodyPr>
            <a:lstStyle/>
            <a:p>
              <a:pPr algn="ctr"/>
              <a:r>
                <a:rPr kumimoji="1" lang="en-US" altLang="ko-Kore-KR" sz="400" b="1" dirty="0"/>
                <a:t>ITL 12NM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nvGraphicFramePr>
        <p:xfrm>
          <a:off x="3610" y="4662700"/>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94702725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FE314CA6-8CAD-6519-0B4A-3DC33F50156C}"/>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AF6B8775-4B7D-6517-2BC5-64FF75739782}"/>
              </a:ext>
            </a:extLst>
          </p:cNvPr>
          <p:cNvGraphicFramePr/>
          <p:nvPr/>
        </p:nvGraphicFramePr>
        <p:xfrm>
          <a:off x="-4122" y="2102900"/>
          <a:ext cx="2328850" cy="7341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ore-KR" sz="800" dirty="0"/>
                        <a:t>MX22 </a:t>
                      </a:r>
                      <a:r>
                        <a:rPr lang="ko-KR" altLang="en-US" sz="800" dirty="0"/>
                        <a:t>이전 </a:t>
                      </a:r>
                      <a:r>
                        <a:rPr lang="en-US" altLang="ko-KR" sz="800" dirty="0"/>
                        <a:t>:</a:t>
                      </a:r>
                      <a:r>
                        <a:rPr lang="ko-KR" altLang="en-US" sz="800" dirty="0"/>
                        <a:t> </a:t>
                      </a: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                         (DCT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r h="10092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800" dirty="0"/>
                        <a:t>MX22 </a:t>
                      </a:r>
                      <a:r>
                        <a:rPr lang="ko-KR" altLang="en-US" sz="800" dirty="0"/>
                        <a:t>이후 </a:t>
                      </a:r>
                      <a:r>
                        <a:rPr lang="en-US" altLang="ko-KR" sz="800" dirty="0"/>
                        <a:t>:</a:t>
                      </a:r>
                      <a:r>
                        <a:rPr lang="ko-KR" altLang="en-US" sz="800" dirty="0"/>
                        <a:t> </a:t>
                      </a:r>
                      <a:r>
                        <a:rPr lang="en-US" altLang="ko-KR" sz="800" dirty="0"/>
                        <a:t>REQ RDR Vector</a:t>
                      </a:r>
                    </a:p>
                  </a:txBody>
                  <a:tcPr marL="36000" marR="36000" marT="36000" marB="36000" anchor="ctr"/>
                </a:tc>
                <a:extLst>
                  <a:ext uri="{0D108BD9-81ED-4DB2-BD59-A6C34878D82A}">
                    <a16:rowId xmlns:a16="http://schemas.microsoft.com/office/drawing/2014/main" val="3324277550"/>
                  </a:ext>
                </a:extLst>
              </a:tr>
            </a:tbl>
          </a:graphicData>
        </a:graphic>
      </p:graphicFrame>
      <p:graphicFrame>
        <p:nvGraphicFramePr>
          <p:cNvPr id="138" name="Google Shape;138;p4">
            <a:extLst>
              <a:ext uri="{FF2B5EF4-FFF2-40B4-BE49-F238E27FC236}">
                <a16:creationId xmlns:a16="http://schemas.microsoft.com/office/drawing/2014/main" id="{C8A16707-09F2-C752-56FF-AA72DFBDC414}"/>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65B32010-29A4-A1CE-A161-957211F52177}"/>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118ABE9F-29ED-2C4A-FDCD-04489B92AF14}"/>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08C6D453-1EEF-FD47-FBED-32BF7A8AA455}"/>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465B4E8C-A0CF-7691-1E7C-4820920674E4}"/>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38BA12C4-B61F-044A-978F-C2580B491938}"/>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E861ED41-C1CE-845A-237D-6F4B681F473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6F68568C-1341-64EF-4102-E92B3503A33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635F7024-8385-22FA-82E9-7A41D0F90E61}"/>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086F73D3-B77A-1173-3CEE-9C00D071D70B}"/>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A0FD52B3-9E84-EF84-63D2-19C84E8DF406}"/>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A3121276-4143-BD8C-E55A-8E38C394F7DB}"/>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14A3330-FD7E-A5B4-C1D5-A56D5CCE397A}"/>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0D6417B-A6FF-3A3A-E70C-14B01BFD6A40}"/>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B24781D8-D53B-5CEF-7354-EDEFC9FCCEBE}"/>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11842798-6118-4B41-CBE6-AEF1FA20AA1E}"/>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912E6C8B-3B62-B96C-2550-A858673F9C91}"/>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0B598DB3-9C94-C635-10DD-77DFE672CA03}"/>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F9E01307-8B00-8F9E-B42F-B5FFAFF3A20A}"/>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2EC20D6D-F973-C364-0F1D-36F8FA2825FC}"/>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58C3E386-32FC-6710-7C4F-7BD09B9A4902}"/>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031AD8BC-346B-98C4-8F4B-7A9DD1D9A1E2}"/>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BCEA578A-466D-8ADB-6EC0-E673862A85B4}"/>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5F26C91-83E4-C653-73B9-67B1F41F272D}"/>
                </a:ext>
              </a:extLst>
            </p:cNvPr>
            <p:cNvSpPr txBox="1"/>
            <p:nvPr/>
          </p:nvSpPr>
          <p:spPr>
            <a:xfrm>
              <a:off x="444244" y="1011431"/>
              <a:ext cx="625492" cy="153888"/>
            </a:xfrm>
            <a:prstGeom prst="rect">
              <a:avLst/>
            </a:prstGeom>
            <a:noFill/>
          </p:spPr>
          <p:txBody>
            <a:bodyPr wrap="none" rtlCol="0">
              <a:spAutoFit/>
            </a:bodyPr>
            <a:lstStyle/>
            <a:p>
              <a:pPr algn="ctr"/>
              <a:r>
                <a:rPr kumimoji="1" lang="en-US" altLang="ko-Kore-KR" sz="400" b="1" dirty="0"/>
                <a:t>IKL 3NM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448C2743-9AC2-4685-99B4-A964BB5DE899}"/>
                </a:ext>
              </a:extLst>
            </p:cNvPr>
            <p:cNvSpPr txBox="1"/>
            <p:nvPr/>
          </p:nvSpPr>
          <p:spPr>
            <a:xfrm>
              <a:off x="1023086" y="1022518"/>
              <a:ext cx="670376" cy="153888"/>
            </a:xfrm>
            <a:prstGeom prst="rect">
              <a:avLst/>
            </a:prstGeom>
            <a:noFill/>
          </p:spPr>
          <p:txBody>
            <a:bodyPr wrap="none" rtlCol="0">
              <a:spAutoFit/>
            </a:bodyPr>
            <a:lstStyle/>
            <a:p>
              <a:pPr algn="ctr"/>
              <a:r>
                <a:rPr kumimoji="1" lang="en-US" altLang="ko-Kore-KR" sz="400" b="1" dirty="0"/>
                <a:t>IKL 8NM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558852F9-0722-948D-BE68-EAA16E87214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EB5CE4E-3EA8-DC50-6749-8E006820E7D2}"/>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F9829A0E-8B30-8979-9F98-754152C89C1D}"/>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5536A54D-65B8-354D-5628-668FFAD74200}"/>
              </a:ext>
            </a:extLst>
          </p:cNvPr>
          <p:cNvSpPr txBox="1"/>
          <p:nvPr/>
        </p:nvSpPr>
        <p:spPr>
          <a:xfrm>
            <a:off x="1615990" y="3684900"/>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68462F74-BD7C-544E-80B0-2AC259B73CE3}"/>
              </a:ext>
            </a:extLst>
          </p:cNvPr>
          <p:cNvGraphicFramePr/>
          <p:nvPr/>
        </p:nvGraphicFramePr>
        <p:xfrm>
          <a:off x="0" y="2972344"/>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AB1AC6A5-A426-978B-96B5-2B2519BF7DA9}"/>
              </a:ext>
            </a:extLst>
          </p:cNvPr>
          <p:cNvGrpSpPr/>
          <p:nvPr/>
        </p:nvGrpSpPr>
        <p:grpSpPr>
          <a:xfrm>
            <a:off x="0" y="3716589"/>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0C5D2D52-BBDD-E906-EAEE-A51F18E3DE59}"/>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60D9C39D-9BE2-87FA-415A-55E2FE6ED084}"/>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E60B53C9-279E-3C87-D257-2E2BA20B2866}"/>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D7E08F68-CD02-463E-21EF-A6DD2519BB5A}"/>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0CEE841A-E4C1-14C5-5166-9E5E2970E1EF}"/>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F6B00E86-5ABF-5224-266A-DC5B65E81CB2}"/>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02E8FB6-F583-6295-8A8C-D6C122CAB486}"/>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B80A3FDE-C98E-AB41-80E6-47190A8358C6}"/>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2D660672-6047-C93E-051F-E7B00F2C61C8}"/>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6A375F86-368D-B7F5-3EBD-1CA555B32833}"/>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0EB8DD70-74F3-60BB-FD81-C105AF008205}"/>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FAEBE2FC-503E-866E-F5D6-3587FC1E22D7}"/>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8EBA1361-5411-6F11-C6D5-729A96FAA39F}"/>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1D888BA3-3661-89D9-9E59-7E965268F6AE}"/>
                </a:ext>
              </a:extLst>
            </p:cNvPr>
            <p:cNvSpPr txBox="1"/>
            <p:nvPr/>
          </p:nvSpPr>
          <p:spPr>
            <a:xfrm>
              <a:off x="553763" y="3664513"/>
              <a:ext cx="614272" cy="153888"/>
            </a:xfrm>
            <a:prstGeom prst="rect">
              <a:avLst/>
            </a:prstGeom>
            <a:noFill/>
          </p:spPr>
          <p:txBody>
            <a:bodyPr wrap="none" rtlCol="0">
              <a:spAutoFit/>
            </a:bodyPr>
            <a:lstStyle/>
            <a:p>
              <a:pPr algn="ctr"/>
              <a:r>
                <a:rPr kumimoji="1" lang="en-US" altLang="ko-Kore-KR" sz="400" b="1" dirty="0"/>
                <a:t>ITL 7NM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46E2FAE7-928E-021A-7504-529E0AF2A690}"/>
                </a:ext>
              </a:extLst>
            </p:cNvPr>
            <p:cNvSpPr txBox="1"/>
            <p:nvPr/>
          </p:nvSpPr>
          <p:spPr>
            <a:xfrm>
              <a:off x="1136883" y="3643850"/>
              <a:ext cx="688010" cy="153888"/>
            </a:xfrm>
            <a:prstGeom prst="rect">
              <a:avLst/>
            </a:prstGeom>
            <a:noFill/>
          </p:spPr>
          <p:txBody>
            <a:bodyPr wrap="none" rtlCol="0">
              <a:spAutoFit/>
            </a:bodyPr>
            <a:lstStyle/>
            <a:p>
              <a:pPr algn="ctr"/>
              <a:r>
                <a:rPr kumimoji="1" lang="en-US" altLang="ko-Kore-KR" sz="400" b="1" dirty="0"/>
                <a:t>ITL 12NM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645BA5A-F46F-73E6-43CC-4FBAA31FE9D7}"/>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AE97B60-3344-9309-F525-53E2427C431E}"/>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77689CF-C9B2-B881-0C01-F7DAD19BBA67}"/>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170AAC41-BAD9-1B79-0E78-C3E85A611BEF}"/>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1509EBB7-052B-BA9F-7E93-E9106A7F50C6}"/>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E11A0252-C7E4-45C2-EBB2-E39542830843}"/>
              </a:ext>
            </a:extLst>
          </p:cNvPr>
          <p:cNvGraphicFramePr/>
          <p:nvPr/>
        </p:nvGraphicFramePr>
        <p:xfrm>
          <a:off x="3610" y="4662700"/>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698860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79542984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1514798156"/>
              </p:ext>
            </p:extLst>
          </p:nvPr>
        </p:nvGraphicFramePr>
        <p:xfrm>
          <a:off x="0" y="1"/>
          <a:ext cx="2328875" cy="540014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41863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Port Moresby to YBBB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Before 15-45min</a:t>
                      </a:r>
                    </a:p>
                  </a:txBody>
                  <a:tcPr marL="36000" marR="36000" marT="36000" marB="36000"/>
                </a:tc>
                <a:extLst>
                  <a:ext uri="{0D108BD9-81ED-4DB2-BD59-A6C34878D82A}">
                    <a16:rowId xmlns:a16="http://schemas.microsoft.com/office/drawing/2014/main" val="2301160211"/>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62019</TotalTime>
  <Words>16495</Words>
  <Application>Microsoft Macintosh PowerPoint</Application>
  <PresentationFormat>사용자 지정</PresentationFormat>
  <Paragraphs>3637</Paragraphs>
  <Slides>75</Slides>
  <Notes>73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75</vt:i4>
      </vt:variant>
    </vt:vector>
  </HeadingPairs>
  <TitlesOfParts>
    <vt:vector size="85" baseType="lpstr">
      <vt:lpstr>맑은 고딕</vt:lpstr>
      <vt:lpstr>Gulim</vt:lpstr>
      <vt:lpstr>Lato</vt:lpstr>
      <vt:lpstr>Helvetica Neue</vt:lpstr>
      <vt:lpstr>Arial</vt:lpstr>
      <vt:lpstr>Century Gothic</vt:lpstr>
      <vt:lpstr>Calibri</vt:lpstr>
      <vt:lpstr>Cambria Math</vt:lpstr>
      <vt:lpstr>Britannic Bold</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481</cp:revision>
  <dcterms:created xsi:type="dcterms:W3CDTF">2022-05-17T08:00:10Z</dcterms:created>
  <dcterms:modified xsi:type="dcterms:W3CDTF">2025-04-12T08:18:10Z</dcterms:modified>
</cp:coreProperties>
</file>