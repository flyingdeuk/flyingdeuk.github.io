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598"/>
    <p:restoredTop sz="96966"/>
  </p:normalViewPr>
  <p:slideViewPr>
    <p:cSldViewPr snapToGrid="0" showGuides="1">
      <p:cViewPr>
        <p:scale>
          <a:sx n="255" d="100"/>
          <a:sy n="255" d="100"/>
        </p:scale>
        <p:origin x="2032" y="-463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25.</a:t>
            </a:r>
            <a:r>
              <a:rPr lang="en-US" altLang="ko-KR" sz="1100" b="1">
                <a:solidFill>
                  <a:srgbClr val="92D050"/>
                </a:solidFill>
                <a:latin typeface="Calibri"/>
                <a:ea typeface="Calibri"/>
                <a:cs typeface="Calibri"/>
                <a:sym typeface="Calibri"/>
              </a:rPr>
              <a:t>11</a:t>
            </a:r>
            <a:r>
              <a:rPr lang="en-US" sz="1100" b="1">
                <a:solidFill>
                  <a:srgbClr val="92D050"/>
                </a:solidFill>
                <a:latin typeface="Calibri"/>
                <a:ea typeface="Calibri"/>
                <a:cs typeface="Calibri"/>
                <a:sym typeface="Calibri"/>
              </a:rPr>
              <a:t>.8</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390170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73199625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3596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5769"/>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A1FFFC67-4DD4-B935-3491-BB4BFD20E434}"/>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95769"/>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EF79AD12-ACBF-7B9C-DE7F-B66EE0A81D42}"/>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354577321"/>
              </p:ext>
            </p:extLst>
          </p:nvPr>
        </p:nvGraphicFramePr>
        <p:xfrm>
          <a:off x="55" y="3948143"/>
          <a:ext cx="2328808" cy="162073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3525546489"/>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3330892991"/>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856"/>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5527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3651648F-5BD4-1B51-DF11-BE069D622D81}"/>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35F041F3-8CEE-2289-3D54-66EC2432D1FC}"/>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7767"/>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6DB8C0A-9FDB-D500-4B6E-AAF42C7475A7}"/>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22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08383AA-5D5A-E28C-18F3-0EB17505093B}"/>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graphicFrame>
        <p:nvGraphicFramePr>
          <p:cNvPr id="4" name="Google Shape;283;p17">
            <a:extLst>
              <a:ext uri="{FF2B5EF4-FFF2-40B4-BE49-F238E27FC236}">
                <a16:creationId xmlns:a16="http://schemas.microsoft.com/office/drawing/2014/main" id="{1D7BA7C5-8739-AF4E-DDC8-5FE304233D37}"/>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EBBE4192-89D5-F236-40B9-82704EDE2F10}"/>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4BDF002B-7EF3-29AC-B874-7A9E4472E24D}"/>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DEAFD1F-9E4F-E55E-0EB1-841E49511ADB}"/>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8680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A0876062-25D3-1835-D844-63684C310CA9}"/>
              </a:ext>
            </a:extLst>
          </p:cNvPr>
          <p:cNvGraphicFramePr/>
          <p:nvPr>
            <p:extLst>
              <p:ext uri="{D42A27DB-BD31-4B8C-83A1-F6EECF244321}">
                <p14:modId xmlns:p14="http://schemas.microsoft.com/office/powerpoint/2010/main" val="1485755593"/>
              </p:ext>
            </p:extLst>
          </p:nvPr>
        </p:nvGraphicFramePr>
        <p:xfrm>
          <a:off x="11589" y="3439943"/>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83172</TotalTime>
  <Words>27375</Words>
  <Application>Microsoft Macintosh PowerPoint</Application>
  <PresentationFormat>사용자 지정</PresentationFormat>
  <Paragraphs>6679</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Calibri</vt:lpstr>
      <vt:lpstr>Cambria Math</vt:lpstr>
      <vt:lpstr>Britannic Bold</vt:lpstr>
      <vt:lpstr>맑은 고딕</vt:lpstr>
      <vt:lpstr>Gulim</vt:lpstr>
      <vt:lpstr>Helvetica Neue</vt:lpstr>
      <vt:lpstr>Arial</vt:lpstr>
      <vt:lpstr>Lato</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591</cp:revision>
  <dcterms:created xsi:type="dcterms:W3CDTF">2022-05-17T08:00:10Z</dcterms:created>
  <dcterms:modified xsi:type="dcterms:W3CDTF">2025-11-12T17:56:07Z</dcterms:modified>
</cp:coreProperties>
</file>