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96"/>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377" r:id="rId38"/>
    <p:sldId id="379" r:id="rId39"/>
    <p:sldId id="308" r:id="rId40"/>
    <p:sldId id="451" r:id="rId41"/>
    <p:sldId id="309" r:id="rId42"/>
    <p:sldId id="457" r:id="rId43"/>
    <p:sldId id="458" r:id="rId44"/>
    <p:sldId id="459" r:id="rId45"/>
    <p:sldId id="463" r:id="rId46"/>
    <p:sldId id="464" r:id="rId47"/>
    <p:sldId id="465" r:id="rId48"/>
    <p:sldId id="342" r:id="rId49"/>
    <p:sldId id="466" r:id="rId50"/>
    <p:sldId id="344" r:id="rId51"/>
    <p:sldId id="389" r:id="rId52"/>
    <p:sldId id="390" r:id="rId53"/>
    <p:sldId id="442" r:id="rId54"/>
    <p:sldId id="443" r:id="rId55"/>
    <p:sldId id="447" r:id="rId56"/>
    <p:sldId id="448" r:id="rId57"/>
    <p:sldId id="449" r:id="rId58"/>
    <p:sldId id="450" r:id="rId59"/>
    <p:sldId id="452" r:id="rId60"/>
    <p:sldId id="453" r:id="rId61"/>
    <p:sldId id="460" r:id="rId62"/>
    <p:sldId id="462" r:id="rId63"/>
    <p:sldId id="461" r:id="rId64"/>
    <p:sldId id="436" r:id="rId65"/>
    <p:sldId id="376" r:id="rId66"/>
    <p:sldId id="434" r:id="rId67"/>
    <p:sldId id="437" r:id="rId68"/>
    <p:sldId id="439" r:id="rId69"/>
    <p:sldId id="438" r:id="rId70"/>
    <p:sldId id="444" r:id="rId71"/>
    <p:sldId id="445" r:id="rId72"/>
    <p:sldId id="446" r:id="rId73"/>
    <p:sldId id="469" r:id="rId74"/>
    <p:sldId id="470" r:id="rId75"/>
    <p:sldId id="471" r:id="rId76"/>
    <p:sldId id="422" r:id="rId77"/>
    <p:sldId id="385" r:id="rId78"/>
    <p:sldId id="365" r:id="rId79"/>
    <p:sldId id="366" r:id="rId80"/>
    <p:sldId id="423" r:id="rId81"/>
    <p:sldId id="384" r:id="rId82"/>
    <p:sldId id="283" r:id="rId83"/>
    <p:sldId id="286" r:id="rId84"/>
    <p:sldId id="428" r:id="rId85"/>
    <p:sldId id="288" r:id="rId86"/>
    <p:sldId id="289" r:id="rId87"/>
    <p:sldId id="290" r:id="rId88"/>
    <p:sldId id="424" r:id="rId89"/>
    <p:sldId id="302" r:id="rId90"/>
    <p:sldId id="303" r:id="rId91"/>
    <p:sldId id="426" r:id="rId92"/>
    <p:sldId id="427" r:id="rId93"/>
    <p:sldId id="430" r:id="rId94"/>
    <p:sldId id="281" r:id="rId95"/>
  </p:sldIdLst>
  <p:sldSz cx="2328863" cy="5572125"/>
  <p:notesSz cx="6858000" cy="9144000"/>
  <p:embeddedFontLst>
    <p:embeddedFont>
      <p:font typeface="맑은 고딕" panose="020B0503020000020004" pitchFamily="34" charset="-127"/>
      <p:regular r:id="rId97"/>
      <p:bold r:id="rId98"/>
    </p:embeddedFont>
    <p:embeddedFont>
      <p:font typeface="Cambria Math" panose="02040503050406030204" pitchFamily="18" charset="0"/>
      <p:regular r:id="rId99"/>
    </p:embeddedFont>
    <p:embeddedFont>
      <p:font typeface="Century Gothic" panose="020B0502020202020204" pitchFamily="34" charset="0"/>
      <p:regular r:id="rId100"/>
      <p:bold r:id="rId101"/>
      <p:italic r:id="rId102"/>
      <p:boldItalic r:id="rId103"/>
    </p:embeddedFont>
    <p:embeddedFont>
      <p:font typeface="Helvetica Neue" panose="02000503000000020004" pitchFamily="2" charset="0"/>
      <p:regular r:id="rId104"/>
      <p:bold r:id="rId105"/>
      <p:italic r:id="rId106"/>
      <p:boldItalic r:id="rId107"/>
    </p:embeddedFont>
    <p:embeddedFont>
      <p:font typeface="Lato" panose="020F0502020204030203" pitchFamily="34" charset="0"/>
      <p:regular r:id="rId108"/>
      <p:bold r:id="rId109"/>
      <p:italic r:id="rId110"/>
      <p:boldItalic r:id="rId111"/>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CFCFC"/>
    <a:srgbClr val="F28943"/>
    <a:srgbClr val="AA47F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393"/>
    <p:restoredTop sz="96966"/>
  </p:normalViewPr>
  <p:slideViewPr>
    <p:cSldViewPr snapToGrid="0" showGuides="1">
      <p:cViewPr>
        <p:scale>
          <a:sx n="201" d="100"/>
          <a:sy n="201" d="100"/>
        </p:scale>
        <p:origin x="656" y="-784"/>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75" Type="http://schemas.openxmlformats.org/officeDocument/2006/relationships/presProps" Target="presProps.xml"/><Relationship Id="rId16" Type="http://schemas.openxmlformats.org/officeDocument/2006/relationships/slide" Target="slides/slide15.xml"/><Relationship Id="rId107" Type="http://schemas.openxmlformats.org/officeDocument/2006/relationships/font" Target="fonts/font11.fntdata"/><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font" Target="fonts/font6.fntdata"/><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font" Target="fonts/font7.fntdata"/><Relationship Id="rId108" Type="http://schemas.openxmlformats.org/officeDocument/2006/relationships/font" Target="fonts/font12.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font" Target="fonts/font10.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font" Target="fonts/font3.fntdata"/><Relationship Id="rId101" Type="http://schemas.openxmlformats.org/officeDocument/2006/relationships/font" Target="fonts/font5.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font" Target="fonts/font13.fntdata"/><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font" Target="fonts/font1.fntdata"/><Relationship Id="rId104" Type="http://schemas.openxmlformats.org/officeDocument/2006/relationships/font" Target="fonts/font8.fntdata"/><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font" Target="fonts/font14.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font" Target="fonts/font4.fntdata"/><Relationship Id="rId105" Type="http://schemas.openxmlformats.org/officeDocument/2006/relationships/font" Target="fonts/font9.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font" Target="fonts/font2.fntdata"/><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font" Target="fonts/font15.fntdata"/><Relationship Id="rId174"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76</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94</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78.xml"/><Relationship Id="rId18" Type="http://schemas.openxmlformats.org/officeDocument/2006/relationships/slide" Target="slide91.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77.xml"/><Relationship Id="rId17" Type="http://schemas.openxmlformats.org/officeDocument/2006/relationships/slide" Target="slide87.xml"/><Relationship Id="rId2" Type="http://schemas.openxmlformats.org/officeDocument/2006/relationships/notesSlide" Target="../notesSlides/notesSlide1.xml"/><Relationship Id="rId16" Type="http://schemas.openxmlformats.org/officeDocument/2006/relationships/slide" Target="slide85.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76.xml"/><Relationship Id="rId5" Type="http://schemas.openxmlformats.org/officeDocument/2006/relationships/slide" Target="slide7.xml"/><Relationship Id="rId15" Type="http://schemas.openxmlformats.org/officeDocument/2006/relationships/slide" Target="slide83.xml"/><Relationship Id="rId10" Type="http://schemas.openxmlformats.org/officeDocument/2006/relationships/hyperlink" Target="https://flyingdeuk.github.io/posts/A330-kneeboard/" TargetMode="External"/><Relationship Id="rId19" Type="http://schemas.openxmlformats.org/officeDocument/2006/relationships/slide" Target="slide92.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81.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2" Type="http://schemas.openxmlformats.org/officeDocument/2006/relationships/notesSlide" Target="../notesSlides/notesSlide5.xml"/><Relationship Id="rId16"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image" Target="../media/image2.png"/><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4.xml"/><Relationship Id="rId13" Type="http://schemas.openxmlformats.org/officeDocument/2006/relationships/image" Target="../media/image2.png"/><Relationship Id="rId3" Type="http://schemas.openxmlformats.org/officeDocument/2006/relationships/slide" Target="slide37.xml"/><Relationship Id="rId7" Type="http://schemas.openxmlformats.org/officeDocument/2006/relationships/slide" Target="slide42.xml"/><Relationship Id="rId12" Type="http://schemas.openxmlformats.org/officeDocument/2006/relationships/slide" Target="slide50.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slide" Target="slide41.xml"/><Relationship Id="rId11" Type="http://schemas.openxmlformats.org/officeDocument/2006/relationships/slide" Target="slide48.xml"/><Relationship Id="rId5" Type="http://schemas.openxmlformats.org/officeDocument/2006/relationships/slide" Target="slide39.xml"/><Relationship Id="rId10" Type="http://schemas.openxmlformats.org/officeDocument/2006/relationships/slide" Target="slide47.xml"/><Relationship Id="rId4" Type="http://schemas.openxmlformats.org/officeDocument/2006/relationships/slide" Target="slide38.xml"/><Relationship Id="rId9" Type="http://schemas.openxmlformats.org/officeDocument/2006/relationships/slide" Target="slide45.xml"/><Relationship Id="rId14" Type="http://schemas.openxmlformats.org/officeDocument/2006/relationships/image" Target="../media/image3.sv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56.xml"/><Relationship Id="rId13" Type="http://schemas.openxmlformats.org/officeDocument/2006/relationships/slide" Target="slide61.xml"/><Relationship Id="rId3" Type="http://schemas.openxmlformats.org/officeDocument/2006/relationships/slide" Target="slide51.xml"/><Relationship Id="rId7" Type="http://schemas.openxmlformats.org/officeDocument/2006/relationships/slide" Target="slide55.xml"/><Relationship Id="rId12" Type="http://schemas.openxmlformats.org/officeDocument/2006/relationships/slide" Target="slide60.xml"/><Relationship Id="rId2" Type="http://schemas.openxmlformats.org/officeDocument/2006/relationships/notesSlide" Target="../notesSlides/notesSlide9.xml"/><Relationship Id="rId16"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54.xml"/><Relationship Id="rId11" Type="http://schemas.openxmlformats.org/officeDocument/2006/relationships/slide" Target="slide59.xml"/><Relationship Id="rId5" Type="http://schemas.openxmlformats.org/officeDocument/2006/relationships/slide" Target="slide53.xml"/><Relationship Id="rId15" Type="http://schemas.openxmlformats.org/officeDocument/2006/relationships/image" Target="../media/image2.png"/><Relationship Id="rId10" Type="http://schemas.openxmlformats.org/officeDocument/2006/relationships/slide" Target="slide58.xml"/><Relationship Id="rId4" Type="http://schemas.openxmlformats.org/officeDocument/2006/relationships/slide" Target="slide52.xml"/><Relationship Id="rId9" Type="http://schemas.openxmlformats.org/officeDocument/2006/relationships/slide" Target="slide57.xml"/><Relationship Id="rId14" Type="http://schemas.openxmlformats.org/officeDocument/2006/relationships/slide" Target="slide63.xml"/></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72.xml"/><Relationship Id="rId3" Type="http://schemas.openxmlformats.org/officeDocument/2006/relationships/slide" Target="slide64.xml"/><Relationship Id="rId7" Type="http://schemas.openxmlformats.org/officeDocument/2006/relationships/slide" Target="slide70.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69.xml"/><Relationship Id="rId5" Type="http://schemas.openxmlformats.org/officeDocument/2006/relationships/slide" Target="slide67.xml"/><Relationship Id="rId10" Type="http://schemas.openxmlformats.org/officeDocument/2006/relationships/image" Target="../media/image3.svg"/><Relationship Id="rId4" Type="http://schemas.openxmlformats.org/officeDocument/2006/relationships/slide" Target="slide66.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slide" Target="slide73.xm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75.xml"/></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89.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89.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89.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JTT-HND/" TargetMode="External"/><Relationship Id="rId7"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38.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image" Target="../media/image18.jpeg"/><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SI-ICN/" TargetMode="Externa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slide" Target="slide89.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4.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58.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0.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1.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6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MCK-UBN/"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24.png"/></Relationships>
</file>

<file path=ppt/slides/_rels/slide7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0.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5.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5.xml.rels><?xml version="1.0" encoding="UTF-8" standalone="yes"?>
<Relationships xmlns="http://schemas.openxmlformats.org/package/2006/relationships"><Relationship Id="rId3" Type="http://schemas.openxmlformats.org/officeDocument/2006/relationships/slide" Target="slide83.xml"/><Relationship Id="rId2" Type="http://schemas.openxmlformats.org/officeDocument/2006/relationships/notesSlide" Target="../notesSlides/notesSlide78.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8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80.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83.xml"/></Relationships>
</file>

<file path=ppt/slides/_rels/slide8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81.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89.xml.rels><?xml version="1.0" encoding="UTF-8" standalone="yes"?>
<Relationships xmlns="http://schemas.openxmlformats.org/package/2006/relationships"><Relationship Id="rId3" Type="http://schemas.openxmlformats.org/officeDocument/2006/relationships/image" Target="../media/image26.jpeg"/><Relationship Id="rId7" Type="http://schemas.openxmlformats.org/officeDocument/2006/relationships/image" Target="../media/image3.svg"/><Relationship Id="rId2" Type="http://schemas.openxmlformats.org/officeDocument/2006/relationships/notesSlide" Target="../notesSlides/notesSlide8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28.jpeg"/><Relationship Id="rId4" Type="http://schemas.openxmlformats.org/officeDocument/2006/relationships/image" Target="../media/image27.jpeg"/></Relationships>
</file>

<file path=ppt/slides/_rels/slide90.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8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9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5.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7.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1772776687"/>
              </p:ext>
            </p:extLst>
          </p:nvPr>
        </p:nvGraphicFramePr>
        <p:xfrm>
          <a:off x="185895" y="3531746"/>
          <a:ext cx="1969476" cy="1947491"/>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25.5.</a:t>
            </a:r>
            <a:r>
              <a:rPr lang="en-US" altLang="ko-KR" sz="1100" b="1" dirty="0">
                <a:solidFill>
                  <a:srgbClr val="0070C0"/>
                </a:solidFill>
                <a:latin typeface="Calibri"/>
                <a:ea typeface="Calibri"/>
                <a:cs typeface="Calibri"/>
                <a:sym typeface="Calibri"/>
              </a:rPr>
              <a:t>2</a:t>
            </a:r>
            <a:r>
              <a:rPr lang="en-US" sz="1100" b="1" dirty="0">
                <a:solidFill>
                  <a:srgbClr val="0070C0"/>
                </a:solidFill>
                <a:latin typeface="Calibri"/>
                <a:ea typeface="Calibri"/>
                <a:cs typeface="Calibri"/>
                <a:sym typeface="Calibri"/>
              </a:rPr>
              <a:t>2</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984622410"/>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620017702"/>
              </p:ext>
            </p:extLst>
          </p:nvPr>
        </p:nvGraphicFramePr>
        <p:xfrm>
          <a:off x="98101" y="132866"/>
          <a:ext cx="2132650" cy="3646490"/>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rPr>
                        <a:t>Japan</a:t>
                      </a:r>
                      <a:endParaRPr sz="2400" b="1" u="none" strike="noStrike" cap="none" dirty="0">
                        <a:solidFill>
                          <a:srgbClr val="0070C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540122534"/>
              </p:ext>
            </p:extLst>
          </p:nvPr>
        </p:nvGraphicFramePr>
        <p:xfrm>
          <a:off x="104230" y="114852"/>
          <a:ext cx="2115458" cy="2441681"/>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rgbClr val="00B050"/>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834267655"/>
              </p:ext>
            </p:extLst>
          </p:nvPr>
        </p:nvGraphicFramePr>
        <p:xfrm>
          <a:off x="121884" y="3798834"/>
          <a:ext cx="2069883" cy="1104344"/>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84429472"/>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altLang="ko-KR" sz="2400" b="1" u="none" strike="noStrike" cap="none" dirty="0">
                          <a:solidFill>
                            <a:srgbClr val="7030A0"/>
                          </a:solidFill>
                          <a:latin typeface="Calibri"/>
                          <a:ea typeface="Calibri"/>
                          <a:cs typeface="Calibri"/>
                          <a:sym typeface="Calibri"/>
                        </a:rPr>
                        <a:t>SE </a:t>
                      </a:r>
                      <a:r>
                        <a:rPr lang="en-US" sz="2400" b="1" u="none" strike="noStrike" cap="none" dirty="0">
                          <a:solidFill>
                            <a:srgbClr val="7030A0"/>
                          </a:solidFill>
                          <a:latin typeface="Calibri"/>
                          <a:ea typeface="Calibri"/>
                          <a:cs typeface="Calibri"/>
                          <a:sym typeface="Calibri"/>
                        </a:rPr>
                        <a:t>Asia</a:t>
                      </a:r>
                      <a:endParaRPr sz="2400" b="1" u="none" strike="noStrike" cap="none" dirty="0">
                        <a:solidFill>
                          <a:srgbClr val="7030A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82465808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22154047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177539904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124331603"/>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38454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1863414158"/>
              </p:ext>
            </p:extLst>
          </p:nvPr>
        </p:nvGraphicFramePr>
        <p:xfrm>
          <a:off x="98101" y="184953"/>
          <a:ext cx="2132650" cy="3096435"/>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000" b="1" u="none" strike="noStrike" cap="none" dirty="0">
                          <a:solidFill>
                            <a:srgbClr val="002060"/>
                          </a:solidFill>
                          <a:latin typeface="Calibri"/>
                          <a:ea typeface="Calibri"/>
                          <a:cs typeface="Calibri"/>
                          <a:sym typeface="Calibri"/>
                        </a:rPr>
                        <a:t>Mongo, ME Asia</a:t>
                      </a:r>
                      <a:endParaRPr sz="2000" b="1" u="none" strike="noStrike" cap="none" dirty="0">
                        <a:solidFill>
                          <a:srgbClr val="00206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280762907"/>
              </p:ext>
            </p:extLst>
          </p:nvPr>
        </p:nvGraphicFramePr>
        <p:xfrm>
          <a:off x="114028" y="3763936"/>
          <a:ext cx="2100805" cy="1152300"/>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77773340"/>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HME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3071223817"/>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672548229"/>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7"/>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3306649105"/>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[058/238]</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06L</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dirty="0"/>
                        <a:t>06R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dirty="0"/>
                        <a:t>24L/R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4065535975"/>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HME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051902870"/>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9D709B94-6F4A-E032-8E9D-8709BD2DF245}"/>
              </a:ext>
            </a:extLst>
          </p:cNvPr>
          <p:cNvGraphicFramePr/>
          <p:nvPr>
            <p:extLst>
              <p:ext uri="{D42A27DB-BD31-4B8C-83A1-F6EECF244321}">
                <p14:modId xmlns:p14="http://schemas.microsoft.com/office/powerpoint/2010/main" val="2191420524"/>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01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5115118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0106268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05B4A0CE-2B8F-CAE1-FB51-3D9B79B995DA}"/>
              </a:ext>
            </a:extLst>
          </p:cNvPr>
          <p:cNvGraphicFramePr/>
          <p:nvPr>
            <p:extLst>
              <p:ext uri="{D42A27DB-BD31-4B8C-83A1-F6EECF244321}">
                <p14:modId xmlns:p14="http://schemas.microsoft.com/office/powerpoint/2010/main" val="27094258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101213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55838" y="2807093"/>
            <a:ext cx="803425" cy="209151"/>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839477221"/>
              </p:ext>
            </p:extLst>
          </p:nvPr>
        </p:nvGraphicFramePr>
        <p:xfrm>
          <a:off x="55" y="3694172"/>
          <a:ext cx="2328808" cy="186892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/L</a:t>
                      </a:r>
                      <a:r>
                        <a:rPr lang="en-US" altLang="ko-Kore-KR" sz="800" b="1" dirty="0">
                          <a:solidFill>
                            <a:srgbClr val="0070C0"/>
                          </a:solidFill>
                        </a:rPr>
                        <a:t>,</a:t>
                      </a:r>
                      <a:r>
                        <a:rPr lang="en-US" sz="800" b="1" dirty="0">
                          <a:solidFill>
                            <a:srgbClr val="0070C0"/>
                          </a:solidFill>
                        </a:rPr>
                        <a:t>01L</a:t>
                      </a:r>
                      <a:r>
                        <a:rPr lang="en-US" sz="800" b="0" dirty="0"/>
                        <a:t>/R</a:t>
                      </a:r>
                      <a:endParaRPr sz="800" b="0" dirty="0"/>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rgbClr val="0070C0"/>
                          </a:solidFill>
                        </a:rPr>
                        <a:t>,19R</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01L:N5(6453’),N4(7755’), 19R:N8(6423’),N9(7742’)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22198817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3996981741"/>
              </p:ext>
            </p:extLst>
          </p:nvPr>
        </p:nvGraphicFramePr>
        <p:xfrm>
          <a:off x="-4046" y="682516"/>
          <a:ext cx="2334602" cy="195416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61267">
                <a:tc gridSpan="7">
                  <a:txBody>
                    <a:bodyPr/>
                    <a:lstStyle/>
                    <a:p>
                      <a:pPr marL="0" marR="0" lvl="0" indent="0" algn="ctr" rtl="0">
                        <a:spcBef>
                          <a:spcPts val="0"/>
                        </a:spcBef>
                        <a:spcAft>
                          <a:spcPts val="0"/>
                        </a:spcAft>
                        <a:buNone/>
                      </a:pPr>
                      <a:r>
                        <a:rPr lang="en-US" sz="800" u="none" strike="noStrike" cap="none" dirty="0"/>
                        <a:t>CAN : SID (NADP 1)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8715">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rgbClr val="0070C0"/>
                          </a:solidFill>
                        </a:rPr>
                        <a:t>01R</a:t>
                      </a:r>
                      <a:r>
                        <a:rPr lang="en-US" altLang="ko-KR" sz="800" b="0" u="none" strike="noStrike" cap="none" dirty="0"/>
                        <a:t>/</a:t>
                      </a:r>
                      <a:r>
                        <a:rPr lang="en-US" altLang="ko-KR" sz="800" b="1" u="none" strike="noStrike" cap="none" dirty="0"/>
                        <a:t>L</a:t>
                      </a:r>
                      <a:endParaRPr sz="800" b="0" u="none" strike="noStrike" cap="none" dirty="0"/>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38715">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rgbClr val="0070C0"/>
                          </a:solidFill>
                        </a:rPr>
                        <a:t>19L</a:t>
                      </a:r>
                      <a:r>
                        <a:rPr lang="en-US" altLang="ko-Kore-KR" sz="800" b="0" u="none" strike="noStrike" cap="none" dirty="0"/>
                        <a:t>/R</a:t>
                      </a:r>
                      <a:endParaRPr sz="800" b="0" u="none" strike="noStrike" cap="none" dirty="0"/>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dirty="0"/>
                        <a:t>HD 246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38715">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238715">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238715">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23871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646303"/>
            <a:ext cx="761747"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119.7 -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27B82D9C-82C0-6435-4F6A-09612F368C76}"/>
              </a:ext>
            </a:extLst>
          </p:cNvPr>
          <p:cNvGraphicFramePr/>
          <p:nvPr>
            <p:extLst>
              <p:ext uri="{D42A27DB-BD31-4B8C-83A1-F6EECF244321}">
                <p14:modId xmlns:p14="http://schemas.microsoft.com/office/powerpoint/2010/main" val="1114563869"/>
              </p:ext>
            </p:extLst>
          </p:nvPr>
        </p:nvGraphicFramePr>
        <p:xfrm>
          <a:off x="11589" y="354802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651625"/>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55955103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pic>
        <p:nvPicPr>
          <p:cNvPr id="6" name="그림 5" descr="도표, 라인, 원, 폰트이(가) 표시된 사진&#10;&#10;자동 생성된 설명">
            <a:extLst>
              <a:ext uri="{FF2B5EF4-FFF2-40B4-BE49-F238E27FC236}">
                <a16:creationId xmlns:a16="http://schemas.microsoft.com/office/drawing/2014/main" id="{79E91389-E6D4-6BB5-D030-8522DB1AF16C}"/>
              </a:ext>
            </a:extLst>
          </p:cNvPr>
          <p:cNvPicPr>
            <a:picLocks noChangeAspect="1"/>
          </p:cNvPicPr>
          <p:nvPr/>
        </p:nvPicPr>
        <p:blipFill>
          <a:blip r:embed="rId3"/>
          <a:stretch>
            <a:fillRect/>
          </a:stretch>
        </p:blipFill>
        <p:spPr>
          <a:xfrm>
            <a:off x="-4046" y="2256950"/>
            <a:ext cx="818867" cy="487272"/>
          </a:xfrm>
          <a:prstGeom prst="rect">
            <a:avLst/>
          </a:prstGeom>
        </p:spPr>
      </p:pic>
      <p:graphicFrame>
        <p:nvGraphicFramePr>
          <p:cNvPr id="117" name="Google Shape;117;p3"/>
          <p:cNvGraphicFramePr/>
          <p:nvPr>
            <p:extLst>
              <p:ext uri="{D42A27DB-BD31-4B8C-83A1-F6EECF244321}">
                <p14:modId xmlns:p14="http://schemas.microsoft.com/office/powerpoint/2010/main" val="1892869487"/>
              </p:ext>
            </p:extLst>
          </p:nvPr>
        </p:nvGraphicFramePr>
        <p:xfrm>
          <a:off x="-4046" y="692910"/>
          <a:ext cx="2334438" cy="154873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64269">
                  <a:extLst>
                    <a:ext uri="{9D8B030D-6E8A-4147-A177-3AD203B41FA5}">
                      <a16:colId xmlns:a16="http://schemas.microsoft.com/office/drawing/2014/main" val="20001"/>
                    </a:ext>
                  </a:extLst>
                </a:gridCol>
                <a:gridCol w="236597">
                  <a:extLst>
                    <a:ext uri="{9D8B030D-6E8A-4147-A177-3AD203B41FA5}">
                      <a16:colId xmlns:a16="http://schemas.microsoft.com/office/drawing/2014/main" val="20002"/>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8">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3833">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6">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a:solidFill>
                            <a:schemeClr val="bg1"/>
                          </a:solidFill>
                          <a:latin typeface="Calibri"/>
                          <a:ea typeface="Calibri"/>
                          <a:cs typeface="Calibri"/>
                          <a:sym typeface="Calibri"/>
                        </a:rPr>
                        <a:t>23R/L : LCZ /18 </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23647479"/>
                  </a:ext>
                </a:extLst>
              </a:tr>
              <a:tr h="13640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4">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4">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5">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737842"/>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FD644F29-22A6-97A5-EF44-EC032EDA9D35}"/>
              </a:ext>
            </a:extLst>
          </p:cNvPr>
          <p:cNvGraphicFramePr/>
          <p:nvPr>
            <p:extLst>
              <p:ext uri="{D42A27DB-BD31-4B8C-83A1-F6EECF244321}">
                <p14:modId xmlns:p14="http://schemas.microsoft.com/office/powerpoint/2010/main" val="421859950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48863445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6737285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ETA KABAM 119.3 – ETA MIGUG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Rep MAPNO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2375536302"/>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2645839936"/>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Standard P/B,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45225140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1697581"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GUTUP 6556/8942 – AKMON 133.05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ARESI 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10946307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07704235"/>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7564811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555861"/>
            <a:ext cx="102912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120.45 – DAD </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 – 120.72 – 126.17</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3" y="2569113"/>
            <a:ext cx="714348" cy="552448"/>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612409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826650818"/>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a:t>
                      </a: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3909704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195101"/>
            <a:ext cx="143789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a:t>
            </a:r>
          </a:p>
        </p:txBody>
      </p:sp>
      <p:graphicFrame>
        <p:nvGraphicFramePr>
          <p:cNvPr id="8" name="Google Shape;283;p17">
            <a:extLst>
              <a:ext uri="{FF2B5EF4-FFF2-40B4-BE49-F238E27FC236}">
                <a16:creationId xmlns:a16="http://schemas.microsoft.com/office/drawing/2014/main" id="{574166AA-9239-71AA-0230-04BF67A4C46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232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01518004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690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9185289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540689493"/>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49920" y="2753220"/>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955187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969488"/>
            <a:ext cx="1887055" cy="209151"/>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1854802853"/>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 C(5761’), B(8241’), 11 : C(5761’), D(8231’)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587772147"/>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C</a:t>
                      </a:r>
                      <a:r>
                        <a:rPr lang="en-US" sz="800" b="0" u="none" strike="noStrike" cap="none" dirty="0">
                          <a:solidFill>
                            <a:schemeClr val="bg1"/>
                          </a:solidFill>
                        </a:rPr>
                        <a:t>/A</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D</a:t>
                      </a:r>
                      <a:r>
                        <a:rPr lang="en-US" altLang="ko-Kore-KR" sz="800" b="0" u="none" strike="noStrike" cap="none" dirty="0">
                          <a:solidFill>
                            <a:schemeClr val="bg1"/>
                          </a:solidFill>
                        </a:rPr>
                        <a:t>/B</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R313,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25D9759-4C3F-0E83-E987-8DA648BB90C4}"/>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spTree>
    <p:extLst>
      <p:ext uri="{BB962C8B-B14F-4D97-AF65-F5344CB8AC3E}">
        <p14:creationId xmlns:p14="http://schemas.microsoft.com/office/powerpoint/2010/main" val="49397703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8590726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67954</TotalTime>
  <Words>20803</Words>
  <Application>Microsoft Macintosh PowerPoint</Application>
  <PresentationFormat>사용자 지정</PresentationFormat>
  <Paragraphs>4802</Paragraphs>
  <Slides>94</Slides>
  <Notes>87</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94</vt:i4>
      </vt:variant>
    </vt:vector>
  </HeadingPairs>
  <TitlesOfParts>
    <vt:vector size="104" baseType="lpstr">
      <vt:lpstr>Arial</vt:lpstr>
      <vt:lpstr>Century Gothic</vt:lpstr>
      <vt:lpstr>Calibri</vt:lpstr>
      <vt:lpstr>Cambria Math</vt:lpstr>
      <vt:lpstr>Britannic Bold</vt:lpstr>
      <vt:lpstr>Helvetica Neue</vt:lpstr>
      <vt:lpstr>Lato</vt:lpstr>
      <vt:lpstr>맑은 고딕</vt:lpstr>
      <vt:lpstr>Gulim</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519</cp:revision>
  <dcterms:created xsi:type="dcterms:W3CDTF">2022-05-17T08:00:10Z</dcterms:created>
  <dcterms:modified xsi:type="dcterms:W3CDTF">2025-05-28T11:34:58Z</dcterms:modified>
</cp:coreProperties>
</file>