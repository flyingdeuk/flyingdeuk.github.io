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365" r:id="rId113"/>
    <p:sldId id="366" r:id="rId114"/>
    <p:sldId id="423" r:id="rId115"/>
    <p:sldId id="384" r:id="rId116"/>
    <p:sldId id="283" r:id="rId117"/>
    <p:sldId id="286" r:id="rId118"/>
    <p:sldId id="428" r:id="rId119"/>
    <p:sldId id="288" r:id="rId120"/>
    <p:sldId id="289" r:id="rId121"/>
    <p:sldId id="290" r:id="rId122"/>
    <p:sldId id="424" r:id="rId123"/>
    <p:sldId id="302" r:id="rId124"/>
    <p:sldId id="303" r:id="rId125"/>
    <p:sldId id="426" r:id="rId126"/>
    <p:sldId id="427" r:id="rId127"/>
    <p:sldId id="430" r:id="rId128"/>
    <p:sldId id="281" r:id="rId129"/>
  </p:sldIdLst>
  <p:sldSz cx="2328863" cy="5572125"/>
  <p:notesSz cx="6858000" cy="9144000"/>
  <p:embeddedFontLst>
    <p:embeddedFont>
      <p:font typeface="맑은 고딕" panose="020B0503020000020004" pitchFamily="34" charset="-127"/>
      <p:regular r:id="rId131"/>
      <p:bold r:id="rId132"/>
    </p:embeddedFont>
    <p:embeddedFont>
      <p:font typeface="Cambria Math" panose="02040503050406030204" pitchFamily="18" charset="0"/>
      <p:regular r:id="rId133"/>
    </p:embeddedFont>
    <p:embeddedFont>
      <p:font typeface="Century Gothic" panose="020B0502020202020204" pitchFamily="34" charset="0"/>
      <p:regular r:id="rId134"/>
      <p:bold r:id="rId135"/>
      <p:italic r:id="rId136"/>
      <p:boldItalic r:id="rId137"/>
    </p:embeddedFont>
    <p:embeddedFont>
      <p:font typeface="Helvetica Neue" panose="02000503000000020004" pitchFamily="2" charset="0"/>
      <p:regular r:id="rId138"/>
      <p:bold r:id="rId139"/>
      <p:italic r:id="rId140"/>
      <p:boldItalic r:id="rId141"/>
    </p:embeddedFont>
    <p:embeddedFont>
      <p:font typeface="Lato" panose="020F0502020204030203" pitchFamily="34" charset="0"/>
      <p:regular r:id="rId142"/>
      <p:bold r:id="rId143"/>
      <p:italic r:id="rId144"/>
      <p:boldItalic r:id="rId14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307" d="100"/>
          <a:sy n="307" d="100"/>
        </p:scale>
        <p:origin x="1672" y="1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4.fntdata"/><Relationship Id="rId139" Type="http://schemas.openxmlformats.org/officeDocument/2006/relationships/font" Target="fonts/font9.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0.fntdata"/><Relationship Id="rId14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openxmlformats.org/officeDocument/2006/relationships/font" Target="fonts/font5.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fntdata"/><Relationship Id="rId136" Type="http://schemas.openxmlformats.org/officeDocument/2006/relationships/font" Target="fonts/font6.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2.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3.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4.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slide" Target="slide117.xml"/><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7.xml"/></Relationships>
</file>

<file path=ppt/slides/_rels/slide1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26.1.2</a:t>
            </a:r>
            <a:r>
              <a:rPr lang="en-US" altLang="ko-KR" sz="1100" b="1" dirty="0">
                <a:solidFill>
                  <a:srgbClr val="92D050"/>
                </a:solidFill>
                <a:latin typeface="Calibri"/>
                <a:ea typeface="Calibri"/>
                <a:cs typeface="Calibri"/>
                <a:sym typeface="Calibri"/>
              </a:rPr>
              <a:t>9</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61940"/>
            <a:ext cx="1697581" cy="621196"/>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 GUTUP (SIN 6556/8942) </a:t>
            </a:r>
          </a:p>
          <a:p>
            <a:pPr>
              <a:lnSpc>
                <a:spcPct val="150000"/>
              </a:lnSpc>
            </a:pPr>
            <a:r>
              <a:rPr kumimoji="1" lang="en-US" altLang="ko-Kore-KR" sz="700" b="1" u="sng" dirty="0">
                <a:latin typeface="Gulim" panose="020B0600000101010101" pitchFamily="34" charset="-127"/>
                <a:ea typeface="Gulim" panose="020B0600000101010101" pitchFamily="34" charset="-127"/>
              </a:rPr>
              <a:t>HCM AKMON 133.05 - UDOSI 120.7 </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322840003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D-ATIS Avail BUT</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265728992"/>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solidFill>
                            <a:srgbClr val="FF0000"/>
                          </a:solidFill>
                        </a:rPr>
                        <a:t>SEL</a:t>
                      </a:r>
                      <a:r>
                        <a:rPr lang="en-US" sz="800" b="1" u="none" strike="noStrike" cap="none" dirty="0"/>
                        <a:t> </a:t>
                      </a:r>
                    </a:p>
                    <a:p>
                      <a:pPr marL="0" marR="0" lvl="0" indent="0" algn="ctr" rtl="0">
                        <a:spcBef>
                          <a:spcPts val="0"/>
                        </a:spcBef>
                        <a:spcAft>
                          <a:spcPts val="0"/>
                        </a:spcAft>
                        <a:buNone/>
                      </a:pPr>
                      <a:r>
                        <a:rPr lang="en-US" sz="800" b="1" u="none" strike="noStrike" cap="none" dirty="0"/>
                        <a:t>RW21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solidFill>
                            <a:srgbClr val="FF0000"/>
                          </a:solidFill>
                        </a:rPr>
                        <a:t>SEL</a:t>
                      </a:r>
                    </a:p>
                    <a:p>
                      <a:pPr algn="ctr"/>
                      <a:r>
                        <a:rPr lang="en-US" altLang="ko-KR" sz="800" b="1" u="none" strike="noStrike" cap="none" dirty="0"/>
                        <a:t>RW03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3985064560"/>
              </p:ext>
            </p:extLst>
          </p:nvPr>
        </p:nvGraphicFramePr>
        <p:xfrm>
          <a:off x="-17467" y="3635049"/>
          <a:ext cx="2365375" cy="1914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01639">
                  <a:extLst>
                    <a:ext uri="{9D8B030D-6E8A-4147-A177-3AD203B41FA5}">
                      <a16:colId xmlns:a16="http://schemas.microsoft.com/office/drawing/2014/main" val="20001"/>
                    </a:ext>
                  </a:extLst>
                </a:gridCol>
                <a:gridCol w="883403">
                  <a:extLst>
                    <a:ext uri="{9D8B030D-6E8A-4147-A177-3AD203B41FA5}">
                      <a16:colId xmlns:a16="http://schemas.microsoft.com/office/drawing/2014/main" val="689142997"/>
                    </a:ext>
                  </a:extLst>
                </a:gridCol>
                <a:gridCol w="41578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x</a:t>
                      </a:r>
                      <a:r>
                        <a:rPr lang="ko-KR" altLang="en-US" sz="800" b="1" dirty="0"/>
                        <a:t> </a:t>
                      </a:r>
                      <a:r>
                        <a:rPr lang="en-US" sz="800" b="1" dirty="0"/>
                        <a:t>E</a:t>
                      </a:r>
                    </a:p>
                    <a:p>
                      <a:pPr marL="0" marR="0" lvl="0" indent="0" algn="ctr" rtl="0">
                        <a:spcBef>
                          <a:spcPts val="0"/>
                        </a:spcBef>
                        <a:spcAft>
                          <a:spcPts val="0"/>
                        </a:spcAft>
                        <a:buNone/>
                      </a:pPr>
                      <a:r>
                        <a:rPr lang="en-US" sz="800" b="1" dirty="0"/>
                        <a:t>TRUMI x C</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p>
                    <a:p>
                      <a:pPr marL="0" marR="0" lvl="0" indent="0" algn="ctr" rtl="0">
                        <a:spcBef>
                          <a:spcPts val="0"/>
                        </a:spcBef>
                        <a:spcAft>
                          <a:spcPts val="0"/>
                        </a:spcAft>
                        <a:buNone/>
                      </a:pPr>
                      <a:r>
                        <a:rPr lang="en-US" sz="800" b="1" dirty="0"/>
                        <a:t>TUNPO </a:t>
                      </a:r>
                      <a:r>
                        <a:rPr lang="en-US" sz="800" b="1" dirty="0" err="1"/>
                        <a:t>tx</a:t>
                      </a:r>
                      <a:r>
                        <a:rPr lang="en-US" sz="800" b="1" dirty="0"/>
                        <a:t>, PQ428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x F</a:t>
                      </a:r>
                    </a:p>
                    <a:p>
                      <a:pPr marL="0" marR="0" lvl="0" indent="0" algn="ctr" rtl="0">
                        <a:spcBef>
                          <a:spcPts val="0"/>
                        </a:spcBef>
                        <a:spcAft>
                          <a:spcPts val="0"/>
                        </a:spcAft>
                        <a:buNone/>
                      </a:pPr>
                      <a:r>
                        <a:rPr lang="en-US" sz="800" b="1" dirty="0"/>
                        <a:t>TRUMI x B</a:t>
                      </a:r>
                    </a:p>
                  </a:txBody>
                  <a:tcPr marL="36000" marR="36000" marT="36000" marB="36000" anchor="ctr"/>
                </a:tc>
                <a:tc>
                  <a:txBody>
                    <a:bodyPr/>
                    <a:lstStyle/>
                    <a:p>
                      <a:pPr marL="0" marR="0" lvl="0" indent="0" algn="ctr" rtl="0">
                        <a:spcBef>
                          <a:spcPts val="0"/>
                        </a:spcBef>
                        <a:spcAft>
                          <a:spcPts val="0"/>
                        </a:spcAft>
                        <a:buNone/>
                      </a:pPr>
                      <a:r>
                        <a:rPr lang="en-US" sz="800" b="1" dirty="0"/>
                        <a:t>PQ310</a:t>
                      </a:r>
                    </a:p>
                    <a:p>
                      <a:pPr marL="0" marR="0" lvl="0" indent="0" algn="ctr" rtl="0">
                        <a:spcBef>
                          <a:spcPts val="0"/>
                        </a:spcBef>
                        <a:spcAft>
                          <a:spcPts val="0"/>
                        </a:spcAft>
                        <a:buNone/>
                      </a:pPr>
                      <a:r>
                        <a:rPr lang="en-US" sz="800" b="1" dirty="0"/>
                        <a:t>TUNPO </a:t>
                      </a:r>
                      <a:r>
                        <a:rPr lang="en-US" sz="800" b="1" dirty="0" err="1"/>
                        <a:t>tx</a:t>
                      </a:r>
                      <a:r>
                        <a:rPr lang="en-US" sz="800" b="1" dirty="0"/>
                        <a:t>, PQ210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Widebody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9067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20765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a:solidFill>
                  <a:srgbClr val="00B0F0"/>
                </a:solidFill>
                <a:latin typeface="Gulim" panose="020B0600000101010101" pitchFamily="34" charset="-127"/>
                <a:ea typeface="Gulim" panose="020B0600000101010101" pitchFamily="34" charset="-127"/>
              </a:rPr>
              <a:t>Report FL100  </a:t>
            </a:r>
            <a:r>
              <a:rPr kumimoji="1" lang="en-US" altLang="ko-Kore-KR" sz="700" b="1" u="sng" dirty="0">
                <a:solidFill>
                  <a:srgbClr val="00B0F0"/>
                </a:solidFill>
                <a:latin typeface="Gulim" panose="020B0600000101010101" pitchFamily="34" charset="-127"/>
                <a:ea typeface="Gulim" panose="020B0600000101010101" pitchFamily="34" charset="-127"/>
              </a:rPr>
              <a:t>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94252</TotalTime>
  <Words>29655</Words>
  <Application>Microsoft Macintosh PowerPoint</Application>
  <PresentationFormat>사용자 지정</PresentationFormat>
  <Paragraphs>7239</Paragraphs>
  <Slides>128</Slides>
  <Notes>114</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128</vt:i4>
      </vt:variant>
    </vt:vector>
  </HeadingPairs>
  <TitlesOfParts>
    <vt:vector size="138" baseType="lpstr">
      <vt:lpstr>Helvetica Neue</vt:lpstr>
      <vt:lpstr>Arial</vt:lpstr>
      <vt:lpstr>Century Gothic</vt:lpstr>
      <vt:lpstr>Calibri</vt:lpstr>
      <vt:lpstr>Cambria Math</vt:lpstr>
      <vt:lpstr>Britannic Bold</vt:lpstr>
      <vt:lpstr>맑은 고딕</vt:lpstr>
      <vt:lpstr>Lato</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630</cp:revision>
  <dcterms:created xsi:type="dcterms:W3CDTF">2022-05-17T08:00:10Z</dcterms:created>
  <dcterms:modified xsi:type="dcterms:W3CDTF">2026-02-27T06:13:42Z</dcterms:modified>
</cp:coreProperties>
</file>