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36" r:id="rId70"/>
    <p:sldId id="376" r:id="rId71"/>
    <p:sldId id="434" r:id="rId72"/>
    <p:sldId id="437" r:id="rId73"/>
    <p:sldId id="439" r:id="rId74"/>
    <p:sldId id="438" r:id="rId75"/>
    <p:sldId id="444" r:id="rId76"/>
    <p:sldId id="445" r:id="rId77"/>
    <p:sldId id="446" r:id="rId78"/>
    <p:sldId id="469" r:id="rId79"/>
    <p:sldId id="470" r:id="rId80"/>
    <p:sldId id="471" r:id="rId81"/>
    <p:sldId id="472" r:id="rId82"/>
    <p:sldId id="473" r:id="rId83"/>
    <p:sldId id="474" r:id="rId84"/>
    <p:sldId id="422" r:id="rId85"/>
    <p:sldId id="385" r:id="rId86"/>
    <p:sldId id="365" r:id="rId87"/>
    <p:sldId id="366" r:id="rId88"/>
    <p:sldId id="423" r:id="rId89"/>
    <p:sldId id="384" r:id="rId90"/>
    <p:sldId id="283" r:id="rId91"/>
    <p:sldId id="286" r:id="rId92"/>
    <p:sldId id="428" r:id="rId93"/>
    <p:sldId id="288" r:id="rId94"/>
    <p:sldId id="289" r:id="rId95"/>
    <p:sldId id="290" r:id="rId96"/>
    <p:sldId id="424" r:id="rId97"/>
    <p:sldId id="302" r:id="rId98"/>
    <p:sldId id="303" r:id="rId99"/>
    <p:sldId id="426" r:id="rId100"/>
    <p:sldId id="427" r:id="rId101"/>
    <p:sldId id="430" r:id="rId102"/>
    <p:sldId id="281" r:id="rId103"/>
  </p:sldIdLst>
  <p:sldSz cx="2328863" cy="5572125"/>
  <p:notesSz cx="6858000" cy="9144000"/>
  <p:embeddedFontLst>
    <p:embeddedFont>
      <p:font typeface="맑은 고딕" panose="020B0503020000020004" pitchFamily="34" charset="-127"/>
      <p:regular r:id="rId105"/>
      <p:bold r:id="rId106"/>
    </p:embeddedFont>
    <p:embeddedFont>
      <p:font typeface="Cambria Math" panose="02040503050406030204" pitchFamily="18" charset="0"/>
      <p:regular r:id="rId107"/>
    </p:embeddedFont>
    <p:embeddedFont>
      <p:font typeface="Century Gothic" panose="020B0502020202020204" pitchFamily="34" charset="0"/>
      <p:regular r:id="rId108"/>
      <p:bold r:id="rId109"/>
      <p:italic r:id="rId110"/>
      <p:boldItalic r:id="rId111"/>
    </p:embeddedFont>
    <p:embeddedFont>
      <p:font typeface="Helvetica Neue" panose="02000503000000020004" pitchFamily="2" charset="0"/>
      <p:regular r:id="rId112"/>
      <p:bold r:id="rId113"/>
      <p:italic r:id="rId114"/>
      <p:boldItalic r:id="rId115"/>
    </p:embeddedFont>
    <p:embeddedFont>
      <p:font typeface="Lato" panose="020F0502020204030203" pitchFamily="34" charset="0"/>
      <p:regular r:id="rId116"/>
      <p:bold r:id="rId117"/>
      <p:italic r:id="rId118"/>
      <p:boldItalic r:id="rId11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639"/>
    <p:restoredTop sz="96966"/>
  </p:normalViewPr>
  <p:slideViewPr>
    <p:cSldViewPr snapToGrid="0" showGuides="1">
      <p:cViewPr>
        <p:scale>
          <a:sx n="184" d="100"/>
          <a:sy n="184" d="100"/>
        </p:scale>
        <p:origin x="2432" y="16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3.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8.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3.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9.fntdata"/><Relationship Id="rId118" Type="http://schemas.openxmlformats.org/officeDocument/2006/relationships/font" Target="fonts/font1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0.fntdata"/><Relationship Id="rId119" Type="http://schemas.openxmlformats.org/officeDocument/2006/relationships/font" Target="fonts/font1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5.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6.fntdata"/><Relationship Id="rId115" Type="http://schemas.openxmlformats.org/officeDocument/2006/relationships/font" Target="fonts/font1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7.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6.xml"/><Relationship Id="rId18" Type="http://schemas.openxmlformats.org/officeDocument/2006/relationships/slide" Target="slide9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5.xml"/><Relationship Id="rId17" Type="http://schemas.openxmlformats.org/officeDocument/2006/relationships/slide" Target="slide95.xml"/><Relationship Id="rId2" Type="http://schemas.openxmlformats.org/officeDocument/2006/relationships/notesSlide" Target="../notesSlides/notesSlide1.xml"/><Relationship Id="rId16" Type="http://schemas.openxmlformats.org/officeDocument/2006/relationships/slide" Target="slide9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4.xml"/><Relationship Id="rId5" Type="http://schemas.openxmlformats.org/officeDocument/2006/relationships/slide" Target="slide7.xml"/><Relationship Id="rId15" Type="http://schemas.openxmlformats.org/officeDocument/2006/relationships/slide" Target="slide91.xml"/><Relationship Id="rId10" Type="http://schemas.openxmlformats.org/officeDocument/2006/relationships/hyperlink" Target="https://flyingdeuk.github.io/posts/A330-kneeboard/" TargetMode="External"/><Relationship Id="rId19" Type="http://schemas.openxmlformats.org/officeDocument/2006/relationships/slide" Target="slide10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image" Target="../media/image2.png"/><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7.xml"/><Relationship Id="rId3" Type="http://schemas.openxmlformats.org/officeDocument/2006/relationships/slide" Target="slide69.xml"/><Relationship Id="rId7"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4.xml"/><Relationship Id="rId5" Type="http://schemas.openxmlformats.org/officeDocument/2006/relationships/slide" Target="slide72.xml"/><Relationship Id="rId10" Type="http://schemas.openxmlformats.org/officeDocument/2006/relationships/image" Target="../media/image3.svg"/><Relationship Id="rId4" Type="http://schemas.openxmlformats.org/officeDocument/2006/relationships/slide" Target="slide7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7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3.xml"/><Relationship Id="rId5" Type="http://schemas.openxmlformats.org/officeDocument/2006/relationships/slide" Target="slide81.xml"/><Relationship Id="rId4" Type="http://schemas.openxmlformats.org/officeDocument/2006/relationships/slide" Target="slide8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slide" Target="slide91.xml"/><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1.xml"/></Relationships>
</file>

<file path=ppt/slides/_rels/slide9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a:t>
            </a:r>
            <a:r>
              <a:rPr lang="en-US" sz="1100" b="1">
                <a:solidFill>
                  <a:srgbClr val="0070C0"/>
                </a:solidFill>
                <a:latin typeface="Calibri"/>
                <a:ea typeface="Calibri"/>
                <a:cs typeface="Calibri"/>
                <a:sym typeface="Calibri"/>
              </a:rPr>
              <a:t>25.</a:t>
            </a:r>
            <a:r>
              <a:rPr lang="en-US" altLang="ko-KR" sz="1100" b="1">
                <a:solidFill>
                  <a:srgbClr val="0070C0"/>
                </a:solidFill>
                <a:latin typeface="Calibri"/>
                <a:ea typeface="Calibri"/>
                <a:cs typeface="Calibri"/>
                <a:sym typeface="Calibri"/>
              </a:rPr>
              <a:t>7</a:t>
            </a:r>
            <a:r>
              <a:rPr lang="en-US" sz="1100" b="1">
                <a:solidFill>
                  <a:srgbClr val="0070C0"/>
                </a:solidFill>
                <a:latin typeface="Calibri"/>
                <a:ea typeface="Calibri"/>
                <a:cs typeface="Calibri"/>
                <a:sym typeface="Calibri"/>
              </a:rPr>
              <a:t>.</a:t>
            </a:r>
            <a:r>
              <a:rPr lang="en-US" altLang="ko-KR" sz="1100" b="1">
                <a:solidFill>
                  <a:srgbClr val="0070C0"/>
                </a:solidFill>
                <a:latin typeface="Calibri"/>
                <a:ea typeface="Calibri"/>
                <a:cs typeface="Calibri"/>
                <a:sym typeface="Calibri"/>
              </a:rPr>
              <a:t>6</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551154357"/>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ETA KABAM 119.3 – ETA MIGUG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Rep MAPNO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645839936"/>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ARESI </a:t>
            </a:r>
            <a:r>
              <a:rPr kumimoji="1" lang="en-US" altLang="ko-Kore-KR" sz="700" b="1" u="sng" dirty="0">
                <a:solidFill>
                  <a:srgbClr val="0070C0"/>
                </a:solidFill>
                <a:latin typeface="Gulim" panose="020B0600000101010101" pitchFamily="34" charset="-127"/>
                <a:ea typeface="Gulim" panose="020B0600000101010101" pitchFamily="34" charset="-127"/>
              </a:rPr>
              <a:t>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4137336316"/>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C/S, A333, passing FL -&gt;</a:t>
                      </a:r>
                      <a:r>
                        <a:rPr lang="en-US" sz="800" dirty="0"/>
                        <a:t> </a:t>
                      </a:r>
                      <a:r>
                        <a:rPr lang="en-US" sz="800" b="1" dirty="0">
                          <a:solidFill>
                            <a:srgbClr val="FFC000"/>
                          </a:solidFill>
                        </a:rPr>
                        <a:t>Director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46541"/>
            <a:ext cx="2396810" cy="1340230"/>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72639</TotalTime>
  <Words>22815</Words>
  <Application>Microsoft Macintosh PowerPoint</Application>
  <PresentationFormat>사용자 지정</PresentationFormat>
  <Paragraphs>5364</Paragraphs>
  <Slides>102</Slides>
  <Notes>93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102</vt:i4>
      </vt:variant>
    </vt:vector>
  </HeadingPairs>
  <TitlesOfParts>
    <vt:vector size="112" baseType="lpstr">
      <vt:lpstr>Century Gothic</vt:lpstr>
      <vt:lpstr>Calibri</vt:lpstr>
      <vt:lpstr>Cambria Math</vt:lpstr>
      <vt:lpstr>Helvetica Neue</vt:lpstr>
      <vt:lpstr>Britannic Bold</vt:lpstr>
      <vt:lpstr>Lato</vt:lpstr>
      <vt:lpstr>맑은 고딕</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544</cp:revision>
  <dcterms:created xsi:type="dcterms:W3CDTF">2022-05-17T08:00:10Z</dcterms:created>
  <dcterms:modified xsi:type="dcterms:W3CDTF">2025-07-16T17:00:00Z</dcterms:modified>
</cp:coreProperties>
</file>