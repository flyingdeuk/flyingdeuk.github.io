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p:restoredTop sz="96966"/>
  </p:normalViewPr>
  <p:slideViewPr>
    <p:cSldViewPr snapToGrid="0" showGuides="1">
      <p:cViewPr>
        <p:scale>
          <a:sx n="354" d="100"/>
          <a:sy n="354" d="100"/>
        </p:scale>
        <p:origin x="4144" y="-8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25.4.21</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761562384"/>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04/05R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22/23L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7484413"/>
              </p:ext>
            </p:extLst>
          </p:nvPr>
        </p:nvGraphicFramePr>
        <p:xfrm>
          <a:off x="-4046" y="695768"/>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Report RWY, </a:t>
                      </a:r>
                      <a:r>
                        <a:rPr lang="en-US" sz="800" u="none" strike="noStrike" cap="none" dirty="0" err="1">
                          <a:solidFill>
                            <a:srgbClr val="FFC000"/>
                          </a:solidFill>
                        </a:rPr>
                        <a:t>ini</a:t>
                      </a:r>
                      <a:r>
                        <a:rPr lang="en-US" sz="800" u="none" strike="noStrike" cap="none" dirty="0">
                          <a:solidFill>
                            <a:srgbClr val="FFC000"/>
                          </a:solidFill>
                        </a:rPr>
                        <a:t> ALT to ATC</a:t>
                      </a:r>
                    </a:p>
                    <a:p>
                      <a:pPr marL="0" marR="0" lvl="0" indent="0" algn="ctr" rtl="0">
                        <a:spcBef>
                          <a:spcPts val="0"/>
                        </a:spcBef>
                        <a:spcAft>
                          <a:spcPts val="0"/>
                        </a:spcAft>
                        <a:buNone/>
                      </a:pPr>
                      <a:r>
                        <a:rPr lang="en-US" sz="800" u="none" strike="noStrike" cap="none" dirty="0">
                          <a:solidFill>
                            <a:srgbClr val="FFC000"/>
                          </a:solidFill>
                        </a:rPr>
                        <a:t>Report Ready for P/B to TWR first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04/</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22/</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a:t>
                      </a:r>
                      <a:endParaRPr lang="ko-Kore-KR"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2772355360"/>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By Voice on ATIS</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16665"/>
            <a:ext cx="140134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B5AD8A98-1E58-DCA0-58BA-11EDFCB5241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54530226"/>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0" dirty="0">
                          <a:solidFill>
                            <a:srgbClr val="FF0000"/>
                          </a:solidFill>
                        </a:rPr>
                        <a:t>G4(6702’), </a:t>
                      </a:r>
                      <a:r>
                        <a:rPr lang="en-US" sz="800" b="1" dirty="0">
                          <a:solidFill>
                            <a:srgbClr val="0070C0"/>
                          </a:solidFill>
                        </a:rPr>
                        <a:t>G6(9803’), </a:t>
                      </a:r>
                      <a:r>
                        <a:rPr lang="en-US" sz="800" b="0" dirty="0">
                          <a:solidFill>
                            <a:schemeClr val="bg1"/>
                          </a:solidFill>
                        </a:rPr>
                        <a:t>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2122357807"/>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10908"/>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39825503"/>
              </p:ext>
            </p:extLst>
          </p:nvPr>
        </p:nvGraphicFramePr>
        <p:xfrm>
          <a:off x="-2500" y="3901580"/>
          <a:ext cx="2328849" cy="165861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0"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351722372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4">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a:t>
                      </a:r>
                    </a:p>
                    <a:p>
                      <a:pPr marL="0" marR="0" lvl="0" indent="0" algn="ctr" rtl="0">
                        <a:spcBef>
                          <a:spcPts val="0"/>
                        </a:spcBef>
                        <a:spcAft>
                          <a:spcPts val="0"/>
                        </a:spcAft>
                        <a:buNone/>
                      </a:pPr>
                      <a:r>
                        <a:rPr lang="en-US" sz="900" dirty="0"/>
                        <a:t>131.5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4057582"/>
              </p:ext>
            </p:extLst>
          </p:nvPr>
        </p:nvGraphicFramePr>
        <p:xfrm>
          <a:off x="-11023" y="643000"/>
          <a:ext cx="2331950" cy="111097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 </a:t>
                      </a:r>
                      <a:r>
                        <a:rPr lang="en-US" altLang="ko-Kore-KR" sz="800" b="1" u="none" strike="noStrike" cap="none" dirty="0">
                          <a:solidFill>
                            <a:srgbClr val="AA47F5"/>
                          </a:solidFill>
                        </a:rPr>
                        <a:t>SPD 230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357039246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3">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DCL -5min,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33391" y="2675460"/>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1766588"/>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62541</TotalTime>
  <Words>17802</Words>
  <Application>Microsoft Macintosh PowerPoint</Application>
  <PresentationFormat>사용자 지정</PresentationFormat>
  <Paragraphs>3990</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Arial</vt:lpstr>
      <vt:lpstr>Lato</vt:lpstr>
      <vt:lpstr>Century Gothic</vt:lpstr>
      <vt:lpstr>Calibri</vt:lpstr>
      <vt:lpstr>Cambria Math</vt:lpstr>
      <vt:lpstr>Helvetica Neue</vt:lpstr>
      <vt:lpstr>Britannic Bold</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500</cp:revision>
  <dcterms:created xsi:type="dcterms:W3CDTF">2022-05-17T08:00:10Z</dcterms:created>
  <dcterms:modified xsi:type="dcterms:W3CDTF">2025-04-26T07:13:33Z</dcterms:modified>
</cp:coreProperties>
</file>