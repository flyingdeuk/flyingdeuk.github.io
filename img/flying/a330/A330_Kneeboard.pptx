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96"/>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377" r:id="rId38"/>
    <p:sldId id="379" r:id="rId39"/>
    <p:sldId id="308" r:id="rId40"/>
    <p:sldId id="451" r:id="rId41"/>
    <p:sldId id="309" r:id="rId42"/>
    <p:sldId id="457" r:id="rId43"/>
    <p:sldId id="458" r:id="rId44"/>
    <p:sldId id="459" r:id="rId45"/>
    <p:sldId id="463" r:id="rId46"/>
    <p:sldId id="464" r:id="rId47"/>
    <p:sldId id="465" r:id="rId48"/>
    <p:sldId id="342" r:id="rId49"/>
    <p:sldId id="466" r:id="rId50"/>
    <p:sldId id="344" r:id="rId51"/>
    <p:sldId id="389" r:id="rId52"/>
    <p:sldId id="390" r:id="rId53"/>
    <p:sldId id="442" r:id="rId54"/>
    <p:sldId id="443" r:id="rId55"/>
    <p:sldId id="447" r:id="rId56"/>
    <p:sldId id="448" r:id="rId57"/>
    <p:sldId id="449" r:id="rId58"/>
    <p:sldId id="450" r:id="rId59"/>
    <p:sldId id="452" r:id="rId60"/>
    <p:sldId id="453" r:id="rId61"/>
    <p:sldId id="460" r:id="rId62"/>
    <p:sldId id="462" r:id="rId63"/>
    <p:sldId id="461" r:id="rId64"/>
    <p:sldId id="436" r:id="rId65"/>
    <p:sldId id="376" r:id="rId66"/>
    <p:sldId id="434" r:id="rId67"/>
    <p:sldId id="437" r:id="rId68"/>
    <p:sldId id="439" r:id="rId69"/>
    <p:sldId id="438" r:id="rId70"/>
    <p:sldId id="444" r:id="rId71"/>
    <p:sldId id="445" r:id="rId72"/>
    <p:sldId id="446" r:id="rId73"/>
    <p:sldId id="469" r:id="rId74"/>
    <p:sldId id="470" r:id="rId75"/>
    <p:sldId id="471" r:id="rId76"/>
    <p:sldId id="422" r:id="rId77"/>
    <p:sldId id="385" r:id="rId78"/>
    <p:sldId id="365" r:id="rId79"/>
    <p:sldId id="366" r:id="rId80"/>
    <p:sldId id="423" r:id="rId81"/>
    <p:sldId id="384" r:id="rId82"/>
    <p:sldId id="283" r:id="rId83"/>
    <p:sldId id="286" r:id="rId84"/>
    <p:sldId id="428" r:id="rId85"/>
    <p:sldId id="288" r:id="rId86"/>
    <p:sldId id="289" r:id="rId87"/>
    <p:sldId id="290" r:id="rId88"/>
    <p:sldId id="424" r:id="rId89"/>
    <p:sldId id="302" r:id="rId90"/>
    <p:sldId id="303" r:id="rId91"/>
    <p:sldId id="426" r:id="rId92"/>
    <p:sldId id="427" r:id="rId93"/>
    <p:sldId id="430" r:id="rId94"/>
    <p:sldId id="281" r:id="rId95"/>
  </p:sldIdLst>
  <p:sldSz cx="2328863" cy="5572125"/>
  <p:notesSz cx="6858000" cy="9144000"/>
  <p:embeddedFontLst>
    <p:embeddedFont>
      <p:font typeface="맑은 고딕" panose="020B0503020000020004" pitchFamily="34" charset="-127"/>
      <p:regular r:id="rId97"/>
      <p:bold r:id="rId98"/>
    </p:embeddedFont>
    <p:embeddedFont>
      <p:font typeface="Cambria Math" panose="02040503050406030204" pitchFamily="18" charset="0"/>
      <p:regular r:id="rId99"/>
    </p:embeddedFont>
    <p:embeddedFont>
      <p:font typeface="Century Gothic" panose="020B0502020202020204" pitchFamily="34" charset="0"/>
      <p:regular r:id="rId100"/>
      <p:bold r:id="rId101"/>
      <p:italic r:id="rId102"/>
      <p:boldItalic r:id="rId103"/>
    </p:embeddedFont>
    <p:embeddedFont>
      <p:font typeface="Helvetica Neue" panose="02000503000000020004" pitchFamily="2" charset="0"/>
      <p:regular r:id="rId104"/>
      <p:bold r:id="rId105"/>
      <p:italic r:id="rId106"/>
      <p:boldItalic r:id="rId107"/>
    </p:embeddedFont>
    <p:embeddedFont>
      <p:font typeface="Lato" panose="020F0502020204030203" pitchFamily="34" charset="0"/>
      <p:regular r:id="rId108"/>
      <p:bold r:id="rId109"/>
      <p:italic r:id="rId110"/>
      <p:boldItalic r:id="rId11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F28943"/>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569"/>
    <p:restoredTop sz="96966"/>
  </p:normalViewPr>
  <p:slideViewPr>
    <p:cSldViewPr snapToGrid="0" showGuides="1">
      <p:cViewPr>
        <p:scale>
          <a:sx n="243" d="100"/>
          <a:sy n="243" d="100"/>
        </p:scale>
        <p:origin x="2184" y="1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11.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7.fntdata"/><Relationship Id="rId108" Type="http://schemas.openxmlformats.org/officeDocument/2006/relationships/font" Target="fonts/font12.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3.fntdata"/><Relationship Id="rId101" Type="http://schemas.openxmlformats.org/officeDocument/2006/relationships/font" Target="fonts/font5.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3.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fntdata"/><Relationship Id="rId104" Type="http://schemas.openxmlformats.org/officeDocument/2006/relationships/font" Target="fonts/font8.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5.fntdata"/><Relationship Id="rId174"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76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94</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78.xml"/><Relationship Id="rId18" Type="http://schemas.openxmlformats.org/officeDocument/2006/relationships/slide" Target="slide9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77.xml"/><Relationship Id="rId17" Type="http://schemas.openxmlformats.org/officeDocument/2006/relationships/slide" Target="slide87.xml"/><Relationship Id="rId2" Type="http://schemas.openxmlformats.org/officeDocument/2006/relationships/notesSlide" Target="../notesSlides/notesSlide1.xml"/><Relationship Id="rId16" Type="http://schemas.openxmlformats.org/officeDocument/2006/relationships/slide" Target="slide8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76.xml"/><Relationship Id="rId5" Type="http://schemas.openxmlformats.org/officeDocument/2006/relationships/slide" Target="slide7.xml"/><Relationship Id="rId15" Type="http://schemas.openxmlformats.org/officeDocument/2006/relationships/slide" Target="slide83.xml"/><Relationship Id="rId10" Type="http://schemas.openxmlformats.org/officeDocument/2006/relationships/hyperlink" Target="https://flyingdeuk.github.io/posts/A330-kneeboard/" TargetMode="External"/><Relationship Id="rId19" Type="http://schemas.openxmlformats.org/officeDocument/2006/relationships/slide" Target="slide92.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2" Type="http://schemas.openxmlformats.org/officeDocument/2006/relationships/notesSlide" Target="../notesSlides/notesSlide5.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image" Target="../media/image2.png"/><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4.xml"/><Relationship Id="rId13" Type="http://schemas.openxmlformats.org/officeDocument/2006/relationships/image" Target="../media/image2.png"/><Relationship Id="rId3" Type="http://schemas.openxmlformats.org/officeDocument/2006/relationships/slide" Target="slide37.xml"/><Relationship Id="rId7" Type="http://schemas.openxmlformats.org/officeDocument/2006/relationships/slide" Target="slide42.xml"/><Relationship Id="rId12" Type="http://schemas.openxmlformats.org/officeDocument/2006/relationships/slide" Target="slide50.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8.xml"/><Relationship Id="rId5" Type="http://schemas.openxmlformats.org/officeDocument/2006/relationships/slide" Target="slide39.xml"/><Relationship Id="rId10" Type="http://schemas.openxmlformats.org/officeDocument/2006/relationships/slide" Target="slide47.xml"/><Relationship Id="rId4" Type="http://schemas.openxmlformats.org/officeDocument/2006/relationships/slide" Target="slide38.xml"/><Relationship Id="rId9" Type="http://schemas.openxmlformats.org/officeDocument/2006/relationships/slide" Target="slide45.xml"/><Relationship Id="rId1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56.xml"/><Relationship Id="rId13" Type="http://schemas.openxmlformats.org/officeDocument/2006/relationships/slide" Target="slide61.xml"/><Relationship Id="rId3" Type="http://schemas.openxmlformats.org/officeDocument/2006/relationships/slide" Target="slide51.xml"/><Relationship Id="rId7" Type="http://schemas.openxmlformats.org/officeDocument/2006/relationships/slide" Target="slide55.xml"/><Relationship Id="rId12" Type="http://schemas.openxmlformats.org/officeDocument/2006/relationships/slide" Target="slide60.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4.xml"/><Relationship Id="rId11" Type="http://schemas.openxmlformats.org/officeDocument/2006/relationships/slide" Target="slide59.xml"/><Relationship Id="rId5" Type="http://schemas.openxmlformats.org/officeDocument/2006/relationships/slide" Target="slide53.xml"/><Relationship Id="rId15" Type="http://schemas.openxmlformats.org/officeDocument/2006/relationships/image" Target="../media/image2.png"/><Relationship Id="rId10" Type="http://schemas.openxmlformats.org/officeDocument/2006/relationships/slide" Target="slide58.xml"/><Relationship Id="rId4" Type="http://schemas.openxmlformats.org/officeDocument/2006/relationships/slide" Target="slide52.xml"/><Relationship Id="rId9" Type="http://schemas.openxmlformats.org/officeDocument/2006/relationships/slide" Target="slide57.xml"/><Relationship Id="rId14" Type="http://schemas.openxmlformats.org/officeDocument/2006/relationships/slide" Target="slide63.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2.xml"/><Relationship Id="rId3" Type="http://schemas.openxmlformats.org/officeDocument/2006/relationships/slide" Target="slide64.xml"/><Relationship Id="rId7" Type="http://schemas.openxmlformats.org/officeDocument/2006/relationships/slide" Target="slide7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69.xml"/><Relationship Id="rId5" Type="http://schemas.openxmlformats.org/officeDocument/2006/relationships/slide" Target="slide67.xml"/><Relationship Id="rId10" Type="http://schemas.openxmlformats.org/officeDocument/2006/relationships/image" Target="../media/image3.svg"/><Relationship Id="rId4" Type="http://schemas.openxmlformats.org/officeDocument/2006/relationships/slide" Target="slide66.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slide" Target="slide73.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75.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9.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5.xml.rels><?xml version="1.0" encoding="UTF-8" standalone="yes"?>
<Relationships xmlns="http://schemas.openxmlformats.org/package/2006/relationships"><Relationship Id="rId3" Type="http://schemas.openxmlformats.org/officeDocument/2006/relationships/slide" Target="slide83.xml"/><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83.xml"/></Relationships>
</file>

<file path=ppt/slides/_rels/slide8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0.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6</a:t>
            </a:r>
            <a:r>
              <a:rPr lang="en-US" sz="1100" b="1" dirty="0">
                <a:solidFill>
                  <a:srgbClr val="0070C0"/>
                </a:solidFill>
                <a:latin typeface="Calibri"/>
                <a:ea typeface="Calibri"/>
                <a:cs typeface="Calibri"/>
                <a:sym typeface="Calibri"/>
              </a:rPr>
              <a:t>.</a:t>
            </a:r>
            <a:r>
              <a:rPr lang="en-US" altLang="ko-KR" sz="1100" b="1" dirty="0">
                <a:solidFill>
                  <a:srgbClr val="0070C0"/>
                </a:solidFill>
                <a:latin typeface="Calibri"/>
                <a:ea typeface="Calibri"/>
                <a:cs typeface="Calibri"/>
                <a:sym typeface="Calibri"/>
              </a:rPr>
              <a:t>16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20017702"/>
              </p:ext>
            </p:extLst>
          </p:nvPr>
        </p:nvGraphicFramePr>
        <p:xfrm>
          <a:off x="98101" y="132866"/>
          <a:ext cx="2132650" cy="3646490"/>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0122534"/>
              </p:ext>
            </p:extLst>
          </p:nvPr>
        </p:nvGraphicFramePr>
        <p:xfrm>
          <a:off x="104230" y="114852"/>
          <a:ext cx="2115458" cy="2441681"/>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86341415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80762907"/>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645839936"/>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697581"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GUTUP 6556/8942 – AKMON 133.05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67959</TotalTime>
  <Words>20795</Words>
  <Application>Microsoft Macintosh PowerPoint</Application>
  <PresentationFormat>사용자 지정</PresentationFormat>
  <Paragraphs>4800</Paragraphs>
  <Slides>94</Slides>
  <Notes>87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94</vt:i4>
      </vt:variant>
    </vt:vector>
  </HeadingPairs>
  <TitlesOfParts>
    <vt:vector size="104" baseType="lpstr">
      <vt:lpstr>Calibri</vt:lpstr>
      <vt:lpstr>Cambria Math</vt:lpstr>
      <vt:lpstr>Britannic Bold</vt:lpstr>
      <vt:lpstr>맑은 고딕</vt:lpstr>
      <vt:lpstr>Gulim</vt:lpstr>
      <vt:lpstr>Arial</vt:lpstr>
      <vt:lpstr>Lato</vt:lpstr>
      <vt:lpstr>Century Gothic</vt:lpstr>
      <vt:lpstr>Helvetica Neue</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520</cp:revision>
  <dcterms:created xsi:type="dcterms:W3CDTF">2022-05-17T08:00:10Z</dcterms:created>
  <dcterms:modified xsi:type="dcterms:W3CDTF">2025-06-17T04:45:05Z</dcterms:modified>
</cp:coreProperties>
</file>