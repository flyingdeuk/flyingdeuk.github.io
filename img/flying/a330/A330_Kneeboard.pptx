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64"/>
  </p:notesMasterIdLst>
  <p:sldIdLst>
    <p:sldId id="292" r:id="rId2"/>
    <p:sldId id="345" r:id="rId3"/>
    <p:sldId id="349" r:id="rId4"/>
    <p:sldId id="367" r:id="rId5"/>
    <p:sldId id="346" r:id="rId6"/>
    <p:sldId id="350" r:id="rId7"/>
    <p:sldId id="347" r:id="rId8"/>
    <p:sldId id="351" r:id="rId9"/>
    <p:sldId id="348" r:id="rId10"/>
    <p:sldId id="282" r:id="rId11"/>
    <p:sldId id="333" r:id="rId12"/>
    <p:sldId id="431" r:id="rId13"/>
    <p:sldId id="432" r:id="rId14"/>
    <p:sldId id="433" r:id="rId15"/>
    <p:sldId id="257" r:id="rId16"/>
    <p:sldId id="258" r:id="rId17"/>
    <p:sldId id="259" r:id="rId18"/>
    <p:sldId id="260" r:id="rId19"/>
    <p:sldId id="267" r:id="rId20"/>
    <p:sldId id="268" r:id="rId21"/>
    <p:sldId id="355" r:id="rId22"/>
    <p:sldId id="356" r:id="rId23"/>
    <p:sldId id="273" r:id="rId24"/>
    <p:sldId id="274" r:id="rId25"/>
    <p:sldId id="275" r:id="rId26"/>
    <p:sldId id="276" r:id="rId27"/>
    <p:sldId id="279" r:id="rId28"/>
    <p:sldId id="280" r:id="rId29"/>
    <p:sldId id="340" r:id="rId30"/>
    <p:sldId id="341" r:id="rId31"/>
    <p:sldId id="377" r:id="rId32"/>
    <p:sldId id="379" r:id="rId33"/>
    <p:sldId id="308" r:id="rId34"/>
    <p:sldId id="314" r:id="rId35"/>
    <p:sldId id="309" r:id="rId36"/>
    <p:sldId id="389" r:id="rId37"/>
    <p:sldId id="390" r:id="rId38"/>
    <p:sldId id="436" r:id="rId39"/>
    <p:sldId id="376" r:id="rId40"/>
    <p:sldId id="434" r:id="rId41"/>
    <p:sldId id="437" r:id="rId42"/>
    <p:sldId id="439" r:id="rId43"/>
    <p:sldId id="438" r:id="rId44"/>
    <p:sldId id="422" r:id="rId45"/>
    <p:sldId id="385" r:id="rId46"/>
    <p:sldId id="365" r:id="rId47"/>
    <p:sldId id="366" r:id="rId48"/>
    <p:sldId id="423" r:id="rId49"/>
    <p:sldId id="384" r:id="rId50"/>
    <p:sldId id="283" r:id="rId51"/>
    <p:sldId id="286" r:id="rId52"/>
    <p:sldId id="428" r:id="rId53"/>
    <p:sldId id="288" r:id="rId54"/>
    <p:sldId id="289" r:id="rId55"/>
    <p:sldId id="290" r:id="rId56"/>
    <p:sldId id="424" r:id="rId57"/>
    <p:sldId id="302" r:id="rId58"/>
    <p:sldId id="303" r:id="rId59"/>
    <p:sldId id="426" r:id="rId60"/>
    <p:sldId id="427" r:id="rId61"/>
    <p:sldId id="430" r:id="rId62"/>
    <p:sldId id="281" r:id="rId63"/>
  </p:sldIdLst>
  <p:sldSz cx="2328863" cy="5572125"/>
  <p:notesSz cx="6858000" cy="9144000"/>
  <p:embeddedFontLst>
    <p:embeddedFont>
      <p:font typeface="Cambria Math" panose="02040503050406030204" pitchFamily="18" charset="0"/>
      <p:regular r:id="rId65"/>
    </p:embeddedFont>
    <p:embeddedFont>
      <p:font typeface="Century Gothic" panose="020B0502020202020204" pitchFamily="34" charset="0"/>
      <p:regular r:id="rId66"/>
      <p:bold r:id="rId67"/>
      <p:italic r:id="rId68"/>
      <p:boldItalic r:id="rId69"/>
    </p:embeddedFont>
    <p:embeddedFont>
      <p:font typeface="Helvetica Neue" panose="02000503000000020004" pitchFamily="2" charset="0"/>
      <p:regular r:id="rId70"/>
      <p:bold r:id="rId71"/>
      <p:italic r:id="rId72"/>
      <p:boldItalic r:id="rId73"/>
    </p:embeddedFont>
    <p:embeddedFont>
      <p:font typeface="Lato" panose="020F0502020204030203" pitchFamily="34" charset="0"/>
      <p:regular r:id="rId74"/>
      <p:bold r:id="rId75"/>
      <p:italic r:id="rId76"/>
      <p:boldItalic r:id="rId77"/>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799"/>
    <p:restoredTop sz="96966"/>
  </p:normalViewPr>
  <p:slideViewPr>
    <p:cSldViewPr snapToGrid="0" showGuides="1">
      <p:cViewPr varScale="1">
        <p:scale>
          <a:sx n="193" d="100"/>
          <a:sy n="193" d="100"/>
        </p:scale>
        <p:origin x="976" y="200"/>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font" Target="fonts/font4.fntdata"/><Relationship Id="rId175"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font" Target="fonts/font10.fntdata"/><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notesMaster" Target="notesMasters/notesMaster1.xml"/><Relationship Id="rId69" Type="http://schemas.openxmlformats.org/officeDocument/2006/relationships/font" Target="fonts/font5.fntdata"/><Relationship Id="rId77" Type="http://schemas.openxmlformats.org/officeDocument/2006/relationships/font" Target="fonts/font13.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font" Target="fonts/font8.fntdata"/><Relationship Id="rId176"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font" Target="fonts/font3.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font" Target="fonts/font6.fntdata"/><Relationship Id="rId75" Type="http://schemas.openxmlformats.org/officeDocument/2006/relationships/font" Target="fonts/font11.fntdata"/><Relationship Id="rId17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font" Target="fonts/font1.fntdata"/><Relationship Id="rId73" Type="http://schemas.openxmlformats.org/officeDocument/2006/relationships/font" Target="fonts/font9.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12.fntdata"/><Relationship Id="rId7" Type="http://schemas.openxmlformats.org/officeDocument/2006/relationships/slide" Target="slides/slide6.xml"/><Relationship Id="rId71" Type="http://schemas.openxmlformats.org/officeDocument/2006/relationships/font" Target="fonts/font7.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font" Target="fonts/font2.fntdata"/><Relationship Id="rId17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286977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FBB134BE-1207-3C6F-FCF2-7DF03FD75387}"/>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8A025E1A-7CAF-D15A-9AFD-8B2C6CF075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D7B729E9-6BD8-4526-E3A3-6088E76B863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564182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224088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44</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62</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B737-kneeboard/" TargetMode="External"/><Relationship Id="rId13" Type="http://schemas.openxmlformats.org/officeDocument/2006/relationships/slide" Target="slide49.xml"/><Relationship Id="rId18" Type="http://schemas.openxmlformats.org/officeDocument/2006/relationships/slide" Target="slide60.xml"/><Relationship Id="rId3" Type="http://schemas.openxmlformats.org/officeDocument/2006/relationships/slide" Target="slide2.xml"/><Relationship Id="rId7" Type="http://schemas.openxmlformats.org/officeDocument/2006/relationships/slide" Target="slide12.xml"/><Relationship Id="rId12" Type="http://schemas.openxmlformats.org/officeDocument/2006/relationships/slide" Target="slide46.xml"/><Relationship Id="rId17" Type="http://schemas.openxmlformats.org/officeDocument/2006/relationships/slide" Target="slide59.xml"/><Relationship Id="rId2" Type="http://schemas.openxmlformats.org/officeDocument/2006/relationships/notesSlide" Target="../notesSlides/notesSlide1.xml"/><Relationship Id="rId16" Type="http://schemas.openxmlformats.org/officeDocument/2006/relationships/slide" Target="slide55.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45.xml"/><Relationship Id="rId5" Type="http://schemas.openxmlformats.org/officeDocument/2006/relationships/slide" Target="slide7.xml"/><Relationship Id="rId15" Type="http://schemas.openxmlformats.org/officeDocument/2006/relationships/slide" Target="slide53.xml"/><Relationship Id="rId10" Type="http://schemas.openxmlformats.org/officeDocument/2006/relationships/slide" Target="slide44.xml"/><Relationship Id="rId4" Type="http://schemas.openxmlformats.org/officeDocument/2006/relationships/slide" Target="slide5.xml"/><Relationship Id="rId9" Type="http://schemas.openxmlformats.org/officeDocument/2006/relationships/hyperlink" Target="https://flyingdeuk.github.io/posts/A330-kneeboard/" TargetMode="External"/><Relationship Id="rId14" Type="http://schemas.openxmlformats.org/officeDocument/2006/relationships/slide" Target="slide51.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slide" Target="slide28.xml"/><Relationship Id="rId3" Type="http://schemas.openxmlformats.org/officeDocument/2006/relationships/slide" Target="slide23.xml"/><Relationship Id="rId7" Type="http://schemas.openxmlformats.org/officeDocument/2006/relationships/slide" Target="slide27.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slide" Target="slide26.xml"/><Relationship Id="rId5" Type="http://schemas.openxmlformats.org/officeDocument/2006/relationships/slide" Target="slide25.xml"/><Relationship Id="rId10" Type="http://schemas.openxmlformats.org/officeDocument/2006/relationships/slide" Target="slide30.xml"/><Relationship Id="rId4" Type="http://schemas.openxmlformats.org/officeDocument/2006/relationships/slide" Target="slide24.xml"/><Relationship Id="rId9" Type="http://schemas.openxmlformats.org/officeDocument/2006/relationships/slide" Target="slide29.xml"/></Relationships>
</file>

<file path=ppt/slides/_rels/slide6.xml.rels><?xml version="1.0" encoding="UTF-8" standalone="yes"?>
<Relationships xmlns="http://schemas.openxmlformats.org/package/2006/relationships"><Relationship Id="rId3" Type="http://schemas.openxmlformats.org/officeDocument/2006/relationships/slide" Target="slide5.xm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slide" Target="slide31.xm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slide" Target="slide35.xml"/><Relationship Id="rId5" Type="http://schemas.openxmlformats.org/officeDocument/2006/relationships/slide" Target="slide33.xml"/><Relationship Id="rId4" Type="http://schemas.openxmlformats.org/officeDocument/2006/relationships/slide" Target="slide32.xml"/></Relationships>
</file>

<file path=ppt/slides/_rels/slide8.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slide" Target="slide36.xml"/><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slide" Target="slide37.xml"/></Relationships>
</file>

<file path=ppt/slides/_rels/slide10.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slide" Target="slide38.xm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slide" Target="slide43.xml"/><Relationship Id="rId5" Type="http://schemas.openxmlformats.org/officeDocument/2006/relationships/slide" Target="slide41.xml"/><Relationship Id="rId4" Type="http://schemas.openxmlformats.org/officeDocument/2006/relationships/slide" Target="slide40.xml"/></Relationships>
</file>

<file path=ppt/slides/_rels/slide13.xml.rels><?xml version="1.0" encoding="UTF-8" standalone="yes"?>
<Relationships xmlns="http://schemas.openxmlformats.org/package/2006/relationships"><Relationship Id="rId3" Type="http://schemas.openxmlformats.org/officeDocument/2006/relationships/slide" Target="slide12.xml"/><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slide" Target="slide12.xml"/><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SS-GMP/" TargetMode="External"/><Relationship Id="rId7" Type="http://schemas.openxmlformats.org/officeDocument/2006/relationships/slide" Target="slide2.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jpg"/><Relationship Id="rId5" Type="http://schemas.openxmlformats.org/officeDocument/2006/relationships/image" Target="../media/image2.png"/><Relationship Id="rId4" Type="http://schemas.openxmlformats.org/officeDocument/2006/relationships/hyperlink" Target="https://flyingdeuk.github.io/posts/RKPC-CJU/" TargetMode="External"/></Relationships>
</file>

<file path=ppt/slides/_rels/slide16.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jpg"/><Relationship Id="rId4" Type="http://schemas.openxmlformats.org/officeDocument/2006/relationships/hyperlink" Target="https://flyingdeuk.github.io/posts/RKSS-GMP/" TargetMode="External"/></Relationships>
</file>

<file path=ppt/slides/_rels/slide17.xml.rels><?xml version="1.0" encoding="UTF-8" standalone="yes"?>
<Relationships xmlns="http://schemas.openxmlformats.org/package/2006/relationships"><Relationship Id="rId8" Type="http://schemas.openxmlformats.org/officeDocument/2006/relationships/slide" Target="slide2.xml"/><Relationship Id="rId3" Type="http://schemas.openxmlformats.org/officeDocument/2006/relationships/image" Target="../media/image3.jpg"/><Relationship Id="rId7"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57.xml"/><Relationship Id="rId9" Type="http://schemas.openxmlformats.org/officeDocument/2006/relationships/slide" Target="slide3.xml"/></Relationships>
</file>

<file path=ppt/slides/_rels/slide18.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K-PUS/" TargetMode="External"/><Relationship Id="rId7" Type="http://schemas.openxmlformats.org/officeDocument/2006/relationships/slide" Target="slide2.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6.jpg"/><Relationship Id="rId4" Type="http://schemas.openxmlformats.org/officeDocument/2006/relationships/hyperlink" Target="https://flyingdeuk.github.io/posts/RKSS-GMP/" TargetMode="External"/></Relationships>
</file>

<file path=ppt/slides/_rels/slide19.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57.xml"/><Relationship Id="rId5" Type="http://schemas.openxmlformats.org/officeDocument/2006/relationships/image" Target="../media/image7.jpg"/><Relationship Id="rId4" Type="http://schemas.openxmlformats.org/officeDocument/2006/relationships/hyperlink" Target="https://flyingdeuk.github.io/posts/RKPK-PUS/"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image" Target="../media/image8.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3" Type="http://schemas.openxmlformats.org/officeDocument/2006/relationships/slide" Target="slide57.xml"/><Relationship Id="rId7" Type="http://schemas.openxmlformats.org/officeDocument/2006/relationships/slide" Target="slide3.xm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2.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BB-KIX/"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AA-NRT/"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9.png"/><Relationship Id="rId4" Type="http://schemas.openxmlformats.org/officeDocument/2006/relationships/hyperlink" Target="https://flyingdeuk.github.io/posts/RKSI-ICN/"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FF-FUK/"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JFF-FUK/" TargetMode="External"/><Relationship Id="rId7" Type="http://schemas.openxmlformats.org/officeDocument/2006/relationships/image" Target="../media/image10.jpe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VHHH-HKG/"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flyingdeuk.github.io/posts/VHHH-HKG/" TargetMode="External"/><Relationship Id="rId7" Type="http://schemas.openxmlformats.org/officeDocument/2006/relationships/image" Target="../media/image11.jpe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7.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ZBAA-PEK/"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slide" Target="slide7.xm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ZBAA-PEK/" TargetMode="External"/><Relationship Id="rId7" Type="http://schemas.openxmlformats.org/officeDocument/2006/relationships/slide" Target="slide3.xm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image" Target="../media/image13.jpeg"/><Relationship Id="rId4" Type="http://schemas.openxmlformats.org/officeDocument/2006/relationships/hyperlink" Target="https://flyingdeuk.github.io/posts/RKSI-ICN/"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slide" Target="slide57.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PK-PU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slide" Target="slide13.xml"/><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hyperlink" Target="https://flyingdeuk.github.io/posts/PHNL-HNL/" TargetMode="External"/><Relationship Id="rId7" Type="http://schemas.openxmlformats.org/officeDocument/2006/relationships/slide" Target="slide12.xm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13.xml"/><Relationship Id="rId4" Type="http://schemas.openxmlformats.org/officeDocument/2006/relationships/hyperlink" Target="https://flyingdeuk.github.io/posts/YSSY-SYD/" TargetMode="Externa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48.xml"/><Relationship Id="rId1" Type="http://schemas.openxmlformats.org/officeDocument/2006/relationships/slideLayout" Target="../slideLayouts/slideLayout2.xml"/><Relationship Id="rId5" Type="http://schemas.openxmlformats.org/officeDocument/2006/relationships/slide" Target="slide2.xml"/><Relationship Id="rId4" Type="http://schemas.openxmlformats.org/officeDocument/2006/relationships/slide" Target="slide5.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slide" Target="slide51.xml"/><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4.xml"/><Relationship Id="rId1" Type="http://schemas.openxmlformats.org/officeDocument/2006/relationships/slideLayout" Target="../slideLayouts/slideLayout2.xml"/><Relationship Id="rId4" Type="http://schemas.openxmlformats.org/officeDocument/2006/relationships/slide" Target="slide51.xml"/></Relationships>
</file>

<file path=ppt/slides/_rels/slide5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image" Target="../media/image18.jpeg"/><Relationship Id="rId4" Type="http://schemas.openxmlformats.org/officeDocument/2006/relationships/slide" Target="slide2.xml"/></Relationships>
</file>

<file path=ppt/slides/_rels/slide58.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57.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937584125"/>
              </p:ext>
            </p:extLst>
          </p:nvPr>
        </p:nvGraphicFramePr>
        <p:xfrm>
          <a:off x="98101" y="1122495"/>
          <a:ext cx="2132650" cy="199176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bl>
          </a:graphicData>
        </a:graphic>
      </p:graphicFrame>
      <p:sp>
        <p:nvSpPr>
          <p:cNvPr id="89" name="Google Shape;89;p1">
            <a:hlinkClick r:id="rId8"/>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671789592"/>
              </p:ext>
            </p:extLst>
          </p:nvPr>
        </p:nvGraphicFramePr>
        <p:xfrm>
          <a:off x="185895" y="3233576"/>
          <a:ext cx="1969476" cy="2225704"/>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B050"/>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rgbClr val="00B05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8"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0070C0"/>
                </a:solidFill>
                <a:latin typeface="Calibri"/>
                <a:ea typeface="Calibri"/>
                <a:cs typeface="Calibri"/>
                <a:sym typeface="Calibri"/>
              </a:rPr>
              <a:t>VER. 25.3.</a:t>
            </a:r>
            <a:r>
              <a:rPr lang="en-US" altLang="ko-KR" sz="1100" b="1" dirty="0">
                <a:solidFill>
                  <a:srgbClr val="0070C0"/>
                </a:solidFill>
                <a:latin typeface="Calibri"/>
                <a:ea typeface="Calibri"/>
                <a:cs typeface="Calibri"/>
                <a:sym typeface="Calibri"/>
              </a:rPr>
              <a:t>14</a:t>
            </a:r>
            <a:endParaRPr sz="11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965341495"/>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830274576"/>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endParaRPr sz="11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48727380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서울</a:t>
                      </a:r>
                      <a:r>
                        <a:rPr lang="en-US" sz="900" b="0" dirty="0"/>
                        <a:t>/</a:t>
                      </a: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서울</a:t>
                      </a:r>
                      <a:r>
                        <a:rPr lang="en-US" sz="900" dirty="0"/>
                        <a:t>/</a:t>
                      </a: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부산</a:t>
                      </a:r>
                      <a:r>
                        <a:rPr lang="en-US" sz="900" dirty="0"/>
                        <a:t>/</a:t>
                      </a: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2671" y="519421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08763" y="514601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63560716"/>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rtl="0">
                        <a:spcBef>
                          <a:spcPts val="0"/>
                        </a:spcBef>
                        <a:spcAft>
                          <a:spcPts val="0"/>
                        </a:spcAft>
                        <a:buNone/>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a:t>
                      </a:r>
                      <a:r>
                        <a:rPr lang="ko-KR" altLang="en-US" sz="1000" b="0" dirty="0">
                          <a:solidFill>
                            <a:srgbClr val="FFC000"/>
                          </a:solidFill>
                          <a:latin typeface="Calibri"/>
                          <a:ea typeface="Calibri"/>
                          <a:cs typeface="Calibri"/>
                          <a:sym typeface="Calibri"/>
                        </a:rPr>
                        <a:t> </a:t>
                      </a:r>
                      <a:endParaRP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2" name="직사각형 1">
            <a:hlinkClick r:id="" action="ppaction://hlinkshowjump?jump=firstslide"/>
            <a:extLst>
              <a:ext uri="{FF2B5EF4-FFF2-40B4-BE49-F238E27FC236}">
                <a16:creationId xmlns:a16="http://schemas.microsoft.com/office/drawing/2014/main" id="{2A58EF91-7A59-ED4B-8C85-329D79A12166}"/>
              </a:ext>
            </a:extLst>
          </p:cNvPr>
          <p:cNvSpPr/>
          <p:nvPr/>
        </p:nvSpPr>
        <p:spPr>
          <a:xfrm>
            <a:off x="702671" y="527797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125462623"/>
              </p:ext>
            </p:extLst>
          </p:nvPr>
        </p:nvGraphicFramePr>
        <p:xfrm>
          <a:off x="98101" y="132866"/>
          <a:ext cx="2132650" cy="2633576"/>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extLst>
                    <a:ext uri="{A12FA001-AC4F-418D-AE19-62706E023703}">
                      <ahyp:hlinkClr xmlns:ahyp="http://schemas.microsoft.com/office/drawing/2018/hyperlinkcolor" val="tx"/>
                    </a:ext>
                  </a:extLst>
                </a:hlinkClick>
              </a:rPr>
              <a:t>Home</a:t>
            </a:r>
            <a:endPar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330322789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3333811122"/>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1273796782"/>
              </p:ext>
            </p:extLst>
          </p:nvPr>
        </p:nvGraphicFramePr>
        <p:xfrm>
          <a:off x="81023" y="3816134"/>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634791422"/>
              </p:ext>
            </p:extLst>
          </p:nvPr>
        </p:nvGraphicFramePr>
        <p:xfrm>
          <a:off x="104230" y="114852"/>
          <a:ext cx="2115458" cy="1605483"/>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bg1"/>
                          </a:solidFill>
                          <a:latin typeface="Calibri"/>
                          <a:ea typeface="Calibri"/>
                          <a:cs typeface="Calibri"/>
                          <a:sym typeface="Calibri"/>
                        </a:rPr>
                        <a:t>China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bl>
          </a:graphicData>
        </a:graphic>
      </p:graphicFrame>
      <p:sp>
        <p:nvSpPr>
          <p:cNvPr id="2" name="직사각형 1">
            <a:hlinkClick r:id="" action="ppaction://hlinkshowjump?jump=firstslide"/>
            <a:extLst>
              <a:ext uri="{FF2B5EF4-FFF2-40B4-BE49-F238E27FC236}">
                <a16:creationId xmlns:a16="http://schemas.microsoft.com/office/drawing/2014/main" id="{CFFB510E-55D5-1848-D7FB-A831C6EC3DAC}"/>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292130876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544448594"/>
              </p:ext>
            </p:extLst>
          </p:nvPr>
        </p:nvGraphicFramePr>
        <p:xfrm>
          <a:off x="121884" y="3798834"/>
          <a:ext cx="2069883" cy="1380430"/>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8043">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KMG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쿤밍</a:t>
                      </a:r>
                      <a:r>
                        <a:rPr lang="en-US" altLang="ko-KR" sz="900" dirty="0">
                          <a:solidFill>
                            <a:srgbClr val="00B050"/>
                          </a:solidFill>
                        </a:rPr>
                        <a:t>/</a:t>
                      </a:r>
                      <a:r>
                        <a:rPr lang="ko-KR" altLang="en-US" sz="900" dirty="0" err="1">
                          <a:solidFill>
                            <a:srgbClr val="00B050"/>
                          </a:solidFill>
                        </a:rPr>
                        <a:t>창쉐이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2165" y="520237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p>
        </p:txBody>
      </p:sp>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57914"/>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339177750"/>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936289216"/>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CXR</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a:t>
                      </a:r>
                      <a:r>
                        <a:rPr lang="ko-KR" altLang="en-US" sz="900" b="0" dirty="0" err="1">
                          <a:solidFill>
                            <a:srgbClr val="7030A0"/>
                          </a:solidFill>
                        </a:rPr>
                        <a:t>나짱</a:t>
                      </a:r>
                      <a:r>
                        <a:rPr lang="en-US" altLang="ko-KR" sz="900" b="0" dirty="0">
                          <a:solidFill>
                            <a:srgbClr val="7030A0"/>
                          </a:solidFill>
                        </a:rPr>
                        <a:t>(</a:t>
                      </a:r>
                      <a:r>
                        <a:rPr lang="en-US" altLang="ko-KR" sz="900" b="0" dirty="0" err="1">
                          <a:solidFill>
                            <a:srgbClr val="7030A0"/>
                          </a:solidFill>
                        </a:rPr>
                        <a:t>Nha</a:t>
                      </a:r>
                      <a:r>
                        <a:rPr lang="en-US" altLang="ko-KR" sz="900" b="0" dirty="0">
                          <a:solidFill>
                            <a:srgbClr val="7030A0"/>
                          </a:solidFill>
                        </a:rPr>
                        <a:t> Trang)/</a:t>
                      </a:r>
                      <a:r>
                        <a:rPr lang="ko-KR" altLang="en-US" sz="900" b="0" dirty="0" err="1">
                          <a:solidFill>
                            <a:srgbClr val="7030A0"/>
                          </a:solidFill>
                        </a:rPr>
                        <a:t>깜라인</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캄보디아 프놈펜</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RMQ</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타이중 </a:t>
                      </a:r>
                      <a:r>
                        <a:rPr lang="ko-KR" altLang="en-US" sz="900" b="0" dirty="0" err="1">
                          <a:solidFill>
                            <a:srgbClr val="7030A0"/>
                          </a:solidFill>
                        </a:rPr>
                        <a:t>칭찬강</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9A2AD511-3D77-5056-7372-44C616778F18}"/>
              </a:ext>
            </a:extLst>
          </p:cNvPr>
          <p:cNvSpPr txBox="1"/>
          <p:nvPr/>
        </p:nvSpPr>
        <p:spPr>
          <a:xfrm>
            <a:off x="1637044" y="522977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20616886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336080294"/>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 </a:t>
                      </a:r>
                      <a:endParaRPr lang="en-US" altLang="ko-Kore-K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참고</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4" name="직사각형 3">
            <a:hlinkClick r:id="" action="ppaction://hlinkshowjump?jump=firstslide"/>
            <a:extLst>
              <a:ext uri="{FF2B5EF4-FFF2-40B4-BE49-F238E27FC236}">
                <a16:creationId xmlns:a16="http://schemas.microsoft.com/office/drawing/2014/main" id="{CF0EAA18-1047-FE78-D46B-153C8A14B8A3}"/>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0547214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867487010"/>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6CF5A3A9-9CE4-A4CB-5F81-58D0B65D1B0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164848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3923366028"/>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DEEFE059-C040-0D5F-74C2-1E0447788100}"/>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34819EA0-C744-E4D7-32DA-73A0D9BE7EA0}"/>
              </a:ext>
            </a:extLst>
          </p:cNvPr>
          <p:cNvSpPr txBox="1"/>
          <p:nvPr/>
        </p:nvSpPr>
        <p:spPr>
          <a:xfrm>
            <a:off x="1637044" y="522977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graphicFrame>
        <p:nvGraphicFramePr>
          <p:cNvPr id="4" name="Google Shape;370;p27">
            <a:extLst>
              <a:ext uri="{FF2B5EF4-FFF2-40B4-BE49-F238E27FC236}">
                <a16:creationId xmlns:a16="http://schemas.microsoft.com/office/drawing/2014/main" id="{E45BF995-9579-C743-9CC0-6787DB044A20}"/>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7895368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431F247A-86C7-05C0-2C26-569E35E0AADC}"/>
            </a:ext>
          </a:extLst>
        </p:cNvPr>
        <p:cNvGrpSpPr/>
        <p:nvPr/>
      </p:nvGrpSpPr>
      <p:grpSpPr>
        <a:xfrm>
          <a:off x="0" y="0"/>
          <a:ext cx="0" cy="0"/>
          <a:chOff x="0" y="0"/>
          <a:chExt cx="0" cy="0"/>
        </a:xfrm>
      </p:grpSpPr>
      <p:graphicFrame>
        <p:nvGraphicFramePr>
          <p:cNvPr id="370" name="Google Shape;370;p27">
            <a:extLst>
              <a:ext uri="{FF2B5EF4-FFF2-40B4-BE49-F238E27FC236}">
                <a16:creationId xmlns:a16="http://schemas.microsoft.com/office/drawing/2014/main" id="{34D3F366-9928-740F-3928-A907676A2CEA}"/>
              </a:ext>
            </a:extLst>
          </p:cNvPr>
          <p:cNvGraphicFramePr/>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 </a:t>
                      </a:r>
                      <a:endParaRPr lang="en-US" altLang="ko-Kore-K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참고</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4" name="직사각형 3">
            <a:hlinkClick r:id="" action="ppaction://hlinkshowjump?jump=firstslide"/>
            <a:extLst>
              <a:ext uri="{FF2B5EF4-FFF2-40B4-BE49-F238E27FC236}">
                <a16:creationId xmlns:a16="http://schemas.microsoft.com/office/drawing/2014/main" id="{670AC04B-FD18-B2D3-8A4E-49BBCB6EB828}"/>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9695971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4001027431"/>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272961"/>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2653939243"/>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a:t>GMP : STAR</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3419442780"/>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NADP FX-10</a:t>
                      </a:r>
                      <a:r>
                        <a:rPr lang="ko-KR" altLang="en-US" sz="800" u="none" strike="noStrike" cap="none" dirty="0"/>
                        <a:t>도</a:t>
                      </a:r>
                      <a:r>
                        <a:rPr lang="en-US" altLang="ko-KR" sz="800" u="none" strike="noStrike" cap="none" dirty="0"/>
                        <a:t>,</a:t>
                      </a:r>
                      <a:r>
                        <a:rPr lang="ko-KR" altLang="en-US" sz="800" u="none" strike="noStrike" cap="none" dirty="0"/>
                        <a:t> </a:t>
                      </a:r>
                      <a:r>
                        <a:rPr lang="en-US" altLang="ko-KR" sz="800" u="none" strike="noStrike" cap="none" dirty="0"/>
                        <a:t>CLB, CONF 1+F, Acc 4000ft</a:t>
                      </a:r>
                      <a:endParaRPr lang="en-US" altLang="ko-Kore-K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74339925"/>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r" rtl="0">
                        <a:spcBef>
                          <a:spcPts val="0"/>
                        </a:spcBef>
                        <a:spcAft>
                          <a:spcPts val="0"/>
                        </a:spcAft>
                        <a:buNone/>
                      </a:pPr>
                      <a:r>
                        <a:rPr lang="en-US" sz="800" dirty="0"/>
                        <a:t>PUS : STAR </a:t>
                      </a:r>
                      <a:r>
                        <a:rPr lang="en-US" sz="800" dirty="0">
                          <a:solidFill>
                            <a:srgbClr val="FFC000"/>
                          </a:solidFill>
                        </a:rPr>
                        <a:t>(T</a:t>
                      </a:r>
                      <a:r>
                        <a:rPr lang="en-US" altLang="ko-KR" sz="800" dirty="0">
                          <a:solidFill>
                            <a:srgbClr val="FFC000"/>
                          </a:solidFill>
                        </a:rPr>
                        <a:t>/</a:t>
                      </a:r>
                      <a:r>
                        <a:rPr lang="en-US" sz="800" dirty="0">
                          <a:solidFill>
                            <a:srgbClr val="FFC000"/>
                          </a:solidFill>
                        </a:rPr>
                        <a:t>W </a:t>
                      </a:r>
                      <a:r>
                        <a:rPr lang="en-US" altLang="ko-KR" sz="800" dirty="0">
                          <a:solidFill>
                            <a:srgbClr val="FFC000"/>
                          </a:solidFill>
                        </a:rPr>
                        <a:t>10tks, </a:t>
                      </a:r>
                      <a:r>
                        <a:rPr lang="en-US" sz="800" dirty="0">
                          <a:solidFill>
                            <a:srgbClr val="FFC000"/>
                          </a:solidFill>
                        </a:rPr>
                        <a:t>36R</a:t>
                      </a:r>
                      <a:r>
                        <a:rPr lang="en-US" altLang="ko-KR" sz="800" dirty="0">
                          <a:solidFill>
                            <a:srgbClr val="FFC000"/>
                          </a:solidFill>
                        </a:rPr>
                        <a:t>,</a:t>
                      </a:r>
                      <a:r>
                        <a:rPr lang="en-US" sz="800" dirty="0">
                          <a:solidFill>
                            <a:srgbClr val="FFC000"/>
                          </a:solidFill>
                        </a:rPr>
                        <a:t> 360000lbs </a:t>
                      </a:r>
                      <a:r>
                        <a:rPr lang="ko-KR" altLang="en-US" sz="800" dirty="0">
                          <a:solidFill>
                            <a:srgbClr val="FFC000"/>
                          </a:solidFill>
                        </a:rPr>
                        <a:t>제한</a:t>
                      </a:r>
                      <a:r>
                        <a:rPr lang="en-US" sz="8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993367013"/>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1652897242"/>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295642489"/>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a:t>ILS Z 07</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a:t>ILS Z 25</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05053175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42202319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207268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4126081048"/>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a:t>KIX : STAR (SAEKI 170, RANDY 150)</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a:t>06L</a:t>
                      </a:r>
                      <a:endParaRPr sz="800" b="1"/>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a:t>06R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259894124"/>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167154383"/>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388263158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157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337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93285059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1284875923"/>
              </p:ext>
            </p:extLst>
          </p:nvPr>
        </p:nvGraphicFramePr>
        <p:xfrm>
          <a:off x="1596" y="3252792"/>
          <a:ext cx="2313550"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58262">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a:t>22</a:t>
                      </a:r>
                      <a:endParaRPr sz="800" b="1"/>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a:t>23</a:t>
                      </a:r>
                      <a:endParaRPr sz="800" b="1"/>
                    </a:p>
                  </a:txBody>
                  <a:tcPr marL="0" marR="0" marT="36000" marB="36000" anchor="ctr"/>
                </a:tc>
                <a:tc>
                  <a:txBody>
                    <a:bodyPr/>
                    <a:lstStyle/>
                    <a:p>
                      <a:pPr marL="0" marR="0" lvl="0" indent="0" algn="ctr" rtl="0">
                        <a:spcBef>
                          <a:spcPts val="0"/>
                        </a:spcBef>
                        <a:spcAft>
                          <a:spcPts val="0"/>
                        </a:spcAft>
                        <a:buNone/>
                      </a:pPr>
                      <a:r>
                        <a:rPr lang="en-US" sz="800" b="1"/>
                        <a:t>-</a:t>
                      </a:r>
                      <a:endParaRPr sz="800" b="1"/>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LDA 22(043) : IKL /8, /3</a:t>
                      </a:r>
                    </a:p>
                    <a:p>
                      <a:pPr marL="0" marR="0" lvl="0" indent="0" algn="ctr" rtl="0">
                        <a:lnSpc>
                          <a:spcPct val="100000"/>
                        </a:lnSpc>
                        <a:spcBef>
                          <a:spcPts val="0"/>
                        </a:spcBef>
                        <a:spcAft>
                          <a:spcPts val="0"/>
                        </a:spcAft>
                        <a:buClr>
                          <a:srgbClr val="00B050"/>
                        </a:buClr>
                        <a:buSzPts val="800"/>
                        <a:buFont typeface="Calibri"/>
                        <a:buNone/>
                      </a:pPr>
                      <a:r>
                        <a:rPr lang="en-US" altLang="ko-Kore-KR" sz="800" b="1">
                          <a:solidFill>
                            <a:srgbClr val="0070C0"/>
                          </a:solidFill>
                        </a:rPr>
                        <a:t>LDA 23(051) </a:t>
                      </a:r>
                      <a:r>
                        <a:rPr lang="en-US" altLang="ko-Kore-KR" sz="800" b="1" dirty="0">
                          <a:solidFill>
                            <a:srgbClr val="0070C0"/>
                          </a:solidFill>
                        </a:rPr>
                        <a:t>: ITL /</a:t>
                      </a:r>
                      <a:r>
                        <a:rPr lang="en-US" altLang="ko-Kore-KR" sz="800" b="1">
                          <a:solidFill>
                            <a:srgbClr val="0070C0"/>
                          </a:solidFill>
                        </a:rPr>
                        <a:t>12,/</a:t>
                      </a:r>
                      <a:r>
                        <a:rPr lang="en-US" altLang="ko-Kore-KR" sz="800" b="1" dirty="0">
                          <a:solidFill>
                            <a:srgbClr val="0070C0"/>
                          </a:solidFill>
                        </a:rPr>
                        <a:t>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a:t>
                      </a:r>
                      <a:endParaRPr sz="800" b="1" dirty="0">
                        <a:solidFill>
                          <a:schemeClr val="bg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4170121351"/>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3123812095"/>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966235975"/>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 RNAV STAR,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4" name="직사각형 3">
            <a:hlinkClick r:id="" action="ppaction://hlinkshowjump?jump=firstslide"/>
            <a:extLst>
              <a:ext uri="{FF2B5EF4-FFF2-40B4-BE49-F238E27FC236}">
                <a16:creationId xmlns:a16="http://schemas.microsoft.com/office/drawing/2014/main" id="{4DBB501F-12C7-34CA-C78C-1FF1B317E880}"/>
              </a:ext>
            </a:extLst>
          </p:cNvPr>
          <p:cNvSpPr/>
          <p:nvPr/>
        </p:nvSpPr>
        <p:spPr>
          <a:xfrm>
            <a:off x="1622852" y="322926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772624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3" name="직사각형 2">
            <a:hlinkClick r:id="" action="ppaction://hlinkshowjump?jump=firstslide"/>
            <a:extLst>
              <a:ext uri="{FF2B5EF4-FFF2-40B4-BE49-F238E27FC236}">
                <a16:creationId xmlns:a16="http://schemas.microsoft.com/office/drawing/2014/main" id="{D71BB25A-EB2C-6C8E-4320-E80D2FF5995A}"/>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7"/>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291997442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382598128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 </a:t>
                      </a:r>
                      <a:r>
                        <a:rPr lang="en-US" sz="800" dirty="0">
                          <a:solidFill>
                            <a:srgbClr val="FFC000"/>
                          </a:solidFill>
                        </a:rPr>
                        <a:t>Terminal Tx RTE + STAR Chart </a:t>
                      </a:r>
                      <a:r>
                        <a:rPr lang="en-US" sz="800" dirty="0">
                          <a:solidFill>
                            <a:schemeClr val="tx1"/>
                          </a:solidFill>
                        </a:rPr>
                        <a:t>(TL110)</a:t>
                      </a: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74227" y="306421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2327901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91803886"/>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endParaRPr lang="ko-Kore-KR" altLang="en-US" dirty="0"/>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30997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7"/>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609046125"/>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203448556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 STAR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4396583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4" name="직사각형 3">
            <a:hlinkClick r:id="" action="ppaction://hlinkshowjump?jump=firstslide"/>
            <a:extLst>
              <a:ext uri="{FF2B5EF4-FFF2-40B4-BE49-F238E27FC236}">
                <a16:creationId xmlns:a16="http://schemas.microsoft.com/office/drawing/2014/main" id="{1FA0CAED-C5B8-22A0-6822-26CDA4767514}"/>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799594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31857014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a:t>
                      </a:r>
                      <a:endParaRPr lang="ko-Kore-KR" dirty="0">
                        <a:solidFill>
                          <a:srgbClr val="AA47F5"/>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a:t>HD 181 </a:t>
                      </a:r>
                      <a:r>
                        <a:rPr lang="en-US" sz="800" b="1" u="none" strike="noStrike" cap="none">
                          <a:solidFill>
                            <a:srgbClr val="0070C0"/>
                          </a:solidFill>
                        </a:rPr>
                        <a:t>ALT DCL(1500m)</a:t>
                      </a:r>
                      <a:endParaRPr lang="ko-Kore-K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14824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20354567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1427996240"/>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 STAR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7">
            <a:alphaModFix/>
          </a:blip>
          <a:srcRect/>
          <a:stretch/>
        </p:blipFill>
        <p:spPr>
          <a:xfrm>
            <a:off x="4472" y="2216136"/>
            <a:ext cx="1217055" cy="455380"/>
          </a:xfrm>
          <a:prstGeom prst="rect">
            <a:avLst/>
          </a:prstGeom>
          <a:noFill/>
          <a:ln>
            <a:noFill/>
          </a:ln>
        </p:spPr>
      </p:pic>
    </p:spTree>
    <p:extLst>
      <p:ext uri="{BB962C8B-B14F-4D97-AF65-F5344CB8AC3E}">
        <p14:creationId xmlns:p14="http://schemas.microsoft.com/office/powerpoint/2010/main" val="2401966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518877037"/>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2667601283"/>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2714389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C7FF8A27-CC45-E3B0-4F8F-40667087C232}"/>
              </a:ext>
            </a:extLst>
          </p:cNvPr>
          <p:cNvSpPr/>
          <p:nvPr/>
        </p:nvSpPr>
        <p:spPr>
          <a:xfrm>
            <a:off x="1413565" y="2991989"/>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389715210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 UTC-10, TL180, </a:t>
                      </a:r>
                      <a:r>
                        <a:rPr lang="en-US" sz="800" dirty="0">
                          <a:solidFill>
                            <a:srgbClr val="00B050"/>
                          </a:solidFill>
                        </a:rPr>
                        <a:t>CPDLC RJJJ - 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474643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735382387"/>
              </p:ext>
            </p:extLst>
          </p:nvPr>
        </p:nvGraphicFramePr>
        <p:xfrm>
          <a:off x="0" y="1"/>
          <a:ext cx="2328875" cy="49319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730770257"/>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664285631"/>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a:t>
                      </a:r>
                      <a:endParaRPr lang="ko-Kore-KR" altLang="en-US" dirty="0">
                        <a:solidFill>
                          <a:srgbClr val="7030A0"/>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a:t>
                      </a:r>
                      <a:endParaRPr lang="ko-Kore-KR" altLang="en-US" dirty="0">
                        <a:solidFill>
                          <a:srgbClr val="7030A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sp>
        <p:nvSpPr>
          <p:cNvPr id="8" name="직사각형 7">
            <a:hlinkClick r:id="" action="ppaction://hlinkshowjump?jump=firstslide"/>
            <a:extLst>
              <a:ext uri="{FF2B5EF4-FFF2-40B4-BE49-F238E27FC236}">
                <a16:creationId xmlns:a16="http://schemas.microsoft.com/office/drawing/2014/main" id="{342AD161-1DF0-AF39-FEE3-82DA0F612263}"/>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21023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3121375080"/>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 UTC+10/11, TL 110, </a:t>
                      </a:r>
                      <a:r>
                        <a:rPr lang="en-US" sz="800" b="0" dirty="0"/>
                        <a:t>RW34L/16R on Req</a:t>
                      </a:r>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FC15F0A1-3928-C9A8-2E89-68BDF8B43D3D}"/>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75853213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2365580174"/>
              </p:ext>
            </p:extLst>
          </p:nvPr>
        </p:nvGraphicFramePr>
        <p:xfrm>
          <a:off x="0" y="1"/>
          <a:ext cx="2328875" cy="49815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191019239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a:solidFill>
                            <a:srgbClr val="0070C0"/>
                          </a:solidFill>
                        </a:rPr>
                        <a:t>ALT ATC</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A3CF7F10-E7F8-EBF0-195C-E40F47CFF588}"/>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9185289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82704"/>
            <a:chOff x="10990" y="3164515"/>
            <a:chExt cx="2317874" cy="782704"/>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2220738974"/>
                </p:ext>
              </p:extLst>
            </p:nvPr>
          </p:nvGraphicFramePr>
          <p:xfrm>
            <a:off x="10990" y="3164515"/>
            <a:ext cx="2317874" cy="782704"/>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57703">
                  <a:tc gridSpan="4">
                    <a:txBody>
                      <a:bodyPr/>
                      <a:lstStyle/>
                      <a:p>
                        <a:pPr marL="0" marR="0" lvl="0" indent="0" algn="ctr" rtl="0">
                          <a:spcBef>
                            <a:spcPts val="0"/>
                          </a:spcBef>
                          <a:spcAft>
                            <a:spcPts val="0"/>
                          </a:spcAft>
                          <a:buNone/>
                        </a:pPr>
                        <a:r>
                          <a:rPr lang="en-US" altLang="ko-KR" sz="1100" b="1" dirty="0"/>
                          <a:t>MTOW</a:t>
                        </a:r>
                        <a:endParaRPr sz="1100" b="1" dirty="0"/>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93667">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65667">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468,402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65667">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81973"/>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spTree>
    <p:extLst>
      <p:ext uri="{BB962C8B-B14F-4D97-AF65-F5344CB8AC3E}">
        <p14:creationId xmlns:p14="http://schemas.microsoft.com/office/powerpoint/2010/main" val="398590726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270621955"/>
              </p:ext>
            </p:extLst>
          </p:nvPr>
        </p:nvGraphicFramePr>
        <p:xfrm>
          <a:off x="0" y="2272753"/>
          <a:ext cx="2328875" cy="2846642"/>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96707">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412752">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822172">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21501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2989630151"/>
              </p:ext>
            </p:extLst>
          </p:nvPr>
        </p:nvGraphicFramePr>
        <p:xfrm>
          <a:off x="-12" y="9492"/>
          <a:ext cx="2328875" cy="2222909"/>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t>
                      </a:r>
                      <a:r>
                        <a:rPr lang="en-US" altLang="ko-Kore-KR"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Disconnet</a:t>
                      </a: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Tree>
    <p:extLst>
      <p:ext uri="{BB962C8B-B14F-4D97-AF65-F5344CB8AC3E}">
        <p14:creationId xmlns:p14="http://schemas.microsoft.com/office/powerpoint/2010/main" val="371616780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B357AA3F-7CF2-5F85-E730-26CBACEDF92E}"/>
              </a:ext>
            </a:extLst>
          </p:cNvPr>
          <p:cNvSpPr/>
          <p:nvPr/>
        </p:nvSpPr>
        <p:spPr>
          <a:xfrm>
            <a:off x="854877" y="512121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81712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KMH30-1NM</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5"/>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6"/>
          <a:stretch>
            <a:fillRect/>
          </a:stretch>
        </p:blipFill>
        <p:spPr>
          <a:xfrm>
            <a:off x="-4041" y="273766"/>
            <a:ext cx="1226390" cy="421572"/>
          </a:xfrm>
          <a:prstGeom prst="rect">
            <a:avLst/>
          </a:prstGeom>
          <a:ln w="12700">
            <a:solidFill>
              <a:schemeClr val="accent1"/>
            </a:solidFill>
          </a:ln>
        </p:spPr>
      </p:pic>
    </p:spTree>
    <p:extLst>
      <p:ext uri="{BB962C8B-B14F-4D97-AF65-F5344CB8AC3E}">
        <p14:creationId xmlns:p14="http://schemas.microsoft.com/office/powerpoint/2010/main" val="174513959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dirty="0">
                  <a:solidFill>
                    <a:srgbClr val="FFC000"/>
                  </a:solidFill>
                </a:rPr>
                <a:t> KMH30-1NM</a:t>
              </a: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1150180904"/>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21375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sp>
        <p:nvSpPr>
          <p:cNvPr id="2" name="직사각형 1">
            <a:hlinkClick r:id="" action="ppaction://hlinkshowjump?jump=firstslide"/>
            <a:extLst>
              <a:ext uri="{FF2B5EF4-FFF2-40B4-BE49-F238E27FC236}">
                <a16:creationId xmlns:a16="http://schemas.microsoft.com/office/drawing/2014/main" id="{C8883D71-1A5F-8D32-2834-E815B765CC3C}"/>
              </a:ext>
            </a:extLst>
          </p:cNvPr>
          <p:cNvSpPr/>
          <p:nvPr/>
        </p:nvSpPr>
        <p:spPr>
          <a:xfrm>
            <a:off x="1606444" y="47406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9713173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sp>
        <p:nvSpPr>
          <p:cNvPr id="2" name="직사각형 1">
            <a:hlinkClick r:id="" action="ppaction://hlinkshowjump?jump=firstslide"/>
            <a:extLst>
              <a:ext uri="{FF2B5EF4-FFF2-40B4-BE49-F238E27FC236}">
                <a16:creationId xmlns:a16="http://schemas.microsoft.com/office/drawing/2014/main" id="{14B0B56C-2E9B-7F74-9A9B-919192739A35}"/>
              </a:ext>
            </a:extLst>
          </p:cNvPr>
          <p:cNvSpPr/>
          <p:nvPr/>
        </p:nvSpPr>
        <p:spPr>
          <a:xfrm>
            <a:off x="1642478" y="278606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2087726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sp>
        <p:nvSpPr>
          <p:cNvPr id="2" name="직사각형 1">
            <a:hlinkClick r:id="" action="ppaction://hlinkshowjump?jump=firstslide"/>
            <a:extLst>
              <a:ext uri="{FF2B5EF4-FFF2-40B4-BE49-F238E27FC236}">
                <a16:creationId xmlns:a16="http://schemas.microsoft.com/office/drawing/2014/main" id="{B6BC9B08-AEC9-832B-E7FF-06C424A7A182}"/>
              </a:ext>
            </a:extLst>
          </p:cNvPr>
          <p:cNvSpPr/>
          <p:nvPr/>
        </p:nvSpPr>
        <p:spPr>
          <a:xfrm>
            <a:off x="1678513" y="251546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495955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56453</TotalTime>
  <Words>12123</Words>
  <Application>Microsoft Macintosh PowerPoint</Application>
  <PresentationFormat>사용자 지정</PresentationFormat>
  <Paragraphs>2686</Paragraphs>
  <Slides>62</Slides>
  <Notes>61</Notes>
  <HiddenSlides>0</HiddenSlides>
  <MMClips>0</MMClips>
  <ScaleCrop>false</ScaleCrop>
  <HeadingPairs>
    <vt:vector size="6" baseType="variant">
      <vt:variant>
        <vt:lpstr>사용한 글꼴</vt:lpstr>
      </vt:variant>
      <vt:variant>
        <vt:i4>8</vt:i4>
      </vt:variant>
      <vt:variant>
        <vt:lpstr>테마</vt:lpstr>
      </vt:variant>
      <vt:variant>
        <vt:i4>1</vt:i4>
      </vt:variant>
      <vt:variant>
        <vt:lpstr>슬라이드 제목</vt:lpstr>
      </vt:variant>
      <vt:variant>
        <vt:i4>62</vt:i4>
      </vt:variant>
    </vt:vector>
  </HeadingPairs>
  <TitlesOfParts>
    <vt:vector size="71" baseType="lpstr">
      <vt:lpstr>Britannic Bold</vt:lpstr>
      <vt:lpstr>Helvetica Neue</vt:lpstr>
      <vt:lpstr>Lato</vt:lpstr>
      <vt:lpstr>Gulim</vt:lpstr>
      <vt:lpstr>Arial</vt:lpstr>
      <vt:lpstr>Century Gothic</vt:lpstr>
      <vt:lpstr>Calibri</vt:lpstr>
      <vt:lpstr>Cambria Math</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446</cp:revision>
  <dcterms:created xsi:type="dcterms:W3CDTF">2022-05-17T08:00:10Z</dcterms:created>
  <dcterms:modified xsi:type="dcterms:W3CDTF">2025-03-15T05:49:37Z</dcterms:modified>
</cp:coreProperties>
</file>