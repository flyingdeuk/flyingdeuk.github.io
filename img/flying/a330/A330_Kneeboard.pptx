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7"/>
  </p:notesMasterIdLst>
  <p:sldIdLst>
    <p:sldId id="292" r:id="rId2"/>
    <p:sldId id="345" r:id="rId3"/>
    <p:sldId id="349" r:id="rId4"/>
    <p:sldId id="367" r:id="rId5"/>
    <p:sldId id="346" r:id="rId6"/>
    <p:sldId id="350" r:id="rId7"/>
    <p:sldId id="347" r:id="rId8"/>
    <p:sldId id="351" r:id="rId9"/>
    <p:sldId id="348" r:id="rId10"/>
    <p:sldId id="282" r:id="rId11"/>
    <p:sldId id="333" r:id="rId12"/>
    <p:sldId id="257" r:id="rId13"/>
    <p:sldId id="258" r:id="rId14"/>
    <p:sldId id="259" r:id="rId15"/>
    <p:sldId id="260" r:id="rId16"/>
    <p:sldId id="267" r:id="rId17"/>
    <p:sldId id="268" r:id="rId18"/>
    <p:sldId id="355" r:id="rId19"/>
    <p:sldId id="356" r:id="rId20"/>
    <p:sldId id="273" r:id="rId21"/>
    <p:sldId id="274" r:id="rId22"/>
    <p:sldId id="275" r:id="rId23"/>
    <p:sldId id="276" r:id="rId24"/>
    <p:sldId id="279" r:id="rId25"/>
    <p:sldId id="280" r:id="rId26"/>
    <p:sldId id="340" r:id="rId27"/>
    <p:sldId id="341" r:id="rId28"/>
    <p:sldId id="422" r:id="rId29"/>
    <p:sldId id="385" r:id="rId30"/>
    <p:sldId id="365" r:id="rId31"/>
    <p:sldId id="366" r:id="rId32"/>
    <p:sldId id="423" r:id="rId33"/>
    <p:sldId id="384" r:id="rId34"/>
    <p:sldId id="283" r:id="rId35"/>
    <p:sldId id="286" r:id="rId36"/>
    <p:sldId id="428" r:id="rId37"/>
    <p:sldId id="288" r:id="rId38"/>
    <p:sldId id="289" r:id="rId39"/>
    <p:sldId id="290" r:id="rId40"/>
    <p:sldId id="424" r:id="rId41"/>
    <p:sldId id="302" r:id="rId42"/>
    <p:sldId id="303" r:id="rId43"/>
    <p:sldId id="426" r:id="rId44"/>
    <p:sldId id="427" r:id="rId45"/>
    <p:sldId id="281" r:id="rId46"/>
  </p:sldIdLst>
  <p:sldSz cx="2328863" cy="5572125"/>
  <p:notesSz cx="6858000" cy="9144000"/>
  <p:embeddedFontLst>
    <p:embeddedFont>
      <p:font typeface="Cambria Math" panose="02040503050406030204" pitchFamily="18" charset="0"/>
      <p:regular r:id="rId48"/>
    </p:embeddedFont>
    <p:embeddedFont>
      <p:font typeface="Century Gothic" panose="020B0502020202020204" pitchFamily="34" charset="0"/>
      <p:regular r:id="rId49"/>
      <p:bold r:id="rId50"/>
      <p:italic r:id="rId51"/>
      <p:boldItalic r:id="rId52"/>
    </p:embeddedFont>
    <p:embeddedFont>
      <p:font typeface="Helvetica Neue" panose="02000503000000020004" pitchFamily="2" charset="0"/>
      <p:regular r:id="rId53"/>
      <p:bold r:id="rId54"/>
      <p:italic r:id="rId55"/>
      <p:boldItalic r:id="rId5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574"/>
    <p:restoredTop sz="94637"/>
  </p:normalViewPr>
  <p:slideViewPr>
    <p:cSldViewPr snapToGrid="0" showGuides="1">
      <p:cViewPr>
        <p:scale>
          <a:sx n="185" d="100"/>
          <a:sy n="185" d="100"/>
        </p:scale>
        <p:origin x="2584" y="-11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3.fntdata"/><Relationship Id="rId55" Type="http://schemas.openxmlformats.org/officeDocument/2006/relationships/font" Target="fonts/font8.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6.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1.fntdata"/><Relationship Id="rId56"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font" Target="fonts/font4.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7.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5.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5.xml"/><Relationship Id="rId3" Type="http://schemas.openxmlformats.org/officeDocument/2006/relationships/slide" Target="slide2.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2" Type="http://schemas.openxmlformats.org/officeDocument/2006/relationships/notesSlide" Target="../notesSlides/notesSlide1.xml"/><Relationship Id="rId16" Type="http://schemas.openxmlformats.org/officeDocument/2006/relationships/slide" Target="slide4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30.xml"/><Relationship Id="rId5" Type="http://schemas.openxmlformats.org/officeDocument/2006/relationships/slide" Target="slide7.xml"/><Relationship Id="rId15" Type="http://schemas.openxmlformats.org/officeDocument/2006/relationships/slide" Target="slide39.xml"/><Relationship Id="rId10" Type="http://schemas.openxmlformats.org/officeDocument/2006/relationships/slide" Target="slide29.xml"/><Relationship Id="rId4" Type="http://schemas.openxmlformats.org/officeDocument/2006/relationships/slide" Target="slide5.xml"/><Relationship Id="rId9" Type="http://schemas.openxmlformats.org/officeDocument/2006/relationships/slide" Target="slide28.xml"/><Relationship Id="rId14" Type="http://schemas.openxmlformats.org/officeDocument/2006/relationships/slide" Target="slide37.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12.xml"/><Relationship Id="rId7" Type="http://schemas.openxmlformats.org/officeDocument/2006/relationships/slide" Target="slide16.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5.xml"/><Relationship Id="rId5" Type="http://schemas.openxmlformats.org/officeDocument/2006/relationships/slide" Target="slide14.xml"/><Relationship Id="rId10" Type="http://schemas.openxmlformats.org/officeDocument/2006/relationships/slide" Target="slide19.xml"/><Relationship Id="rId4" Type="http://schemas.openxmlformats.org/officeDocument/2006/relationships/slide" Target="slide13.xml"/><Relationship Id="rId9" Type="http://schemas.openxmlformats.org/officeDocument/2006/relationships/slide" Target="slide18.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3.xml"/><Relationship Id="rId5" Type="http://schemas.openxmlformats.org/officeDocument/2006/relationships/slide" Target="slide22.xml"/><Relationship Id="rId10" Type="http://schemas.openxmlformats.org/officeDocument/2006/relationships/slide" Target="slide27.xml"/><Relationship Id="rId4" Type="http://schemas.openxmlformats.org/officeDocument/2006/relationships/slide" Target="slide21.xml"/><Relationship Id="rId9" Type="http://schemas.openxmlformats.org/officeDocument/2006/relationships/slide" Target="slide26.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41.xml"/><Relationship Id="rId9" Type="http://schemas.openxmlformats.org/officeDocument/2006/relationships/slide" Target="slide3.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slide" Target="slide41.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8.xml.rels><?xml version="1.0" encoding="UTF-8" standalone="yes"?>
<Relationships xmlns="http://schemas.openxmlformats.org/package/2006/relationships"><Relationship Id="rId3" Type="http://schemas.openxmlformats.org/officeDocument/2006/relationships/slide" Target="slide41.xm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795372106"/>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2"/>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chemeClr val="bg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2"/>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2"/>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2"/>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chemeClr val="bg2"/>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endParaRPr sz="12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25.2.15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58836964"/>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204763211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503259219"/>
              </p:ext>
            </p:extLst>
          </p:nvPr>
        </p:nvGraphicFramePr>
        <p:xfrm>
          <a:off x="1596" y="3347934"/>
          <a:ext cx="2313550" cy="218041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9725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739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1667303521"/>
              </p:ext>
            </p:extLst>
          </p:nvPr>
        </p:nvGraphicFramePr>
        <p:xfrm>
          <a:off x="-5861" y="3900677"/>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568445011"/>
              </p:ext>
            </p:extLst>
          </p:nvPr>
        </p:nvGraphicFramePr>
        <p:xfrm>
          <a:off x="4410" y="3806539"/>
          <a:ext cx="2305886" cy="1727086"/>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4122135990"/>
              </p:ext>
            </p:extLst>
          </p:nvPr>
        </p:nvGraphicFramePr>
        <p:xfrm>
          <a:off x="0" y="635155"/>
          <a:ext cx="2332925" cy="205926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53750">
                  <a:extLst>
                    <a:ext uri="{9D8B030D-6E8A-4147-A177-3AD203B41FA5}">
                      <a16:colId xmlns:a16="http://schemas.microsoft.com/office/drawing/2014/main" val="20004"/>
                    </a:ext>
                  </a:extLst>
                </a:gridCol>
                <a:gridCol w="134925">
                  <a:extLst>
                    <a:ext uri="{9D8B030D-6E8A-4147-A177-3AD203B41FA5}">
                      <a16:colId xmlns:a16="http://schemas.microsoft.com/office/drawing/2014/main" val="4082583789"/>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SPD230/x</a:t>
                      </a:r>
                      <a:endParaRPr sz="800" b="1"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28955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71633992"/>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673229">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6">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852738277"/>
              </p:ext>
            </p:extLst>
          </p:nvPr>
        </p:nvGraphicFramePr>
        <p:xfrm>
          <a:off x="11589" y="393293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310053132"/>
              </p:ext>
            </p:extLst>
          </p:nvPr>
        </p:nvGraphicFramePr>
        <p:xfrm>
          <a:off x="3659" y="7511"/>
          <a:ext cx="2306998" cy="184468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1903423"/>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600412287"/>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spTree>
    <p:extLst>
      <p:ext uri="{BB962C8B-B14F-4D97-AF65-F5344CB8AC3E}">
        <p14:creationId xmlns:p14="http://schemas.microsoft.com/office/powerpoint/2010/main" val="39859072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823599447"/>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438 LBS/</a:t>
                      </a:r>
                      <a:r>
                        <a:rPr lang="en-US" sz="800" b="0" dirty="0" err="1">
                          <a:solidFill>
                            <a:srgbClr val="0070C0"/>
                          </a:solidFill>
                          <a:latin typeface="Arial" panose="020B0604020202020204" pitchFamily="34" charset="0"/>
                          <a:cs typeface="Arial" panose="020B0604020202020204" pitchFamily="34" charset="0"/>
                        </a:rPr>
                        <a:t>hr</a:t>
                      </a:r>
                      <a:r>
                        <a:rPr lang="en-US" sz="800" b="0" dirty="0">
                          <a:solidFill>
                            <a:srgbClr val="0070C0"/>
                          </a:solidFill>
                          <a:latin typeface="Arial" panose="020B0604020202020204" pitchFamily="34" charset="0"/>
                          <a:cs typeface="Arial" panose="020B0604020202020204" pitchFamily="34" charset="0"/>
                        </a:rPr>
                        <a:t> (BLOCK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0" dirty="0">
                          <a:solidFill>
                            <a:srgbClr val="0070C0"/>
                          </a:solidFill>
                          <a:latin typeface="Arial" panose="020B0604020202020204" pitchFamily="34" charset="0"/>
                          <a:cs typeface="Arial" panose="020B0604020202020204" pitchFamily="34" charset="0"/>
                        </a:rPr>
                        <a:t>286</a:t>
                      </a:r>
                      <a:r>
                        <a:rPr lang="ko-KR" altLang="en-US" sz="800" b="0" dirty="0">
                          <a:solidFill>
                            <a:srgbClr val="0070C0"/>
                          </a:solidFill>
                          <a:latin typeface="Arial" panose="020B0604020202020204" pitchFamily="34" charset="0"/>
                          <a:cs typeface="Arial" panose="020B0604020202020204" pitchFamily="34" charset="0"/>
                        </a:rPr>
                        <a:t> </a:t>
                      </a:r>
                      <a:r>
                        <a:rPr lang="en-US" sz="800" b="0" dirty="0">
                          <a:solidFill>
                            <a:srgbClr val="0070C0"/>
                          </a:solidFill>
                          <a:latin typeface="Arial" panose="020B0604020202020204" pitchFamily="34" charset="0"/>
                          <a:cs typeface="Arial" panose="020B0604020202020204" pitchFamily="34" charset="0"/>
                        </a:rPr>
                        <a:t>LBS/</a:t>
                      </a:r>
                      <a:r>
                        <a:rPr lang="en-US" sz="800" b="0" dirty="0" err="1">
                          <a:solidFill>
                            <a:srgbClr val="0070C0"/>
                          </a:solidFill>
                          <a:latin typeface="Arial" panose="020B0604020202020204" pitchFamily="34" charset="0"/>
                          <a:cs typeface="Arial" panose="020B0604020202020204" pitchFamily="34" charset="0"/>
                        </a:rPr>
                        <a:t>hr</a:t>
                      </a:r>
                      <a:endParaRPr lang="en-US" sz="800" b="0" dirty="0">
                        <a:solidFill>
                          <a:srgbClr val="0070C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a:t>
                      </a:r>
                      <a:r>
                        <a:rPr lang="en-US" altLang="ko-Kore-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55 LBS/</a:t>
                      </a:r>
                      <a:r>
                        <a:rPr lang="en-US" altLang="ko-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1000ft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200LBS (Actual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 L/D)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729410845"/>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Tail</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Tank</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a:t>
                      </a:r>
                      <a:r>
                        <a:rPr lang="ko-KR" altLang="en-US" sz="900" b="1" dirty="0">
                          <a:solidFill>
                            <a:srgbClr val="0070C0"/>
                          </a:solidFill>
                          <a:latin typeface="Calibri" panose="020F0502020204030204" pitchFamily="34" charset="0"/>
                          <a:ea typeface="+mn-ea"/>
                          <a:cs typeface="Calibri" panose="020F0502020204030204" pitchFamily="34" charset="0"/>
                        </a:rPr>
                        <a:t> </a:t>
                      </a:r>
                      <a:endParaRPr lang="en-US" altLang="ko-KR" sz="900" b="1"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1510358427"/>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 / WINDOW ARCING COCKPIT WINDSHIELD / WINDOW CRACKED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324614587"/>
              </p:ext>
            </p:extLst>
          </p:nvPr>
        </p:nvGraphicFramePr>
        <p:xfrm>
          <a:off x="14880" y="2724"/>
          <a:ext cx="2355480" cy="4400076"/>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404424">
                  <a:extLst>
                    <a:ext uri="{9D8B030D-6E8A-4147-A177-3AD203B41FA5}">
                      <a16:colId xmlns:a16="http://schemas.microsoft.com/office/drawing/2014/main" val="938599779"/>
                    </a:ext>
                  </a:extLst>
                </a:gridCol>
                <a:gridCol w="1612356">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 RESET</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CKPT CTL 3</a:t>
                      </a:r>
                      <a:r>
                        <a:rPr kumimoji="0" lang="ko-Kore-KR" altLang="en-US"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 RESET BTN 1</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 </a:t>
                      </a: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GND/FLT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3356059798"/>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A/THR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FMGEC &amp;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BRK Malfunction</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21730747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PAX SATCOM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1418183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183736626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196041126"/>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RDSET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4206145211"/>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GPCU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Only</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BCL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2263828735"/>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53648</TotalTime>
  <Words>8041</Words>
  <Application>Microsoft Macintosh PowerPoint</Application>
  <PresentationFormat>사용자 지정</PresentationFormat>
  <Paragraphs>1955</Paragraphs>
  <Slides>45</Slides>
  <Notes>44</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45</vt:i4>
      </vt:variant>
    </vt:vector>
  </HeadingPairs>
  <TitlesOfParts>
    <vt:vector size="53" baseType="lpstr">
      <vt:lpstr>Britannic Bold</vt:lpstr>
      <vt:lpstr>Gulim</vt:lpstr>
      <vt:lpstr>Arial</vt:lpstr>
      <vt:lpstr>Helvetica Neue</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411</cp:revision>
  <dcterms:created xsi:type="dcterms:W3CDTF">2022-05-17T08:00:10Z</dcterms:created>
  <dcterms:modified xsi:type="dcterms:W3CDTF">2025-02-15T09:54:49Z</dcterms:modified>
</cp:coreProperties>
</file>