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5"/>
  </p:notesMasterIdLst>
  <p:sldIdLst>
    <p:sldId id="292" r:id="rId2"/>
    <p:sldId id="345" r:id="rId3"/>
    <p:sldId id="349" r:id="rId4"/>
    <p:sldId id="367" r:id="rId5"/>
    <p:sldId id="346" r:id="rId6"/>
    <p:sldId id="350" r:id="rId7"/>
    <p:sldId id="347" r:id="rId8"/>
    <p:sldId id="351" r:id="rId9"/>
    <p:sldId id="348" r:id="rId10"/>
    <p:sldId id="282" r:id="rId11"/>
    <p:sldId id="333" r:id="rId12"/>
    <p:sldId id="431" r:id="rId13"/>
    <p:sldId id="432" r:id="rId14"/>
    <p:sldId id="433" r:id="rId15"/>
    <p:sldId id="257" r:id="rId16"/>
    <p:sldId id="258" r:id="rId17"/>
    <p:sldId id="259" r:id="rId18"/>
    <p:sldId id="260" r:id="rId19"/>
    <p:sldId id="267" r:id="rId20"/>
    <p:sldId id="268" r:id="rId21"/>
    <p:sldId id="355" r:id="rId22"/>
    <p:sldId id="356" r:id="rId23"/>
    <p:sldId id="440" r:id="rId24"/>
    <p:sldId id="441" r:id="rId25"/>
    <p:sldId id="273" r:id="rId26"/>
    <p:sldId id="274" r:id="rId27"/>
    <p:sldId id="275" r:id="rId28"/>
    <p:sldId id="276" r:id="rId29"/>
    <p:sldId id="279" r:id="rId30"/>
    <p:sldId id="280" r:id="rId31"/>
    <p:sldId id="340" r:id="rId32"/>
    <p:sldId id="341" r:id="rId33"/>
    <p:sldId id="377" r:id="rId34"/>
    <p:sldId id="379" r:id="rId35"/>
    <p:sldId id="308" r:id="rId36"/>
    <p:sldId id="451" r:id="rId37"/>
    <p:sldId id="309" r:id="rId38"/>
    <p:sldId id="389" r:id="rId39"/>
    <p:sldId id="390" r:id="rId40"/>
    <p:sldId id="442" r:id="rId41"/>
    <p:sldId id="443" r:id="rId42"/>
    <p:sldId id="447" r:id="rId43"/>
    <p:sldId id="448" r:id="rId44"/>
    <p:sldId id="449" r:id="rId45"/>
    <p:sldId id="450" r:id="rId46"/>
    <p:sldId id="436" r:id="rId47"/>
    <p:sldId id="376" r:id="rId48"/>
    <p:sldId id="434" r:id="rId49"/>
    <p:sldId id="437" r:id="rId50"/>
    <p:sldId id="439" r:id="rId51"/>
    <p:sldId id="438" r:id="rId52"/>
    <p:sldId id="444" r:id="rId53"/>
    <p:sldId id="445" r:id="rId54"/>
    <p:sldId id="446" r:id="rId55"/>
    <p:sldId id="422" r:id="rId56"/>
    <p:sldId id="385" r:id="rId57"/>
    <p:sldId id="365" r:id="rId58"/>
    <p:sldId id="366" r:id="rId59"/>
    <p:sldId id="423" r:id="rId60"/>
    <p:sldId id="384" r:id="rId61"/>
    <p:sldId id="283" r:id="rId62"/>
    <p:sldId id="286" r:id="rId63"/>
    <p:sldId id="428" r:id="rId64"/>
    <p:sldId id="288" r:id="rId65"/>
    <p:sldId id="289" r:id="rId66"/>
    <p:sldId id="290" r:id="rId67"/>
    <p:sldId id="424" r:id="rId68"/>
    <p:sldId id="302" r:id="rId69"/>
    <p:sldId id="303" r:id="rId70"/>
    <p:sldId id="426" r:id="rId71"/>
    <p:sldId id="427" r:id="rId72"/>
    <p:sldId id="430" r:id="rId73"/>
    <p:sldId id="281" r:id="rId74"/>
  </p:sldIdLst>
  <p:sldSz cx="2328863" cy="5572125"/>
  <p:notesSz cx="6858000" cy="9144000"/>
  <p:embeddedFontLst>
    <p:embeddedFont>
      <p:font typeface="Cambria Math" panose="02040503050406030204" pitchFamily="18" charset="0"/>
      <p:regular r:id="rId76"/>
    </p:embeddedFont>
    <p:embeddedFont>
      <p:font typeface="Century Gothic" panose="020B0502020202020204" pitchFamily="34" charset="0"/>
      <p:regular r:id="rId77"/>
      <p:bold r:id="rId78"/>
      <p:italic r:id="rId79"/>
      <p:boldItalic r:id="rId80"/>
    </p:embeddedFont>
    <p:embeddedFont>
      <p:font typeface="Helvetica Neue" panose="02000503000000020004" pitchFamily="2" charset="0"/>
      <p:regular r:id="rId81"/>
      <p:bold r:id="rId82"/>
      <p:italic r:id="rId83"/>
      <p:boldItalic r:id="rId84"/>
    </p:embeddedFont>
    <p:embeddedFont>
      <p:font typeface="Lato" panose="020F0502020204030203" pitchFamily="34" charset="0"/>
      <p:regular r:id="rId85"/>
      <p:bold r:id="rId86"/>
      <p:italic r:id="rId87"/>
      <p:boldItalic r:id="rId88"/>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21"/>
    <p:restoredTop sz="96966"/>
  </p:normalViewPr>
  <p:slideViewPr>
    <p:cSldViewPr snapToGrid="0" showGuides="1">
      <p:cViewPr>
        <p:scale>
          <a:sx n="219" d="100"/>
          <a:sy n="219" d="100"/>
        </p:scale>
        <p:origin x="3480" y="14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9.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4.fntdata"/><Relationship Id="rId5" Type="http://schemas.openxmlformats.org/officeDocument/2006/relationships/slide" Target="slides/slide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5.fntdata"/><Relationship Id="rId85" Type="http://schemas.openxmlformats.org/officeDocument/2006/relationships/font" Target="fonts/font10.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83" Type="http://schemas.openxmlformats.org/officeDocument/2006/relationships/font" Target="fonts/font8.fntdata"/><Relationship Id="rId88" Type="http://schemas.openxmlformats.org/officeDocument/2006/relationships/font" Target="fonts/font13.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3.fntdata"/><Relationship Id="rId81" Type="http://schemas.openxmlformats.org/officeDocument/2006/relationships/font" Target="fonts/font6.fntdata"/><Relationship Id="rId86" Type="http://schemas.openxmlformats.org/officeDocument/2006/relationships/font" Target="fonts/font11.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2.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7.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FBB134BE-1207-3C6F-FCF2-7DF03FD75387}"/>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8A025E1A-7CAF-D15A-9AFD-8B2C6CF075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D7B729E9-6BD8-4526-E3A3-6088E76B863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5641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73</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0.xml"/><Relationship Id="rId18" Type="http://schemas.openxmlformats.org/officeDocument/2006/relationships/slide" Target="slide71.xml"/><Relationship Id="rId3" Type="http://schemas.openxmlformats.org/officeDocument/2006/relationships/slide" Target="slide2.xml"/><Relationship Id="rId7" Type="http://schemas.openxmlformats.org/officeDocument/2006/relationships/slide" Target="slide12.xml"/><Relationship Id="rId12" Type="http://schemas.openxmlformats.org/officeDocument/2006/relationships/slide" Target="slide57.xml"/><Relationship Id="rId17" Type="http://schemas.openxmlformats.org/officeDocument/2006/relationships/slide" Target="slide70.xml"/><Relationship Id="rId2" Type="http://schemas.openxmlformats.org/officeDocument/2006/relationships/notesSlide" Target="../notesSlides/notesSlide1.xml"/><Relationship Id="rId16" Type="http://schemas.openxmlformats.org/officeDocument/2006/relationships/slide" Target="slide66.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6.xml"/><Relationship Id="rId5" Type="http://schemas.openxmlformats.org/officeDocument/2006/relationships/slide" Target="slide7.xml"/><Relationship Id="rId15" Type="http://schemas.openxmlformats.org/officeDocument/2006/relationships/slide" Target="slide64.xml"/><Relationship Id="rId10" Type="http://schemas.openxmlformats.org/officeDocument/2006/relationships/slide" Target="slide55.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2.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8.xml"/><Relationship Id="rId3" Type="http://schemas.openxmlformats.org/officeDocument/2006/relationships/slide" Target="slide23.xml"/><Relationship Id="rId7" Type="http://schemas.openxmlformats.org/officeDocument/2006/relationships/slide" Target="slide27.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6.xml"/><Relationship Id="rId11" Type="http://schemas.openxmlformats.org/officeDocument/2006/relationships/slide" Target="slide31.xml"/><Relationship Id="rId5" Type="http://schemas.openxmlformats.org/officeDocument/2006/relationships/slide" Target="slide25.xml"/><Relationship Id="rId10" Type="http://schemas.openxmlformats.org/officeDocument/2006/relationships/slide" Target="slide30.xml"/><Relationship Id="rId4" Type="http://schemas.openxmlformats.org/officeDocument/2006/relationships/slide" Target="slide24.xml"/><Relationship Id="rId9" Type="http://schemas.openxmlformats.org/officeDocument/2006/relationships/slide" Target="slide29.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3.xml"/><Relationship Id="rId3" Type="http://schemas.openxmlformats.org/officeDocument/2006/relationships/slide" Target="slide38.xml"/><Relationship Id="rId7" Type="http://schemas.openxmlformats.org/officeDocument/2006/relationships/slide" Target="slide42.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1.xml"/><Relationship Id="rId5" Type="http://schemas.openxmlformats.org/officeDocument/2006/relationships/slide" Target="slide40.xml"/><Relationship Id="rId10" Type="http://schemas.openxmlformats.org/officeDocument/2006/relationships/slide" Target="slide45.xml"/><Relationship Id="rId4" Type="http://schemas.openxmlformats.org/officeDocument/2006/relationships/slide" Target="slide39.xml"/><Relationship Id="rId9" Type="http://schemas.openxmlformats.org/officeDocument/2006/relationships/slide" Target="slide44.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slide" Target="slide54.xml"/><Relationship Id="rId3" Type="http://schemas.openxmlformats.org/officeDocument/2006/relationships/slide" Target="slide46.xml"/><Relationship Id="rId7" Type="http://schemas.openxmlformats.org/officeDocument/2006/relationships/slide" Target="slide52.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slide" Target="slide51.xml"/><Relationship Id="rId5" Type="http://schemas.openxmlformats.org/officeDocument/2006/relationships/slide" Target="slide49.xml"/><Relationship Id="rId4" Type="http://schemas.openxmlformats.org/officeDocument/2006/relationships/slide" Target="slide48.xml"/></Relationships>
</file>

<file path=ppt/slides/_rels/slide13.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68.xml"/><Relationship Id="rId9" Type="http://schemas.openxmlformats.org/officeDocument/2006/relationships/slide" Target="slide3.xml"/></Relationships>
</file>

<file path=ppt/slides/_rels/slide18.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9.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68.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3" Type="http://schemas.openxmlformats.org/officeDocument/2006/relationships/slide" Target="slide68.xml"/><Relationship Id="rId7" Type="http://schemas.openxmlformats.org/officeDocument/2006/relationships/slide" Target="slide3.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S-GMP/"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2.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68.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3.jpe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3.xml"/><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2.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SSY-SYD/" TargetMode="Externa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BBN-BNE/"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slide" Target="slide62.xml"/><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slide" Target="slide62.xml"/></Relationships>
</file>

<file path=ppt/slides/_rels/slide6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slide" Target="slide2.xml"/></Relationships>
</file>

<file path=ppt/slides/_rels/slide6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25.3.</a:t>
            </a:r>
            <a:r>
              <a:rPr lang="en-US" altLang="ko-KR" sz="1100" b="1" dirty="0">
                <a:solidFill>
                  <a:srgbClr val="0070C0"/>
                </a:solidFill>
                <a:latin typeface="Calibri"/>
                <a:ea typeface="Calibri"/>
                <a:cs typeface="Calibri"/>
                <a:sym typeface="Calibri"/>
              </a:rPr>
              <a:t>23</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748223603"/>
              </p:ext>
            </p:extLst>
          </p:nvPr>
        </p:nvGraphicFramePr>
        <p:xfrm>
          <a:off x="0" y="1"/>
          <a:ext cx="2328876" cy="516524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브리핑</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018854649"/>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12974557"/>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370;p27">
            <a:extLst>
              <a:ext uri="{FF2B5EF4-FFF2-40B4-BE49-F238E27FC236}">
                <a16:creationId xmlns:a16="http://schemas.microsoft.com/office/drawing/2014/main" id="{993FBED8-D3FC-A8E4-2321-498BAA2052D1}"/>
              </a:ext>
            </a:extLst>
          </p:cNvPr>
          <p:cNvGraphicFramePr/>
          <p:nvPr>
            <p:extLst>
              <p:ext uri="{D42A27DB-BD31-4B8C-83A1-F6EECF244321}">
                <p14:modId xmlns:p14="http://schemas.microsoft.com/office/powerpoint/2010/main" val="242258053"/>
              </p:ext>
            </p:extLst>
          </p:nvPr>
        </p:nvGraphicFramePr>
        <p:xfrm>
          <a:off x="0" y="1"/>
          <a:ext cx="2328876" cy="516524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브리핑</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34819EA0-C744-E4D7-32DA-73A0D9BE7EA0}"/>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89536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431F247A-86C7-05C0-2C26-569E35E0AADC}"/>
            </a:ext>
          </a:extLst>
        </p:cNvPr>
        <p:cNvGrpSpPr/>
        <p:nvPr/>
      </p:nvGrpSpPr>
      <p:grpSpPr>
        <a:xfrm>
          <a:off x="0" y="0"/>
          <a:ext cx="0" cy="0"/>
          <a:chOff x="0" y="0"/>
          <a:chExt cx="0" cy="0"/>
        </a:xfrm>
      </p:grpSpPr>
      <p:sp>
        <p:nvSpPr>
          <p:cNvPr id="4" name="직사각형 3">
            <a:hlinkClick r:id="" action="ppaction://hlinkshowjump?jump=firstslide"/>
            <a:extLst>
              <a:ext uri="{FF2B5EF4-FFF2-40B4-BE49-F238E27FC236}">
                <a16:creationId xmlns:a16="http://schemas.microsoft.com/office/drawing/2014/main" id="{670AC04B-FD18-B2D3-8A4E-49BBCB6EB828}"/>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370;p27">
            <a:extLst>
              <a:ext uri="{FF2B5EF4-FFF2-40B4-BE49-F238E27FC236}">
                <a16:creationId xmlns:a16="http://schemas.microsoft.com/office/drawing/2014/main" id="{910F9FA3-CD4C-CA7D-03DC-44AC211A0ECA}"/>
              </a:ext>
            </a:extLst>
          </p:cNvPr>
          <p:cNvGraphicFramePr/>
          <p:nvPr>
            <p:extLst>
              <p:ext uri="{D42A27DB-BD31-4B8C-83A1-F6EECF244321}">
                <p14:modId xmlns:p14="http://schemas.microsoft.com/office/powerpoint/2010/main" val="242258053"/>
              </p:ext>
            </p:extLst>
          </p:nvPr>
        </p:nvGraphicFramePr>
        <p:xfrm>
          <a:off x="0" y="1"/>
          <a:ext cx="2328876" cy="516524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브리핑</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Tree>
    <p:extLst>
      <p:ext uri="{BB962C8B-B14F-4D97-AF65-F5344CB8AC3E}">
        <p14:creationId xmlns:p14="http://schemas.microsoft.com/office/powerpoint/2010/main" val="2969597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4001027431"/>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5393924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74339925"/>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993367013"/>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1652897242"/>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5642489"/>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05053175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42202319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nvGraphicFramePr>
        <p:xfrm>
          <a:off x="1596" y="3252792"/>
          <a:ext cx="2313550"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LDA 22(043) : IKL /8, /3</a:t>
                      </a:r>
                    </a:p>
                    <a:p>
                      <a:pPr marL="0" marR="0" lvl="0" indent="0" algn="ctr" rtl="0">
                        <a:lnSpc>
                          <a:spcPct val="100000"/>
                        </a:lnSpc>
                        <a:spcBef>
                          <a:spcPts val="0"/>
                        </a:spcBef>
                        <a:spcAft>
                          <a:spcPts val="0"/>
                        </a:spcAft>
                        <a:buClr>
                          <a:srgbClr val="00B050"/>
                        </a:buClr>
                        <a:buSzPts val="800"/>
                        <a:buFont typeface="Calibri"/>
                        <a:buNone/>
                      </a:pPr>
                      <a:r>
                        <a:rPr lang="en-US" altLang="ko-Kore-KR" sz="800" b="1">
                          <a:solidFill>
                            <a:srgbClr val="0070C0"/>
                          </a:solidFill>
                        </a:rPr>
                        <a:t>LDA 23(051) </a:t>
                      </a:r>
                      <a:r>
                        <a:rPr lang="en-US" altLang="ko-Kore-KR" sz="800" b="1" dirty="0">
                          <a:solidFill>
                            <a:srgbClr val="0070C0"/>
                          </a:solidFill>
                        </a:rPr>
                        <a:t>: ITL /</a:t>
                      </a:r>
                      <a:r>
                        <a:rPr lang="en-US" altLang="ko-Kore-KR" sz="800" b="1">
                          <a:solidFill>
                            <a:srgbClr val="0070C0"/>
                          </a:solidFill>
                        </a:rPr>
                        <a:t>12,/</a:t>
                      </a:r>
                      <a:r>
                        <a:rPr lang="en-US" altLang="ko-Kore-KR" sz="800" b="1" dirty="0">
                          <a:solidFill>
                            <a:srgbClr val="0070C0"/>
                          </a:solidFill>
                        </a:rPr>
                        <a:t>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2749616866"/>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4126081048"/>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2598941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167154383"/>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8263158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93285059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284875923"/>
              </p:ext>
            </p:extLst>
          </p:nvPr>
        </p:nvGraphicFramePr>
        <p:xfrm>
          <a:off x="1596" y="3252792"/>
          <a:ext cx="2313550"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LDA 22(043) : IKL /8, /3</a:t>
                      </a:r>
                    </a:p>
                    <a:p>
                      <a:pPr marL="0" marR="0" lvl="0" indent="0" algn="ctr" rtl="0">
                        <a:lnSpc>
                          <a:spcPct val="100000"/>
                        </a:lnSpc>
                        <a:spcBef>
                          <a:spcPts val="0"/>
                        </a:spcBef>
                        <a:spcAft>
                          <a:spcPts val="0"/>
                        </a:spcAft>
                        <a:buClr>
                          <a:srgbClr val="00B050"/>
                        </a:buClr>
                        <a:buSzPts val="800"/>
                        <a:buFont typeface="Calibri"/>
                        <a:buNone/>
                      </a:pPr>
                      <a:r>
                        <a:rPr lang="en-US" altLang="ko-Kore-KR" sz="800" b="1">
                          <a:solidFill>
                            <a:srgbClr val="0070C0"/>
                          </a:solidFill>
                        </a:rPr>
                        <a:t>LDA 23(051) </a:t>
                      </a:r>
                      <a:r>
                        <a:rPr lang="en-US" altLang="ko-Kore-KR" sz="800" b="1" dirty="0">
                          <a:solidFill>
                            <a:srgbClr val="0070C0"/>
                          </a:solidFill>
                        </a:rPr>
                        <a:t>: ITL /</a:t>
                      </a:r>
                      <a:r>
                        <a:rPr lang="en-US" altLang="ko-Kore-KR" sz="800" b="1">
                          <a:solidFill>
                            <a:srgbClr val="0070C0"/>
                          </a:solidFill>
                        </a:rPr>
                        <a:t>12,/</a:t>
                      </a:r>
                      <a:r>
                        <a:rPr lang="en-US" altLang="ko-Kore-KR" sz="800" b="1" dirty="0">
                          <a:solidFill>
                            <a:srgbClr val="0070C0"/>
                          </a:solidFill>
                        </a:rPr>
                        <a:t>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312381209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966235975"/>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291997442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382598128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tx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383018704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203448556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20354567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1427996240"/>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2667601283"/>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5814961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247787846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784403"/>
            <a:ext cx="206979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1803564114"/>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 STAR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377540254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784403"/>
            <a:ext cx="206979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211247045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45841598"/>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p>
                      <a:endParaRPr lang="ko-Kore-KR" altLang="en-US" sz="800" dirty="0">
                        <a:solidFill>
                          <a:srgbClr val="00B05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389715210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 UTC-10, TL180, </a:t>
                      </a:r>
                      <a:r>
                        <a:rPr lang="en-US" sz="800" dirty="0">
                          <a:solidFill>
                            <a:srgbClr val="00B050"/>
                          </a:solidFill>
                        </a:rPr>
                        <a:t>CPDLC RJJJ - 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730770257"/>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3121375080"/>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 UTC+10/11, TL 110, </a:t>
                      </a:r>
                      <a:r>
                        <a:rPr lang="en-US" sz="800" b="0" dirty="0"/>
                        <a:t>RW34L/16R on Req</a:t>
                      </a:r>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809679394"/>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 UTC+10, TL 110, </a:t>
                      </a:r>
                      <a:r>
                        <a:rPr lang="en-US" sz="800" b="0" dirty="0">
                          <a:solidFill>
                            <a:srgbClr val="00B0F0"/>
                          </a:solidFill>
                        </a:rPr>
                        <a:t>Ref ALT A/P VBCG LD WT</a:t>
                      </a: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xx :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1514798156"/>
              </p:ext>
            </p:extLst>
          </p:nvPr>
        </p:nvGraphicFramePr>
        <p:xfrm>
          <a:off x="0" y="1"/>
          <a:ext cx="2328875" cy="540014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41863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Port Moresby to YBBB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Before 15-45min</a:t>
                      </a:r>
                    </a:p>
                  </a:txBody>
                  <a:tcPr marL="36000" marR="36000" marT="36000" marB="36000"/>
                </a:tc>
                <a:extLst>
                  <a:ext uri="{0D108BD9-81ED-4DB2-BD59-A6C34878D82A}">
                    <a16:rowId xmlns:a16="http://schemas.microsoft.com/office/drawing/2014/main" val="2301160211"/>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1727780717"/>
              </p:ext>
            </p:extLst>
          </p:nvPr>
        </p:nvGraphicFramePr>
        <p:xfrm>
          <a:off x="6596" y="725409"/>
          <a:ext cx="2328850" cy="1682299"/>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300717">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73924">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0070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8327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501969">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50180904"/>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56943</TotalTime>
  <Words>15550</Words>
  <Application>Microsoft Macintosh PowerPoint</Application>
  <PresentationFormat>사용자 지정</PresentationFormat>
  <Paragraphs>3439</Paragraphs>
  <Slides>73</Slides>
  <Notes>71</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73</vt:i4>
      </vt:variant>
    </vt:vector>
  </HeadingPairs>
  <TitlesOfParts>
    <vt:vector size="82" baseType="lpstr">
      <vt:lpstr>Gulim</vt:lpstr>
      <vt:lpstr>Arial</vt:lpstr>
      <vt:lpstr>Lato</vt:lpstr>
      <vt:lpstr>Helvetica Neue</vt:lpstr>
      <vt:lpstr>Century Gothic</vt:lpstr>
      <vt:lpstr>Calibri</vt:lpstr>
      <vt:lpstr>Cambria Math</vt:lpstr>
      <vt:lpstr>Britannic Bold</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461</cp:revision>
  <dcterms:created xsi:type="dcterms:W3CDTF">2022-05-17T08:00:10Z</dcterms:created>
  <dcterms:modified xsi:type="dcterms:W3CDTF">2025-03-23T04:55:05Z</dcterms:modified>
</cp:coreProperties>
</file>