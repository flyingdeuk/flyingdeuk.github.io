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1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79" r:id="rId64"/>
    <p:sldId id="450" r:id="rId65"/>
    <p:sldId id="452" r:id="rId66"/>
    <p:sldId id="453" r:id="rId67"/>
    <p:sldId id="460" r:id="rId68"/>
    <p:sldId id="462" r:id="rId69"/>
    <p:sldId id="461" r:id="rId70"/>
    <p:sldId id="476" r:id="rId71"/>
    <p:sldId id="478" r:id="rId72"/>
    <p:sldId id="359" r:id="rId73"/>
    <p:sldId id="360" r:id="rId74"/>
    <p:sldId id="374" r:id="rId75"/>
    <p:sldId id="375" r:id="rId76"/>
    <p:sldId id="480" r:id="rId77"/>
    <p:sldId id="482" r:id="rId78"/>
    <p:sldId id="481" r:id="rId79"/>
    <p:sldId id="436" r:id="rId80"/>
    <p:sldId id="376" r:id="rId81"/>
    <p:sldId id="434" r:id="rId82"/>
    <p:sldId id="437" r:id="rId83"/>
    <p:sldId id="439" r:id="rId84"/>
    <p:sldId id="438" r:id="rId85"/>
    <p:sldId id="444" r:id="rId86"/>
    <p:sldId id="445" r:id="rId87"/>
    <p:sldId id="446" r:id="rId88"/>
    <p:sldId id="469" r:id="rId89"/>
    <p:sldId id="470" r:id="rId90"/>
    <p:sldId id="471" r:id="rId91"/>
    <p:sldId id="472" r:id="rId92"/>
    <p:sldId id="473" r:id="rId93"/>
    <p:sldId id="474" r:id="rId94"/>
    <p:sldId id="422" r:id="rId95"/>
    <p:sldId id="385" r:id="rId96"/>
    <p:sldId id="365" r:id="rId97"/>
    <p:sldId id="366" r:id="rId98"/>
    <p:sldId id="423" r:id="rId99"/>
    <p:sldId id="384" r:id="rId100"/>
    <p:sldId id="283" r:id="rId101"/>
    <p:sldId id="286" r:id="rId102"/>
    <p:sldId id="428" r:id="rId103"/>
    <p:sldId id="288" r:id="rId104"/>
    <p:sldId id="289" r:id="rId105"/>
    <p:sldId id="290" r:id="rId106"/>
    <p:sldId id="424" r:id="rId107"/>
    <p:sldId id="302" r:id="rId108"/>
    <p:sldId id="303" r:id="rId109"/>
    <p:sldId id="426" r:id="rId110"/>
    <p:sldId id="427" r:id="rId111"/>
    <p:sldId id="430" r:id="rId112"/>
    <p:sldId id="281" r:id="rId113"/>
  </p:sldIdLst>
  <p:sldSz cx="2328863" cy="5572125"/>
  <p:notesSz cx="6858000" cy="9144000"/>
  <p:embeddedFontLst>
    <p:embeddedFont>
      <p:font typeface="맑은 고딕" panose="020B0503020000020004" pitchFamily="34" charset="-127"/>
      <p:regular r:id="rId115"/>
      <p:bold r:id="rId116"/>
    </p:embeddedFont>
    <p:embeddedFont>
      <p:font typeface="Cambria Math" panose="02040503050406030204" pitchFamily="18" charset="0"/>
      <p:regular r:id="rId117"/>
    </p:embeddedFont>
    <p:embeddedFont>
      <p:font typeface="Century Gothic" panose="020B0502020202020204" pitchFamily="34" charset="0"/>
      <p:regular r:id="rId118"/>
      <p:bold r:id="rId119"/>
      <p:italic r:id="rId120"/>
      <p:boldItalic r:id="rId121"/>
    </p:embeddedFont>
    <p:embeddedFont>
      <p:font typeface="Helvetica Neue" panose="02000503000000020004" pitchFamily="2" charset="0"/>
      <p:regular r:id="rId122"/>
      <p:bold r:id="rId123"/>
      <p:italic r:id="rId124"/>
      <p:boldItalic r:id="rId125"/>
    </p:embeddedFont>
    <p:embeddedFont>
      <p:font typeface="Lato" panose="020F0502020204030203" pitchFamily="34" charset="0"/>
      <p:regular r:id="rId126"/>
      <p:bold r:id="rId127"/>
      <p:italic r:id="rId128"/>
      <p:boldItalic r:id="rId1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597"/>
    <p:restoredTop sz="96966"/>
  </p:normalViewPr>
  <p:slideViewPr>
    <p:cSldViewPr snapToGrid="0" showGuides="1">
      <p:cViewPr>
        <p:scale>
          <a:sx n="258" d="100"/>
          <a:sy n="258" d="100"/>
        </p:scale>
        <p:origin x="824" y="-156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3.fntdata"/><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9.fntdata"/><Relationship Id="rId128" Type="http://schemas.openxmlformats.org/officeDocument/2006/relationships/font" Target="fonts/font14.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font" Target="fonts/font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0.fntdata"/><Relationship Id="rId129" Type="http://schemas.openxmlformats.org/officeDocument/2006/relationships/font" Target="fonts/font15.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font" Target="fonts/font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6.fntdata"/><Relationship Id="rId125"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7.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7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6.xml"/><Relationship Id="rId18" Type="http://schemas.openxmlformats.org/officeDocument/2006/relationships/slide" Target="slide10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95.xml"/><Relationship Id="rId17" Type="http://schemas.openxmlformats.org/officeDocument/2006/relationships/slide" Target="slide105.xml"/><Relationship Id="rId2" Type="http://schemas.openxmlformats.org/officeDocument/2006/relationships/notesSlide" Target="../notesSlides/notesSlide1.xml"/><Relationship Id="rId16" Type="http://schemas.openxmlformats.org/officeDocument/2006/relationships/slide" Target="slide10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94.xml"/><Relationship Id="rId5" Type="http://schemas.openxmlformats.org/officeDocument/2006/relationships/slide" Target="slide7.xml"/><Relationship Id="rId15" Type="http://schemas.openxmlformats.org/officeDocument/2006/relationships/slide" Target="slide101.xml"/><Relationship Id="rId10" Type="http://schemas.openxmlformats.org/officeDocument/2006/relationships/hyperlink" Target="https://flyingdeuk.github.io/posts/A330-kneeboard/" TargetMode="External"/><Relationship Id="rId19" Type="http://schemas.openxmlformats.org/officeDocument/2006/relationships/slide" Target="slide11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7.xml"/><Relationship Id="rId18" Type="http://schemas.openxmlformats.org/officeDocument/2006/relationships/slide" Target="slide73.xml"/><Relationship Id="rId3" Type="http://schemas.openxmlformats.org/officeDocument/2006/relationships/slide" Target="slide56.xml"/><Relationship Id="rId21" Type="http://schemas.openxmlformats.org/officeDocument/2006/relationships/slide" Target="slide76.xml"/><Relationship Id="rId7" Type="http://schemas.openxmlformats.org/officeDocument/2006/relationships/slide" Target="slide60.xml"/><Relationship Id="rId12" Type="http://schemas.openxmlformats.org/officeDocument/2006/relationships/slide" Target="slide66.xml"/><Relationship Id="rId17" Type="http://schemas.openxmlformats.org/officeDocument/2006/relationships/slide" Target="slide72.xml"/><Relationship Id="rId2" Type="http://schemas.openxmlformats.org/officeDocument/2006/relationships/notesSlide" Target="../notesSlides/notesSlide9.xml"/><Relationship Id="rId16" Type="http://schemas.openxmlformats.org/officeDocument/2006/relationships/slide" Target="slide71.xml"/><Relationship Id="rId20" Type="http://schemas.openxmlformats.org/officeDocument/2006/relationships/slide" Target="slide75.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5.xml"/><Relationship Id="rId24" Type="http://schemas.openxmlformats.org/officeDocument/2006/relationships/image" Target="../media/image3.svg"/><Relationship Id="rId5" Type="http://schemas.openxmlformats.org/officeDocument/2006/relationships/slide" Target="slide58.xml"/><Relationship Id="rId15" Type="http://schemas.openxmlformats.org/officeDocument/2006/relationships/slide" Target="slide70.xml"/><Relationship Id="rId23" Type="http://schemas.openxmlformats.org/officeDocument/2006/relationships/image" Target="../media/image2.png"/><Relationship Id="rId10" Type="http://schemas.openxmlformats.org/officeDocument/2006/relationships/slide" Target="slide64.xml"/><Relationship Id="rId19" Type="http://schemas.openxmlformats.org/officeDocument/2006/relationships/slide" Target="slide74.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9.xml"/><Relationship Id="rId22" Type="http://schemas.openxmlformats.org/officeDocument/2006/relationships/slide" Target="slide7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7.xml"/><Relationship Id="rId3" Type="http://schemas.openxmlformats.org/officeDocument/2006/relationships/slide" Target="slide79.xml"/><Relationship Id="rId7" Type="http://schemas.openxmlformats.org/officeDocument/2006/relationships/slide" Target="slide8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84.xml"/><Relationship Id="rId5" Type="http://schemas.openxmlformats.org/officeDocument/2006/relationships/slide" Target="slide82.xml"/><Relationship Id="rId10" Type="http://schemas.openxmlformats.org/officeDocument/2006/relationships/image" Target="../media/image3.svg"/><Relationship Id="rId4" Type="http://schemas.openxmlformats.org/officeDocument/2006/relationships/slide" Target="slide8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93.xml"/><Relationship Id="rId5" Type="http://schemas.openxmlformats.org/officeDocument/2006/relationships/slide" Target="slide91.xml"/><Relationship Id="rId4" Type="http://schemas.openxmlformats.org/officeDocument/2006/relationships/slide" Target="slide9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3.xml.rels><?xml version="1.0" encoding="UTF-8" standalone="yes"?>
<Relationships xmlns="http://schemas.openxmlformats.org/package/2006/relationships"><Relationship Id="rId3" Type="http://schemas.openxmlformats.org/officeDocument/2006/relationships/slide" Target="slide101.xml"/><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1.xml"/></Relationships>
</file>

<file path=ppt/slides/_rels/slide10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0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73736"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10</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21</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08787973"/>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1435427"/>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224232131"/>
              </p:ext>
            </p:extLst>
          </p:nvPr>
        </p:nvGraphicFramePr>
        <p:xfrm>
          <a:off x="98101" y="184953"/>
          <a:ext cx="2132650" cy="422927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1145079333"/>
              </p:ext>
            </p:extLst>
          </p:nvPr>
        </p:nvGraphicFramePr>
        <p:xfrm>
          <a:off x="185895" y="4494174"/>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376982047"/>
              </p:ext>
            </p:extLst>
          </p:nvPr>
        </p:nvGraphicFramePr>
        <p:xfrm>
          <a:off x="114028" y="3196182"/>
          <a:ext cx="2100805" cy="197044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356713876"/>
              </p:ext>
            </p:extLst>
          </p:nvPr>
        </p:nvGraphicFramePr>
        <p:xfrm>
          <a:off x="0" y="3"/>
          <a:ext cx="2328875" cy="33706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067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36000" marB="36000"/>
                </a:tc>
                <a:extLst>
                  <a:ext uri="{0D108BD9-81ED-4DB2-BD59-A6C34878D82A}">
                    <a16:rowId xmlns:a16="http://schemas.microsoft.com/office/drawing/2014/main" val="10000"/>
                  </a:ext>
                </a:extLst>
              </a:tr>
              <a:tr h="1268798">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36000" marB="36000" anchor="ctr"/>
                </a:tc>
                <a:extLst>
                  <a:ext uri="{0D108BD9-81ED-4DB2-BD59-A6C34878D82A}">
                    <a16:rowId xmlns:a16="http://schemas.microsoft.com/office/drawing/2014/main" val="10001"/>
                  </a:ext>
                </a:extLst>
              </a:tr>
              <a:tr h="1306588">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80741</TotalTime>
  <Words>25359</Words>
  <Application>Microsoft Macintosh PowerPoint</Application>
  <PresentationFormat>사용자 지정</PresentationFormat>
  <Paragraphs>6048</Paragraphs>
  <Slides>112</Slides>
  <Notes>101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112</vt:i4>
      </vt:variant>
    </vt:vector>
  </HeadingPairs>
  <TitlesOfParts>
    <vt:vector size="122" baseType="lpstr">
      <vt:lpstr>Century Gothic</vt:lpstr>
      <vt:lpstr>Calibri</vt:lpstr>
      <vt:lpstr>Cambria Math</vt:lpstr>
      <vt:lpstr>Britannic Bold</vt:lpstr>
      <vt:lpstr>맑은 고딕</vt:lpstr>
      <vt:lpstr>Gulim</vt:lpstr>
      <vt:lpstr>Arial</vt:lpstr>
      <vt:lpstr>Helvetica Neue</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576</cp:revision>
  <dcterms:created xsi:type="dcterms:W3CDTF">2022-05-17T08:00:10Z</dcterms:created>
  <dcterms:modified xsi:type="dcterms:W3CDTF">2025-10-21T09:05:05Z</dcterms:modified>
</cp:coreProperties>
</file>