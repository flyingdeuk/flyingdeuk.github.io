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8"/>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430" r:id="rId46"/>
    <p:sldId id="281" r:id="rId47"/>
  </p:sldIdLst>
  <p:sldSz cx="2328863" cy="5572125"/>
  <p:notesSz cx="6858000" cy="9144000"/>
  <p:embeddedFontLst>
    <p:embeddedFont>
      <p:font typeface="Cambria Math" panose="02040503050406030204" pitchFamily="18" charset="0"/>
      <p:regular r:id="rId49"/>
    </p:embeddedFont>
    <p:embeddedFont>
      <p:font typeface="Century Gothic" panose="020B0502020202020204" pitchFamily="34" charset="0"/>
      <p:regular r:id="rId50"/>
      <p:bold r:id="rId51"/>
      <p:italic r:id="rId52"/>
      <p:boldItalic r:id="rId53"/>
    </p:embeddedFont>
    <p:embeddedFont>
      <p:font typeface="Helvetica Neue" panose="02000503000000020004" pitchFamily="2" charset="0"/>
      <p:regular r:id="rId54"/>
      <p:bold r:id="rId55"/>
      <p:italic r:id="rId56"/>
      <p:boldItalic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38"/>
    <p:restoredTop sz="94607"/>
  </p:normalViewPr>
  <p:slideViewPr>
    <p:cSldViewPr snapToGrid="0" showGuides="1">
      <p:cViewPr>
        <p:scale>
          <a:sx n="282" d="100"/>
          <a:sy n="282" d="100"/>
        </p:scale>
        <p:origin x="4088" y="-330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17" Type="http://schemas.openxmlformats.org/officeDocument/2006/relationships/slide" Target="slide44.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7"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25.2.15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58836964"/>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44613072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726047760"/>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481624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1192011018"/>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503259219"/>
              </p:ext>
            </p:extLst>
          </p:nvPr>
        </p:nvGraphicFramePr>
        <p:xfrm>
          <a:off x="1596" y="3347934"/>
          <a:ext cx="2313550" cy="218041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34R</a:t>
                      </a:r>
                      <a:r>
                        <a:rPr lang="en-US" altLang="ko-Kore-KR" sz="800" b="1" dirty="0">
                          <a:solidFill>
                            <a:srgbClr val="C00000"/>
                          </a:solidFill>
                        </a:rPr>
                        <a:t>(DIS)</a:t>
                      </a:r>
                      <a:r>
                        <a:rPr lang="en-US" altLang="ko-Kore-KR" sz="800" b="1" dirty="0">
                          <a:solidFill>
                            <a:schemeClr val="dk1"/>
                          </a:solidFill>
                        </a:rPr>
                        <a:t>:C10(5780),C11(7270)</a:t>
                      </a:r>
                    </a:p>
                    <a:p>
                      <a:pPr marL="0" marR="0" lvl="0" indent="0" algn="l" rtl="0">
                        <a:lnSpc>
                          <a:spcPct val="100000"/>
                        </a:lnSpc>
                        <a:spcBef>
                          <a:spcPts val="0"/>
                        </a:spcBef>
                        <a:spcAft>
                          <a:spcPts val="0"/>
                        </a:spcAft>
                        <a:buClr>
                          <a:schemeClr val="dk1"/>
                        </a:buClr>
                        <a:buSzPts val="800"/>
                        <a:buFont typeface="Calibri"/>
                        <a:buNone/>
                      </a:pPr>
                      <a:r>
                        <a:rPr lang="en-US" altLang="ko-Kore-KR" sz="800" b="1" dirty="0">
                          <a:solidFill>
                            <a:schemeClr val="dk1"/>
                          </a:solidFill>
                        </a:rPr>
                        <a:t>16L</a:t>
                      </a:r>
                      <a:r>
                        <a:rPr lang="en-US" altLang="ko-Kore-KR" sz="800" b="1" dirty="0">
                          <a:solidFill>
                            <a:srgbClr val="C00000"/>
                          </a:solidFill>
                        </a:rPr>
                        <a:t>(DIS)</a:t>
                      </a:r>
                      <a:r>
                        <a:rPr lang="en-US" altLang="ko-Kore-KR" sz="8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69725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739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3820361943"/>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230/x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65810851"/>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1667303521"/>
              </p:ext>
            </p:extLst>
          </p:nvPr>
        </p:nvGraphicFramePr>
        <p:xfrm>
          <a:off x="-5861" y="3900677"/>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568445011"/>
              </p:ext>
            </p:extLst>
          </p:nvPr>
        </p:nvGraphicFramePr>
        <p:xfrm>
          <a:off x="4410" y="3806539"/>
          <a:ext cx="2305886" cy="1727086"/>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4122135990"/>
              </p:ext>
            </p:extLst>
          </p:nvPr>
        </p:nvGraphicFramePr>
        <p:xfrm>
          <a:off x="0" y="635155"/>
          <a:ext cx="2332925" cy="205926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53750">
                  <a:extLst>
                    <a:ext uri="{9D8B030D-6E8A-4147-A177-3AD203B41FA5}">
                      <a16:colId xmlns:a16="http://schemas.microsoft.com/office/drawing/2014/main" val="20004"/>
                    </a:ext>
                  </a:extLst>
                </a:gridCol>
                <a:gridCol w="134925">
                  <a:extLst>
                    <a:ext uri="{9D8B030D-6E8A-4147-A177-3AD203B41FA5}">
                      <a16:colId xmlns:a16="http://schemas.microsoft.com/office/drawing/2014/main" val="4082583789"/>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SPD230/x</a:t>
                      </a:r>
                      <a:endParaRPr sz="800" b="1"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28955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71633992"/>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673229">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6">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3">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852738277"/>
              </p:ext>
            </p:extLst>
          </p:nvPr>
        </p:nvGraphicFramePr>
        <p:xfrm>
          <a:off x="11589" y="393293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310053132"/>
              </p:ext>
            </p:extLst>
          </p:nvPr>
        </p:nvGraphicFramePr>
        <p:xfrm>
          <a:off x="3659" y="7511"/>
          <a:ext cx="2306998" cy="184468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1903423"/>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600412287"/>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1823599447"/>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438 LBS/</a:t>
                      </a:r>
                      <a:r>
                        <a:rPr lang="en-US" sz="800" b="0" dirty="0" err="1">
                          <a:solidFill>
                            <a:srgbClr val="0070C0"/>
                          </a:solidFill>
                          <a:latin typeface="Arial" panose="020B0604020202020204" pitchFamily="34" charset="0"/>
                          <a:cs typeface="Arial" panose="020B0604020202020204" pitchFamily="34" charset="0"/>
                        </a:rPr>
                        <a:t>hr</a:t>
                      </a:r>
                      <a:r>
                        <a:rPr lang="en-US" sz="800" b="0" dirty="0">
                          <a:solidFill>
                            <a:srgbClr val="0070C0"/>
                          </a:solidFill>
                          <a:latin typeface="Arial" panose="020B0604020202020204" pitchFamily="34" charset="0"/>
                          <a:cs typeface="Arial" panose="020B0604020202020204" pitchFamily="34" charset="0"/>
                        </a:rPr>
                        <a:t> (BLOCK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0" dirty="0">
                          <a:solidFill>
                            <a:srgbClr val="0070C0"/>
                          </a:solidFill>
                          <a:latin typeface="Arial" panose="020B0604020202020204" pitchFamily="34" charset="0"/>
                          <a:cs typeface="Arial" panose="020B0604020202020204" pitchFamily="34" charset="0"/>
                        </a:rPr>
                        <a:t>286</a:t>
                      </a:r>
                      <a:r>
                        <a:rPr lang="ko-KR" altLang="en-US" sz="800" b="0" dirty="0">
                          <a:solidFill>
                            <a:srgbClr val="0070C0"/>
                          </a:solidFill>
                          <a:latin typeface="Arial" panose="020B0604020202020204" pitchFamily="34" charset="0"/>
                          <a:cs typeface="Arial" panose="020B0604020202020204" pitchFamily="34" charset="0"/>
                        </a:rPr>
                        <a:t> </a:t>
                      </a:r>
                      <a:r>
                        <a:rPr lang="en-US" sz="800" b="0" dirty="0">
                          <a:solidFill>
                            <a:srgbClr val="0070C0"/>
                          </a:solidFill>
                          <a:latin typeface="Arial" panose="020B0604020202020204" pitchFamily="34" charset="0"/>
                          <a:cs typeface="Arial" panose="020B0604020202020204" pitchFamily="34" charset="0"/>
                        </a:rPr>
                        <a:t>LBS/</a:t>
                      </a:r>
                      <a:r>
                        <a:rPr lang="en-US" sz="800" b="0" dirty="0" err="1">
                          <a:solidFill>
                            <a:srgbClr val="0070C0"/>
                          </a:solidFill>
                          <a:latin typeface="Arial" panose="020B0604020202020204" pitchFamily="34" charset="0"/>
                          <a:cs typeface="Arial" panose="020B0604020202020204" pitchFamily="34" charset="0"/>
                        </a:rPr>
                        <a:t>hr</a:t>
                      </a:r>
                      <a:endParaRPr lang="en-US" sz="800" b="0" dirty="0">
                        <a:solidFill>
                          <a:srgbClr val="0070C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a:t>
                      </a:r>
                      <a:r>
                        <a:rPr lang="en-US" altLang="ko-Kore-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55 LBS/</a:t>
                      </a:r>
                      <a:r>
                        <a:rPr lang="en-US" altLang="ko-KR" sz="800" b="0" i="0" u="none" strike="noStrike" cap="none" dirty="0" err="1">
                          <a:solidFill>
                            <a:srgbClr val="0070C0"/>
                          </a:solidFill>
                          <a:latin typeface="Arial" panose="020B0604020202020204" pitchFamily="34" charset="0"/>
                          <a:ea typeface="Calibri"/>
                          <a:cs typeface="Arial" panose="020B0604020202020204" pitchFamily="34" charset="0"/>
                          <a:sym typeface="Arial"/>
                        </a:rPr>
                        <a:t>hr</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1000ft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rgbClr val="0070C0"/>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200LBS (Actual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App + L/D)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729410845"/>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Tail</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Tank</a:t>
                      </a:r>
                      <a:r>
                        <a:rPr lang="ko-KR" altLang="en-US" sz="900" b="1" dirty="0">
                          <a:solidFill>
                            <a:srgbClr val="0070C0"/>
                          </a:solidFill>
                          <a:latin typeface="Calibri" panose="020F0502020204030204" pitchFamily="34" charset="0"/>
                          <a:ea typeface="+mn-ea"/>
                          <a:cs typeface="Calibri" panose="020F0502020204030204" pitchFamily="34" charset="0"/>
                        </a:rPr>
                        <a:t> </a:t>
                      </a:r>
                      <a:r>
                        <a:rPr lang="en-US" altLang="ko-KR" sz="900" b="1" dirty="0">
                          <a:solidFill>
                            <a:srgbClr val="0070C0"/>
                          </a:solidFill>
                          <a:latin typeface="Calibri" panose="020F0502020204030204" pitchFamily="34" charset="0"/>
                          <a:ea typeface="+mn-ea"/>
                          <a:cs typeface="Calibri" panose="020F0502020204030204" pitchFamily="34" charset="0"/>
                        </a:rPr>
                        <a:t>:</a:t>
                      </a:r>
                      <a:r>
                        <a:rPr lang="ko-KR" altLang="en-US" sz="900" b="1" dirty="0">
                          <a:solidFill>
                            <a:srgbClr val="0070C0"/>
                          </a:solidFill>
                          <a:latin typeface="Calibri" panose="020F0502020204030204" pitchFamily="34" charset="0"/>
                          <a:ea typeface="+mn-ea"/>
                          <a:cs typeface="Calibri" panose="020F0502020204030204" pitchFamily="34" charset="0"/>
                        </a:rPr>
                        <a:t> </a:t>
                      </a:r>
                      <a:endParaRPr lang="en-US" altLang="ko-KR" sz="900" b="1"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rgbClr val="0070C0"/>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1510358427"/>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 / WINDOW ARCING COCKPIT WINDSHIELD / WINDOW CRACKED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53937</TotalTime>
  <Words>8243</Words>
  <Application>Microsoft Macintosh PowerPoint</Application>
  <PresentationFormat>사용자 지정</PresentationFormat>
  <Paragraphs>2004</Paragraphs>
  <Slides>46</Slides>
  <Notes>45</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46</vt:i4>
      </vt:variant>
    </vt:vector>
  </HeadingPairs>
  <TitlesOfParts>
    <vt:vector size="54" baseType="lpstr">
      <vt:lpstr>Century Gothic</vt:lpstr>
      <vt:lpstr>Calibri</vt:lpstr>
      <vt:lpstr>Cambria Math</vt:lpstr>
      <vt:lpstr>Britannic Bold</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412</cp:revision>
  <dcterms:created xsi:type="dcterms:W3CDTF">2022-05-17T08:00:10Z</dcterms:created>
  <dcterms:modified xsi:type="dcterms:W3CDTF">2025-02-16T14:10:12Z</dcterms:modified>
</cp:coreProperties>
</file>