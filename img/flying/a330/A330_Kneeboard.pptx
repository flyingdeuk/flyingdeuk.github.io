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8"/>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436" r:id="rId90"/>
    <p:sldId id="376" r:id="rId91"/>
    <p:sldId id="434" r:id="rId92"/>
    <p:sldId id="437" r:id="rId93"/>
    <p:sldId id="439" r:id="rId94"/>
    <p:sldId id="438" r:id="rId95"/>
    <p:sldId id="444" r:id="rId96"/>
    <p:sldId id="445" r:id="rId97"/>
    <p:sldId id="446" r:id="rId98"/>
    <p:sldId id="469" r:id="rId99"/>
    <p:sldId id="470" r:id="rId100"/>
    <p:sldId id="471" r:id="rId101"/>
    <p:sldId id="472" r:id="rId102"/>
    <p:sldId id="473" r:id="rId103"/>
    <p:sldId id="474" r:id="rId104"/>
    <p:sldId id="493" r:id="rId105"/>
    <p:sldId id="496" r:id="rId106"/>
    <p:sldId id="494" r:id="rId107"/>
    <p:sldId id="495" r:id="rId108"/>
    <p:sldId id="422" r:id="rId109"/>
    <p:sldId id="385" r:id="rId110"/>
    <p:sldId id="365" r:id="rId111"/>
    <p:sldId id="366" r:id="rId112"/>
    <p:sldId id="423" r:id="rId113"/>
    <p:sldId id="384" r:id="rId114"/>
    <p:sldId id="283" r:id="rId115"/>
    <p:sldId id="286" r:id="rId116"/>
    <p:sldId id="428" r:id="rId117"/>
    <p:sldId id="288" r:id="rId118"/>
    <p:sldId id="289" r:id="rId119"/>
    <p:sldId id="290" r:id="rId120"/>
    <p:sldId id="424" r:id="rId121"/>
    <p:sldId id="302" r:id="rId122"/>
    <p:sldId id="303" r:id="rId123"/>
    <p:sldId id="426" r:id="rId124"/>
    <p:sldId id="427" r:id="rId125"/>
    <p:sldId id="430" r:id="rId126"/>
    <p:sldId id="281" r:id="rId127"/>
  </p:sldIdLst>
  <p:sldSz cx="2328863" cy="5572125"/>
  <p:notesSz cx="6858000" cy="9144000"/>
  <p:embeddedFontLst>
    <p:embeddedFont>
      <p:font typeface="맑은 고딕" panose="020B0503020000020004" pitchFamily="34" charset="-127"/>
      <p:regular r:id="rId129"/>
      <p:bold r:id="rId130"/>
    </p:embeddedFont>
    <p:embeddedFont>
      <p:font typeface="Cambria Math" panose="02040503050406030204" pitchFamily="18" charset="0"/>
      <p:regular r:id="rId131"/>
    </p:embeddedFont>
    <p:embeddedFont>
      <p:font typeface="Century Gothic" panose="020B0502020202020204" pitchFamily="34" charset="0"/>
      <p:regular r:id="rId132"/>
      <p:bold r:id="rId133"/>
      <p:italic r:id="rId134"/>
      <p:boldItalic r:id="rId135"/>
    </p:embeddedFont>
    <p:embeddedFont>
      <p:font typeface="Helvetica Neue" panose="02000503000000020004" pitchFamily="2" charset="0"/>
      <p:regular r:id="rId136"/>
      <p:bold r:id="rId137"/>
      <p:italic r:id="rId138"/>
      <p:boldItalic r:id="rId139"/>
    </p:embeddedFont>
    <p:embeddedFont>
      <p:font typeface="Lato" panose="020F0502020204030203" pitchFamily="34" charset="0"/>
      <p:regular r:id="rId140"/>
      <p:bold r:id="rId141"/>
      <p:italic r:id="rId142"/>
      <p:boldItalic r:id="rId14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233" d="100"/>
          <a:sy n="233" d="100"/>
        </p:scale>
        <p:origin x="2224" y="-395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10.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6.fntdata"/><Relationship Id="rId139" Type="http://schemas.openxmlformats.org/officeDocument/2006/relationships/font" Target="fonts/font11.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font" Target="fonts/font1.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2.fntdata"/><Relationship Id="rId135" Type="http://schemas.openxmlformats.org/officeDocument/2006/relationships/font" Target="fonts/font7.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3.fntdata"/><Relationship Id="rId136" Type="http://schemas.openxmlformats.org/officeDocument/2006/relationships/font" Target="fonts/font8.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4.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4.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5.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0.xml"/><Relationship Id="rId18" Type="http://schemas.openxmlformats.org/officeDocument/2006/relationships/slide" Target="slide12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9.xml"/><Relationship Id="rId17" Type="http://schemas.openxmlformats.org/officeDocument/2006/relationships/slide" Target="slide119.xml"/><Relationship Id="rId2" Type="http://schemas.openxmlformats.org/officeDocument/2006/relationships/notesSlide" Target="../notesSlides/notesSlide1.xml"/><Relationship Id="rId16" Type="http://schemas.openxmlformats.org/officeDocument/2006/relationships/slide" Target="slide117.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8.xml"/><Relationship Id="rId5" Type="http://schemas.openxmlformats.org/officeDocument/2006/relationships/slide" Target="slide7.xml"/><Relationship Id="rId15" Type="http://schemas.openxmlformats.org/officeDocument/2006/relationships/slide" Target="slide115.xml"/><Relationship Id="rId10" Type="http://schemas.openxmlformats.org/officeDocument/2006/relationships/hyperlink" Target="https://flyingdeuk.github.io/posts/A330-kneeboard/" TargetMode="External"/><Relationship Id="rId19" Type="http://schemas.openxmlformats.org/officeDocument/2006/relationships/slide" Target="slide124.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3.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image" Target="../media/image3.svg"/><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7.xml"/><Relationship Id="rId3" Type="http://schemas.openxmlformats.org/officeDocument/2006/relationships/slide" Target="slide89.xml"/><Relationship Id="rId7" Type="http://schemas.openxmlformats.org/officeDocument/2006/relationships/slide" Target="slide9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4.xml"/><Relationship Id="rId5" Type="http://schemas.openxmlformats.org/officeDocument/2006/relationships/slide" Target="slide92.xml"/><Relationship Id="rId10" Type="http://schemas.openxmlformats.org/officeDocument/2006/relationships/image" Target="../media/image3.svg"/><Relationship Id="rId4" Type="http://schemas.openxmlformats.org/officeDocument/2006/relationships/slide" Target="slide9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7.xml"/><Relationship Id="rId3" Type="http://schemas.openxmlformats.org/officeDocument/2006/relationships/slide" Target="slide98.xml"/><Relationship Id="rId7" Type="http://schemas.openxmlformats.org/officeDocument/2006/relationships/slide" Target="slide104.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3.xml"/><Relationship Id="rId5" Type="http://schemas.openxmlformats.org/officeDocument/2006/relationships/slide" Target="slide101.xml"/><Relationship Id="rId10" Type="http://schemas.openxmlformats.org/officeDocument/2006/relationships/image" Target="../media/image3.svg"/><Relationship Id="rId4" Type="http://schemas.openxmlformats.org/officeDocument/2006/relationships/slide" Target="slide100.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1.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1.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1.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1.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8" Type="http://schemas.openxmlformats.org/officeDocument/2006/relationships/image" Target="../media/image31.jpg"/><Relationship Id="rId3" Type="http://schemas.openxmlformats.org/officeDocument/2006/relationships/image" Target="../media/image28.png"/><Relationship Id="rId7" Type="http://schemas.openxmlformats.org/officeDocument/2006/relationships/image" Target="../media/image30.jpg"/><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9.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slide" Target="slide115.xml"/><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5.xml"/></Relationships>
</file>

<file path=ppt/slides/_rels/slide1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33.jpeg"/><Relationship Id="rId7" Type="http://schemas.openxmlformats.org/officeDocument/2006/relationships/image" Target="../media/image3.sv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5.jpeg"/><Relationship Id="rId4" Type="http://schemas.openxmlformats.org/officeDocument/2006/relationships/image" Target="../media/image34.jpeg"/></Relationships>
</file>

<file path=ppt/slides/_rels/slide122.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25.12.22</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876849249"/>
              </p:ext>
            </p:extLst>
          </p:nvPr>
        </p:nvGraphicFramePr>
        <p:xfrm>
          <a:off x="98101" y="184953"/>
          <a:ext cx="2132650" cy="484150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40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667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499115835"/>
              </p:ext>
            </p:extLst>
          </p:nvPr>
        </p:nvGraphicFramePr>
        <p:xfrm>
          <a:off x="114028" y="3010332"/>
          <a:ext cx="2100805" cy="229769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636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7131" y="48128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87877</TotalTime>
  <Words>29072</Words>
  <Application>Microsoft Macintosh PowerPoint</Application>
  <PresentationFormat>사용자 지정</PresentationFormat>
  <Paragraphs>7116</Paragraphs>
  <Slides>126</Slides>
  <Notes>112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126</vt:i4>
      </vt:variant>
    </vt:vector>
  </HeadingPairs>
  <TitlesOfParts>
    <vt:vector size="136" baseType="lpstr">
      <vt:lpstr>Arial</vt:lpstr>
      <vt:lpstr>Century Gothic</vt:lpstr>
      <vt:lpstr>Calibri</vt:lpstr>
      <vt:lpstr>Cambria Math</vt:lpstr>
      <vt:lpstr>Britannic Bold</vt:lpstr>
      <vt:lpstr>Lato</vt:lpstr>
      <vt:lpstr>맑은 고딕</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611</cp:revision>
  <dcterms:created xsi:type="dcterms:W3CDTF">2022-05-17T08:00:10Z</dcterms:created>
  <dcterms:modified xsi:type="dcterms:W3CDTF">2025-12-22T02:45:16Z</dcterms:modified>
</cp:coreProperties>
</file>