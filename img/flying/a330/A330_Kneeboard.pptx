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7"/>
  </p:notesMasterIdLst>
  <p:sldIdLst>
    <p:sldId id="292" r:id="rId2"/>
    <p:sldId id="422" r:id="rId3"/>
    <p:sldId id="345" r:id="rId4"/>
    <p:sldId id="349" r:id="rId5"/>
    <p:sldId id="367" r:id="rId6"/>
    <p:sldId id="346" r:id="rId7"/>
    <p:sldId id="350" r:id="rId8"/>
    <p:sldId id="347" r:id="rId9"/>
    <p:sldId id="351" r:id="rId10"/>
    <p:sldId id="348" r:id="rId11"/>
    <p:sldId id="282" r:id="rId12"/>
    <p:sldId id="333" r:id="rId13"/>
    <p:sldId id="257" r:id="rId14"/>
    <p:sldId id="258" r:id="rId15"/>
    <p:sldId id="259" r:id="rId16"/>
    <p:sldId id="260" r:id="rId17"/>
    <p:sldId id="267" r:id="rId18"/>
    <p:sldId id="268" r:id="rId19"/>
    <p:sldId id="355" r:id="rId20"/>
    <p:sldId id="356" r:id="rId21"/>
    <p:sldId id="273" r:id="rId22"/>
    <p:sldId id="274" r:id="rId23"/>
    <p:sldId id="275" r:id="rId24"/>
    <p:sldId id="276" r:id="rId25"/>
    <p:sldId id="279" r:id="rId26"/>
    <p:sldId id="280" r:id="rId27"/>
    <p:sldId id="340" r:id="rId28"/>
    <p:sldId id="341" r:id="rId29"/>
    <p:sldId id="385" r:id="rId30"/>
    <p:sldId id="365" r:id="rId31"/>
    <p:sldId id="366" r:id="rId32"/>
    <p:sldId id="423" r:id="rId33"/>
    <p:sldId id="384" r:id="rId34"/>
    <p:sldId id="283" r:id="rId35"/>
    <p:sldId id="286" r:id="rId36"/>
    <p:sldId id="428" r:id="rId37"/>
    <p:sldId id="288" r:id="rId38"/>
    <p:sldId id="289" r:id="rId39"/>
    <p:sldId id="290" r:id="rId40"/>
    <p:sldId id="424" r:id="rId41"/>
    <p:sldId id="302" r:id="rId42"/>
    <p:sldId id="303" r:id="rId43"/>
    <p:sldId id="426" r:id="rId44"/>
    <p:sldId id="427" r:id="rId45"/>
    <p:sldId id="281" r:id="rId46"/>
  </p:sldIdLst>
  <p:sldSz cx="2328863" cy="5572125"/>
  <p:notesSz cx="6858000" cy="9144000"/>
  <p:embeddedFontLst>
    <p:embeddedFont>
      <p:font typeface="Cambria Math" panose="02040503050406030204" pitchFamily="18" charset="0"/>
      <p:regular r:id="rId48"/>
    </p:embeddedFont>
    <p:embeddedFont>
      <p:font typeface="Century Gothic" panose="020B0502020202020204" pitchFamily="34" charset="0"/>
      <p:regular r:id="rId49"/>
      <p:bold r:id="rId50"/>
      <p:italic r:id="rId51"/>
      <p:boldItalic r:id="rId52"/>
    </p:embeddedFont>
    <p:embeddedFont>
      <p:font typeface="Helvetica Neue" panose="02000503000000020004" pitchFamily="2" charset="0"/>
      <p:regular r:id="rId53"/>
      <p:bold r:id="rId54"/>
      <p:italic r:id="rId55"/>
      <p:boldItalic r:id="rId5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818"/>
    <p:restoredTop sz="94607"/>
  </p:normalViewPr>
  <p:slideViewPr>
    <p:cSldViewPr snapToGrid="0" showGuides="1">
      <p:cViewPr varScale="1">
        <p:scale>
          <a:sx n="182" d="100"/>
          <a:sy n="182" d="100"/>
        </p:scale>
        <p:origin x="1088"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font" Target="fonts/font3.fntdata"/><Relationship Id="rId55" Type="http://schemas.openxmlformats.org/officeDocument/2006/relationships/font" Target="fonts/font8.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6.fntdata"/><Relationship Id="rId17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1.fntdata"/><Relationship Id="rId56"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font" Target="fonts/font4.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7.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5.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21035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5.xml"/><Relationship Id="rId3" Type="http://schemas.openxmlformats.org/officeDocument/2006/relationships/slide" Target="slide3.xml"/><Relationship Id="rId7" Type="http://schemas.openxmlformats.org/officeDocument/2006/relationships/hyperlink" Target="https://flyingdeuk.github.io/posts/B737-kneeboard/" TargetMode="External"/><Relationship Id="rId12" Type="http://schemas.openxmlformats.org/officeDocument/2006/relationships/slide" Target="slide33.xml"/><Relationship Id="rId2" Type="http://schemas.openxmlformats.org/officeDocument/2006/relationships/notesSlide" Target="../notesSlides/notesSlide1.xml"/><Relationship Id="rId16" Type="http://schemas.openxmlformats.org/officeDocument/2006/relationships/slide" Target="slide43.xml"/><Relationship Id="rId1" Type="http://schemas.openxmlformats.org/officeDocument/2006/relationships/slideLayout" Target="../slideLayouts/slideLayout1.xml"/><Relationship Id="rId6" Type="http://schemas.openxmlformats.org/officeDocument/2006/relationships/slide" Target="slide10.xml"/><Relationship Id="rId11" Type="http://schemas.openxmlformats.org/officeDocument/2006/relationships/slide" Target="slide30.xml"/><Relationship Id="rId5" Type="http://schemas.openxmlformats.org/officeDocument/2006/relationships/slide" Target="slide8.xml"/><Relationship Id="rId15" Type="http://schemas.openxmlformats.org/officeDocument/2006/relationships/slide" Target="slide39.xml"/><Relationship Id="rId10" Type="http://schemas.openxmlformats.org/officeDocument/2006/relationships/slide" Target="slide29.xml"/><Relationship Id="rId4" Type="http://schemas.openxmlformats.org/officeDocument/2006/relationships/slide" Target="slide6.xml"/><Relationship Id="rId9" Type="http://schemas.openxmlformats.org/officeDocument/2006/relationships/slide" Target="slide2.xml"/><Relationship Id="rId14" Type="http://schemas.openxmlformats.org/officeDocument/2006/relationships/slide" Target="slide3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slide" Target="slide26.xml"/><Relationship Id="rId3" Type="http://schemas.openxmlformats.org/officeDocument/2006/relationships/slide" Target="slide21.xml"/><Relationship Id="rId7" Type="http://schemas.openxmlformats.org/officeDocument/2006/relationships/slide" Target="slide25.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slide" Target="slide24.xml"/><Relationship Id="rId5" Type="http://schemas.openxmlformats.org/officeDocument/2006/relationships/slide" Target="slide23.xml"/><Relationship Id="rId10" Type="http://schemas.openxmlformats.org/officeDocument/2006/relationships/slide" Target="slide28.xml"/><Relationship Id="rId4" Type="http://schemas.openxmlformats.org/officeDocument/2006/relationships/slide" Target="slide22.xml"/><Relationship Id="rId9" Type="http://schemas.openxmlformats.org/officeDocument/2006/relationships/slide" Target="slide27.xml"/></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slide" Target="slide42.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4.jpg"/><Relationship Id="rId7"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41.xml"/><Relationship Id="rId9" Type="http://schemas.openxmlformats.org/officeDocument/2006/relationships/slide" Target="slide4.xml"/></Relationships>
</file>

<file path=ppt/slides/_rels/slide16.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7.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41.xml"/><Relationship Id="rId5" Type="http://schemas.openxmlformats.org/officeDocument/2006/relationships/image" Target="../media/image8.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9.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41.xml"/><Relationship Id="rId7" Type="http://schemas.openxmlformats.org/officeDocument/2006/relationships/slide" Target="slide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4.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10.png"/><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1.jpe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slide" Target="slide3.xml"/><Relationship Id="rId4" Type="http://schemas.openxmlformats.org/officeDocument/2006/relationships/slide" Target="slide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 Target="slide35.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5.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4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794300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795372106"/>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2"/>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2"/>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2"/>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chemeClr val="bg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2"/>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2"/>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2"/>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QRH</a:t>
                      </a:r>
                      <a:endParaRPr sz="1400" b="1" u="none" strike="noStrike" cap="none" dirty="0">
                        <a:solidFill>
                          <a:schemeClr val="bg2"/>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endParaRPr sz="12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a:t>
            </a:r>
            <a:r>
              <a:rPr lang="en-US" sz="1000" b="1">
                <a:solidFill>
                  <a:srgbClr val="0070C0"/>
                </a:solidFill>
                <a:latin typeface="Calibri"/>
                <a:ea typeface="Calibri"/>
                <a:cs typeface="Calibri"/>
                <a:sym typeface="Calibri"/>
              </a:rPr>
              <a:t>25.2.9</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3431025797"/>
              </p:ext>
            </p:extLst>
          </p:nvPr>
        </p:nvGraphicFramePr>
        <p:xfrm>
          <a:off x="3659" y="55636"/>
          <a:ext cx="2306998" cy="1770040"/>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8026, 8027 </a:t>
                      </a:r>
                    </a:p>
                    <a:p>
                      <a:pPr marL="0" marR="0" lvl="0" indent="0" algn="ctr" rtl="0">
                        <a:spcBef>
                          <a:spcPts val="0"/>
                        </a:spcBef>
                        <a:spcAft>
                          <a:spcPts val="0"/>
                        </a:spcAft>
                        <a:buNone/>
                      </a:pPr>
                      <a:r>
                        <a:rPr lang="en-US" sz="700" b="1" dirty="0">
                          <a:solidFill>
                            <a:srgbClr val="00B050"/>
                          </a:solidFill>
                        </a:rPr>
                        <a:t>PAX AUTO</a:t>
                      </a:r>
                      <a:endParaRPr sz="700" b="1" dirty="0">
                        <a:solidFill>
                          <a:srgbClr val="00B050"/>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94349698"/>
              </p:ext>
            </p:extLst>
          </p:nvPr>
        </p:nvGraphicFramePr>
        <p:xfrm>
          <a:off x="10990" y="3109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Tree>
    <p:extLst>
      <p:ext uri="{BB962C8B-B14F-4D97-AF65-F5344CB8AC3E}">
        <p14:creationId xmlns:p14="http://schemas.microsoft.com/office/powerpoint/2010/main" val="2209153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58836964"/>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8633629"/>
              </p:ext>
            </p:extLst>
          </p:nvPr>
        </p:nvGraphicFramePr>
        <p:xfrm>
          <a:off x="104230" y="114852"/>
          <a:ext cx="2115458" cy="4114077"/>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0849911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4241014981"/>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905201653"/>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886248390"/>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2487107848"/>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3251774391"/>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446130722"/>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172060770"/>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532354565"/>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667764376"/>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726047760"/>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55500596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2884137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481624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452625623"/>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1807FED8-19DC-287C-67F1-5201945FE40B}"/>
              </a:ext>
            </a:extLst>
          </p:cNvPr>
          <p:cNvGraphicFramePr/>
          <p:nvPr>
            <p:extLst>
              <p:ext uri="{D42A27DB-BD31-4B8C-83A1-F6EECF244321}">
                <p14:modId xmlns:p14="http://schemas.microsoft.com/office/powerpoint/2010/main" val="2047632114"/>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45601082"/>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262146153"/>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1192011018"/>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07866061"/>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653185980"/>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503259219"/>
              </p:ext>
            </p:extLst>
          </p:nvPr>
        </p:nvGraphicFramePr>
        <p:xfrm>
          <a:off x="1596" y="3347934"/>
          <a:ext cx="2313550" cy="218041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34R</a:t>
                      </a:r>
                      <a:r>
                        <a:rPr lang="en-US" altLang="ko-Kore-KR" sz="800" b="1" dirty="0">
                          <a:solidFill>
                            <a:srgbClr val="C00000"/>
                          </a:solidFill>
                        </a:rPr>
                        <a:t>(DIS)</a:t>
                      </a:r>
                      <a:r>
                        <a:rPr lang="en-US" altLang="ko-Kore-KR" sz="800" b="1" dirty="0">
                          <a:solidFill>
                            <a:schemeClr val="dk1"/>
                          </a:solidFill>
                        </a:rPr>
                        <a:t>:C10(5780),C11(7270)</a:t>
                      </a: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16L</a:t>
                      </a:r>
                      <a:r>
                        <a:rPr lang="en-US" altLang="ko-Kore-KR" sz="800" b="1" dirty="0">
                          <a:solidFill>
                            <a:srgbClr val="C00000"/>
                          </a:solidFill>
                        </a:rPr>
                        <a:t>(DIS)</a:t>
                      </a:r>
                      <a:r>
                        <a:rPr lang="en-US" altLang="ko-Kore-KR" sz="8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269725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739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309;p20">
            <a:extLst>
              <a:ext uri="{FF2B5EF4-FFF2-40B4-BE49-F238E27FC236}">
                <a16:creationId xmlns:a16="http://schemas.microsoft.com/office/drawing/2014/main" id="{7AF94529-0EDC-6D66-BE0C-1745672CD0D3}"/>
              </a:ext>
            </a:extLst>
          </p:cNvPr>
          <p:cNvGraphicFramePr/>
          <p:nvPr>
            <p:extLst>
              <p:ext uri="{D42A27DB-BD31-4B8C-83A1-F6EECF244321}">
                <p14:modId xmlns:p14="http://schemas.microsoft.com/office/powerpoint/2010/main" val="3820361943"/>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65810851"/>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1667303521"/>
              </p:ext>
            </p:extLst>
          </p:nvPr>
        </p:nvGraphicFramePr>
        <p:xfrm>
          <a:off x="-5861" y="3900677"/>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568445011"/>
              </p:ext>
            </p:extLst>
          </p:nvPr>
        </p:nvGraphicFramePr>
        <p:xfrm>
          <a:off x="4410" y="3806539"/>
          <a:ext cx="2305886" cy="1727086"/>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C00000"/>
                          </a:solidFill>
                        </a:rPr>
                        <a:t>DGC VOR out of 6NM A/P</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4122135990"/>
              </p:ext>
            </p:extLst>
          </p:nvPr>
        </p:nvGraphicFramePr>
        <p:xfrm>
          <a:off x="0" y="635155"/>
          <a:ext cx="2332925" cy="205926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53750">
                  <a:extLst>
                    <a:ext uri="{9D8B030D-6E8A-4147-A177-3AD203B41FA5}">
                      <a16:colId xmlns:a16="http://schemas.microsoft.com/office/drawing/2014/main" val="20004"/>
                    </a:ext>
                  </a:extLst>
                </a:gridCol>
                <a:gridCol w="134925">
                  <a:extLst>
                    <a:ext uri="{9D8B030D-6E8A-4147-A177-3AD203B41FA5}">
                      <a16:colId xmlns:a16="http://schemas.microsoft.com/office/drawing/2014/main" val="4082583789"/>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SPD230/x</a:t>
                      </a:r>
                      <a:endParaRPr sz="800" b="1"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28955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71633992"/>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673229">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6">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852738277"/>
              </p:ext>
            </p:extLst>
          </p:nvPr>
        </p:nvGraphicFramePr>
        <p:xfrm>
          <a:off x="11589" y="393293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1823599447"/>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438 LBS/</a:t>
                      </a:r>
                      <a:r>
                        <a:rPr lang="en-US" sz="800" b="0" dirty="0" err="1">
                          <a:solidFill>
                            <a:srgbClr val="0070C0"/>
                          </a:solidFill>
                          <a:latin typeface="Arial" panose="020B0604020202020204" pitchFamily="34" charset="0"/>
                          <a:cs typeface="Arial" panose="020B0604020202020204" pitchFamily="34" charset="0"/>
                        </a:rPr>
                        <a:t>hr</a:t>
                      </a:r>
                      <a:r>
                        <a:rPr lang="en-US" sz="800" b="0" dirty="0">
                          <a:solidFill>
                            <a:srgbClr val="0070C0"/>
                          </a:solidFill>
                          <a:latin typeface="Arial" panose="020B0604020202020204" pitchFamily="34" charset="0"/>
                          <a:cs typeface="Arial" panose="020B0604020202020204" pitchFamily="34" charset="0"/>
                        </a:rPr>
                        <a:t> (BLOCK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0" dirty="0">
                          <a:solidFill>
                            <a:srgbClr val="0070C0"/>
                          </a:solidFill>
                          <a:latin typeface="Arial" panose="020B0604020202020204" pitchFamily="34" charset="0"/>
                          <a:cs typeface="Arial" panose="020B0604020202020204" pitchFamily="34" charset="0"/>
                        </a:rPr>
                        <a:t>286</a:t>
                      </a:r>
                      <a:r>
                        <a:rPr lang="ko-KR" altLang="en-US" sz="800" b="0" dirty="0">
                          <a:solidFill>
                            <a:srgbClr val="0070C0"/>
                          </a:solidFill>
                          <a:latin typeface="Arial" panose="020B0604020202020204" pitchFamily="34" charset="0"/>
                          <a:cs typeface="Arial" panose="020B0604020202020204" pitchFamily="34" charset="0"/>
                        </a:rPr>
                        <a:t> </a:t>
                      </a:r>
                      <a:r>
                        <a:rPr lang="en-US" sz="800" b="0" dirty="0">
                          <a:solidFill>
                            <a:srgbClr val="0070C0"/>
                          </a:solidFill>
                          <a:latin typeface="Arial" panose="020B0604020202020204" pitchFamily="34" charset="0"/>
                          <a:cs typeface="Arial" panose="020B0604020202020204" pitchFamily="34" charset="0"/>
                        </a:rPr>
                        <a:t>LBS/</a:t>
                      </a:r>
                      <a:r>
                        <a:rPr lang="en-US" sz="800" b="0" dirty="0" err="1">
                          <a:solidFill>
                            <a:srgbClr val="0070C0"/>
                          </a:solidFill>
                          <a:latin typeface="Arial" panose="020B0604020202020204" pitchFamily="34" charset="0"/>
                          <a:cs typeface="Arial" panose="020B0604020202020204" pitchFamily="34" charset="0"/>
                        </a:rPr>
                        <a:t>hr</a:t>
                      </a:r>
                      <a:endParaRPr lang="en-US" sz="800" b="0" dirty="0">
                        <a:solidFill>
                          <a:srgbClr val="0070C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a:t>
                      </a:r>
                      <a:r>
                        <a:rPr lang="en-US" altLang="ko-Kore-KR" sz="800" b="0" i="0" u="none" strike="noStrike" cap="none" dirty="0" err="1">
                          <a:solidFill>
                            <a:srgbClr val="0070C0"/>
                          </a:solidFill>
                          <a:latin typeface="Arial" panose="020B0604020202020204" pitchFamily="34" charset="0"/>
                          <a:ea typeface="Calibri"/>
                          <a:cs typeface="Arial" panose="020B0604020202020204" pitchFamily="34" charset="0"/>
                          <a:sym typeface="Arial"/>
                        </a:rPr>
                        <a:t>hr</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55 LBS/</a:t>
                      </a:r>
                      <a:r>
                        <a:rPr lang="en-US" altLang="ko-KR" sz="800" b="0" i="0" u="none" strike="noStrike" cap="none" dirty="0" err="1">
                          <a:solidFill>
                            <a:srgbClr val="0070C0"/>
                          </a:solidFill>
                          <a:latin typeface="Arial" panose="020B0604020202020204" pitchFamily="34" charset="0"/>
                          <a:ea typeface="Calibri"/>
                          <a:cs typeface="Arial" panose="020B0604020202020204" pitchFamily="34" charset="0"/>
                          <a:sym typeface="Arial"/>
                        </a:rPr>
                        <a:t>hr</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1000ft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200LBS (Actual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App + L/D)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729410845"/>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rgbClr val="0070C0"/>
                          </a:solidFill>
                          <a:latin typeface="Calibri" panose="020F0502020204030204" pitchFamily="34" charset="0"/>
                          <a:ea typeface="+mn-ea"/>
                          <a:cs typeface="Calibri" panose="020F0502020204030204" pitchFamily="34" charset="0"/>
                        </a:rPr>
                        <a:t>Tail</a:t>
                      </a:r>
                      <a:r>
                        <a:rPr lang="ko-KR" altLang="en-US" sz="900" b="1" dirty="0">
                          <a:solidFill>
                            <a:srgbClr val="0070C0"/>
                          </a:solidFill>
                          <a:latin typeface="Calibri" panose="020F0502020204030204" pitchFamily="34" charset="0"/>
                          <a:ea typeface="+mn-ea"/>
                          <a:cs typeface="Calibri" panose="020F0502020204030204" pitchFamily="34" charset="0"/>
                        </a:rPr>
                        <a:t> </a:t>
                      </a:r>
                      <a:r>
                        <a:rPr lang="en-US" altLang="ko-KR" sz="900" b="1" dirty="0">
                          <a:solidFill>
                            <a:srgbClr val="0070C0"/>
                          </a:solidFill>
                          <a:latin typeface="Calibri" panose="020F0502020204030204" pitchFamily="34" charset="0"/>
                          <a:ea typeface="+mn-ea"/>
                          <a:cs typeface="Calibri" panose="020F0502020204030204" pitchFamily="34" charset="0"/>
                        </a:rPr>
                        <a:t>Tank</a:t>
                      </a:r>
                      <a:r>
                        <a:rPr lang="ko-KR" altLang="en-US" sz="900" b="1" dirty="0">
                          <a:solidFill>
                            <a:srgbClr val="0070C0"/>
                          </a:solidFill>
                          <a:latin typeface="Calibri" panose="020F0502020204030204" pitchFamily="34" charset="0"/>
                          <a:ea typeface="+mn-ea"/>
                          <a:cs typeface="Calibri" panose="020F0502020204030204" pitchFamily="34" charset="0"/>
                        </a:rPr>
                        <a:t> </a:t>
                      </a:r>
                      <a:r>
                        <a:rPr lang="en-US" altLang="ko-KR" sz="900" b="1" dirty="0">
                          <a:solidFill>
                            <a:srgbClr val="0070C0"/>
                          </a:solidFill>
                          <a:latin typeface="Calibri" panose="020F0502020204030204" pitchFamily="34" charset="0"/>
                          <a:ea typeface="+mn-ea"/>
                          <a:cs typeface="Calibri" panose="020F0502020204030204" pitchFamily="34" charset="0"/>
                        </a:rPr>
                        <a:t>:</a:t>
                      </a:r>
                      <a:r>
                        <a:rPr lang="ko-KR" altLang="en-US" sz="900" b="1" dirty="0">
                          <a:solidFill>
                            <a:srgbClr val="0070C0"/>
                          </a:solidFill>
                          <a:latin typeface="Calibri" panose="020F0502020204030204" pitchFamily="34" charset="0"/>
                          <a:ea typeface="+mn-ea"/>
                          <a:cs typeface="Calibri" panose="020F0502020204030204" pitchFamily="34" charset="0"/>
                        </a:rPr>
                        <a:t> </a:t>
                      </a:r>
                      <a:endParaRPr lang="en-US" altLang="ko-KR" sz="900" b="1"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rgbClr val="0070C0"/>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42941435"/>
              </p:ext>
            </p:extLst>
          </p:nvPr>
        </p:nvGraphicFramePr>
        <p:xfrm>
          <a:off x="0" y="2006053"/>
          <a:ext cx="2328875" cy="17889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6832">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p>
                  </a:txBody>
                  <a:tcPr marL="36000" marR="36000" marT="36000" marB="36000"/>
                </a:tc>
                <a:extLst>
                  <a:ext uri="{0D108BD9-81ED-4DB2-BD59-A6C34878D82A}">
                    <a16:rowId xmlns:a16="http://schemas.microsoft.com/office/drawing/2014/main" val="10000"/>
                  </a:ext>
                </a:extLst>
              </a:tr>
              <a:tr h="20207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52556">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39193">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절차 </a:t>
                      </a:r>
                      <a:r>
                        <a:rPr kumimoji="0" lang="en-US" altLang="ko-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POM, FCOM</a:t>
                      </a:r>
                      <a:r>
                        <a:rPr kumimoji="0" lang="ko-KR" altLang="en-US"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에</a:t>
                      </a: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없음</a:t>
                      </a:r>
                      <a:endParaRPr kumimoji="0" lang="en-US" altLang="ko-Kore-KR" sz="1050" b="1" i="0" u="none" strike="noStrike" kern="0" cap="none" spc="0" normalizeH="0" baseline="0" noProof="0" dirty="0">
                        <a:ln>
                          <a:noFill/>
                        </a:ln>
                        <a:solidFill>
                          <a:srgbClr val="00B05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1837196046"/>
              </p:ext>
            </p:extLst>
          </p:nvPr>
        </p:nvGraphicFramePr>
        <p:xfrm>
          <a:off x="-12" y="9492"/>
          <a:ext cx="2328875" cy="188167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a:t>
                      </a: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16059036"/>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2345691541"/>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a:t>
                      </a:r>
                      <a:endParaRPr lang="en-US" sz="700"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rgbClr val="FFC000"/>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452341" y="633587"/>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1510358427"/>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 / WINDOW ARCING COCKPIT WINDSHIELD / WINDOW CRACKED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324614587"/>
              </p:ext>
            </p:extLst>
          </p:nvPr>
        </p:nvGraphicFramePr>
        <p:xfrm>
          <a:off x="14880" y="2724"/>
          <a:ext cx="2355480" cy="4400076"/>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404424">
                  <a:extLst>
                    <a:ext uri="{9D8B030D-6E8A-4147-A177-3AD203B41FA5}">
                      <a16:colId xmlns:a16="http://schemas.microsoft.com/office/drawing/2014/main" val="938599779"/>
                    </a:ext>
                  </a:extLst>
                </a:gridCol>
                <a:gridCol w="1612356">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 RESET</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CKPT CTL 3</a:t>
                      </a:r>
                      <a:r>
                        <a:rPr kumimoji="0" lang="ko-Kore-KR" altLang="en-US"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 RESET BTN 1</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 </a:t>
                      </a: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GND/FLT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RESET</a:t>
                      </a:r>
                    </a:p>
                  </a:txBody>
                  <a:tcPr marL="0" marR="0" marT="0" marB="0" anchor="ctr"/>
                </a:tc>
                <a:extLst>
                  <a:ext uri="{0D108BD9-81ED-4DB2-BD59-A6C34878D82A}">
                    <a16:rowId xmlns:a16="http://schemas.microsoft.com/office/drawing/2014/main" val="3356059798"/>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A/THR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FMGEC &amp;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BRK Malfunction</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21730747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PAX SATCOM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1418183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RESET</a:t>
                      </a:r>
                    </a:p>
                  </a:txBody>
                  <a:tcPr marL="0" marR="0" marT="0" marB="0" anchor="ctr"/>
                </a:tc>
                <a:extLst>
                  <a:ext uri="{0D108BD9-81ED-4DB2-BD59-A6C34878D82A}">
                    <a16:rowId xmlns:a16="http://schemas.microsoft.com/office/drawing/2014/main" val="183736626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196041126"/>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RDSET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RESET</a:t>
                      </a:r>
                    </a:p>
                  </a:txBody>
                  <a:tcPr marL="0" marR="0" marT="0" marB="0" anchor="ctr"/>
                </a:tc>
                <a:extLst>
                  <a:ext uri="{0D108BD9-81ED-4DB2-BD59-A6C34878D82A}">
                    <a16:rowId xmlns:a16="http://schemas.microsoft.com/office/drawing/2014/main" val="4206145211"/>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GPCU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Only</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BCL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STD RESET</a:t>
                      </a:r>
                    </a:p>
                  </a:txBody>
                  <a:tcPr marL="0" marR="0" marT="0" marB="0" anchor="ctr"/>
                </a:tc>
                <a:extLst>
                  <a:ext uri="{0D108BD9-81ED-4DB2-BD59-A6C34878D82A}">
                    <a16:rowId xmlns:a16="http://schemas.microsoft.com/office/drawing/2014/main" val="2263828735"/>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53564</TotalTime>
  <Words>7935</Words>
  <Application>Microsoft Macintosh PowerPoint</Application>
  <PresentationFormat>사용자 지정</PresentationFormat>
  <Paragraphs>1942</Paragraphs>
  <Slides>45</Slides>
  <Notes>44</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45</vt:i4>
      </vt:variant>
    </vt:vector>
  </HeadingPairs>
  <TitlesOfParts>
    <vt:vector size="53" baseType="lpstr">
      <vt:lpstr>Arial</vt:lpstr>
      <vt:lpstr>Century Gothic</vt:lpstr>
      <vt:lpstr>Calibri</vt:lpstr>
      <vt:lpstr>Cambria Math</vt:lpstr>
      <vt:lpstr>Britannic Bold</vt:lpstr>
      <vt:lpstr>Helvetica Neue</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408</cp:revision>
  <dcterms:created xsi:type="dcterms:W3CDTF">2022-05-17T08:00:10Z</dcterms:created>
  <dcterms:modified xsi:type="dcterms:W3CDTF">2025-02-09T07:55:36Z</dcterms:modified>
</cp:coreProperties>
</file>