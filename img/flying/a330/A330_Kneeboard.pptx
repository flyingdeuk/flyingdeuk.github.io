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2"/>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9" r:id="rId26"/>
    <p:sldId id="280" r:id="rId27"/>
    <p:sldId id="385" r:id="rId28"/>
    <p:sldId id="365" r:id="rId29"/>
    <p:sldId id="366" r:id="rId30"/>
    <p:sldId id="423" r:id="rId31"/>
    <p:sldId id="384" r:id="rId32"/>
    <p:sldId id="283" r:id="rId33"/>
    <p:sldId id="286" r:id="rId34"/>
    <p:sldId id="288" r:id="rId35"/>
    <p:sldId id="289" r:id="rId36"/>
    <p:sldId id="290" r:id="rId37"/>
    <p:sldId id="424" r:id="rId38"/>
    <p:sldId id="302" r:id="rId39"/>
    <p:sldId id="303" r:id="rId40"/>
    <p:sldId id="281" r:id="rId41"/>
  </p:sldIdLst>
  <p:sldSz cx="2328863" cy="5572125"/>
  <p:notesSz cx="6858000" cy="9144000"/>
  <p:embeddedFontLst>
    <p:embeddedFont>
      <p:font typeface="Cambria Math" panose="02040503050406030204" pitchFamily="18" charset="0"/>
      <p:regular r:id="rId43"/>
    </p:embeddedFont>
    <p:embeddedFont>
      <p:font typeface="Century Gothic" panose="020B0502020202020204" pitchFamily="34" charset="0"/>
      <p:regular r:id="rId44"/>
      <p:bold r:id="rId45"/>
      <p:italic r:id="rId46"/>
      <p:boldItalic r:id="rId47"/>
    </p:embeddedFont>
    <p:embeddedFont>
      <p:font typeface="Helvetica Neue" panose="02000503000000020004" pitchFamily="2" charset="0"/>
      <p:regular r:id="rId48"/>
      <p:bold r:id="rId49"/>
      <p:italic r:id="rId50"/>
      <p:boldItalic r:id="rId5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567"/>
    <p:restoredTop sz="94607"/>
  </p:normalViewPr>
  <p:slideViewPr>
    <p:cSldViewPr snapToGrid="0" showGuides="1">
      <p:cViewPr varScale="1">
        <p:scale>
          <a:sx n="182" d="100"/>
          <a:sy n="182" d="100"/>
        </p:scale>
        <p:origin x="1104"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5.fntdata"/><Relationship Id="rId50" Type="http://schemas.openxmlformats.org/officeDocument/2006/relationships/font" Target="fonts/font8.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178"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font" Target="fonts/font6.fntdata"/><Relationship Id="rId8" Type="http://schemas.openxmlformats.org/officeDocument/2006/relationships/slide" Target="slides/slide7.xml"/><Relationship Id="rId51" Type="http://schemas.openxmlformats.org/officeDocument/2006/relationships/font" Target="fonts/font9.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4.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31.xml"/><Relationship Id="rId5" Type="http://schemas.openxmlformats.org/officeDocument/2006/relationships/slide" Target="slide8.xml"/><Relationship Id="rId10" Type="http://schemas.openxmlformats.org/officeDocument/2006/relationships/slide" Target="slide28.xml"/><Relationship Id="rId4" Type="http://schemas.openxmlformats.org/officeDocument/2006/relationships/slide" Target="slide6.xml"/><Relationship Id="rId9" Type="http://schemas.openxmlformats.org/officeDocument/2006/relationships/slide" Target="slide27.xml"/><Relationship Id="rId14" Type="http://schemas.openxmlformats.org/officeDocument/2006/relationships/slide" Target="slide3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6.xml"/><Relationship Id="rId13" Type="http://schemas.openxmlformats.org/officeDocument/2006/relationships/slide" Target="slide33.xml"/><Relationship Id="rId18" Type="http://schemas.openxmlformats.org/officeDocument/2006/relationships/slide" Target="slide38.xml"/><Relationship Id="rId3" Type="http://schemas.openxmlformats.org/officeDocument/2006/relationships/slide" Target="slide21.xml"/><Relationship Id="rId7" Type="http://schemas.openxmlformats.org/officeDocument/2006/relationships/slide" Target="slide25.xml"/><Relationship Id="rId12" Type="http://schemas.openxmlformats.org/officeDocument/2006/relationships/slide" Target="slide32.xml"/><Relationship Id="rId17" Type="http://schemas.openxmlformats.org/officeDocument/2006/relationships/slide" Target="slide37.xml"/><Relationship Id="rId2" Type="http://schemas.openxmlformats.org/officeDocument/2006/relationships/notesSlide" Target="../notesSlides/notesSlide6.xml"/><Relationship Id="rId16" Type="http://schemas.openxmlformats.org/officeDocument/2006/relationships/slide" Target="slide36.xml"/><Relationship Id="rId1" Type="http://schemas.openxmlformats.org/officeDocument/2006/relationships/slideLayout" Target="../slideLayouts/slideLayout1.xml"/><Relationship Id="rId6" Type="http://schemas.openxmlformats.org/officeDocument/2006/relationships/slide" Target="slide24.xml"/><Relationship Id="rId11" Type="http://schemas.openxmlformats.org/officeDocument/2006/relationships/slide" Target="slide31.xml"/><Relationship Id="rId5" Type="http://schemas.openxmlformats.org/officeDocument/2006/relationships/slide" Target="slide23.xml"/><Relationship Id="rId15" Type="http://schemas.openxmlformats.org/officeDocument/2006/relationships/slide" Target="slide35.xml"/><Relationship Id="rId10" Type="http://schemas.openxmlformats.org/officeDocument/2006/relationships/slide" Target="slide30.xml"/><Relationship Id="rId4" Type="http://schemas.openxmlformats.org/officeDocument/2006/relationships/slide" Target="slide22.xml"/><Relationship Id="rId9" Type="http://schemas.openxmlformats.org/officeDocument/2006/relationships/slide" Target="slide29.xml"/><Relationship Id="rId14" Type="http://schemas.openxmlformats.org/officeDocument/2006/relationships/slide" Target="slide34.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 Target="slide39.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4.jpg"/><Relationship Id="rId7"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38.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7.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38.xml"/><Relationship Id="rId5" Type="http://schemas.openxmlformats.org/officeDocument/2006/relationships/image" Target="../media/image8.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9.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38.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10.png"/><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slide" Target="slide33.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3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9278449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bg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bg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276498700"/>
              </p:ext>
            </p:extLst>
          </p:nvPr>
        </p:nvGraphicFramePr>
        <p:xfrm>
          <a:off x="185895" y="3288168"/>
          <a:ext cx="1969476" cy="197794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329658">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1">
                              <a:lumMod val="50000"/>
                              <a:lumOff val="50000"/>
                            </a:schemeClr>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329658">
                <a:tc gridSpan="2">
                  <a:txBody>
                    <a:bodyPr/>
                    <a:lstStyle/>
                    <a:p>
                      <a:pPr marL="0" marR="0" lvl="0" indent="0" algn="ctr" rtl="0">
                        <a:spcBef>
                          <a:spcPts val="0"/>
                        </a:spcBef>
                        <a:spcAft>
                          <a:spcPts val="0"/>
                        </a:spcAft>
                        <a:buNone/>
                      </a:pP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329658">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25.1.15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3431025797"/>
              </p:ext>
            </p:extLst>
          </p:nvPr>
        </p:nvGraphicFramePr>
        <p:xfrm>
          <a:off x="3659" y="55636"/>
          <a:ext cx="2306998" cy="1770040"/>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PAX AUTO</a:t>
                      </a:r>
                      <a:endParaRPr sz="700" b="1" dirty="0">
                        <a:solidFill>
                          <a:srgbClr val="00B050"/>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94349698"/>
              </p:ext>
            </p:extLst>
          </p:nvPr>
        </p:nvGraphicFramePr>
        <p:xfrm>
          <a:off x="10990" y="3109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45460809"/>
              </p:ext>
            </p:extLst>
          </p:nvPr>
        </p:nvGraphicFramePr>
        <p:xfrm>
          <a:off x="98101" y="132865"/>
          <a:ext cx="2132650" cy="19899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460602">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82340">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382340">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68347208"/>
              </p:ext>
            </p:extLst>
          </p:nvPr>
        </p:nvGraphicFramePr>
        <p:xfrm>
          <a:off x="98101" y="132867"/>
          <a:ext cx="2132650" cy="37081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39729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AOJ</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3843214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KIJ</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189476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97213989"/>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2992022177"/>
              </p:ext>
            </p:extLst>
          </p:nvPr>
        </p:nvGraphicFramePr>
        <p:xfrm>
          <a:off x="81023" y="3711435"/>
          <a:ext cx="2129742" cy="1566534"/>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180558">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73247">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73247">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73247">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73247">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73247">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73247">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r h="173247">
                <a:tc>
                  <a:txBody>
                    <a:bodyPr/>
                    <a:lstStyle/>
                    <a:p>
                      <a:pPr marL="0" marR="0" lvl="0" indent="0" algn="ctr" rtl="0">
                        <a:spcBef>
                          <a:spcPts val="0"/>
                        </a:spcBef>
                        <a:spcAft>
                          <a:spcPts val="0"/>
                        </a:spcAft>
                        <a:buNone/>
                      </a:pPr>
                      <a:r>
                        <a:rPr lang="en-US" altLang="ko-Kore-KR" sz="900" dirty="0">
                          <a:solidFill>
                            <a:srgbClr val="0070C0"/>
                          </a:solidFill>
                        </a:rPr>
                        <a:t>AOJ</a:t>
                      </a:r>
                      <a:endParaRP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아오모리</a:t>
                      </a:r>
                      <a:endParaRPr lang="ko-KR" altLang="en-US" sz="900" dirty="0"/>
                    </a:p>
                  </a:txBody>
                  <a:tcPr marL="0" marR="0" marT="0" marB="0" anchor="ctr"/>
                </a:tc>
                <a:extLst>
                  <a:ext uri="{0D108BD9-81ED-4DB2-BD59-A6C34878D82A}">
                    <a16:rowId xmlns:a16="http://schemas.microsoft.com/office/drawing/2014/main" val="3288258191"/>
                  </a:ext>
                </a:extLst>
              </a:tr>
              <a:tr h="173247">
                <a:tc>
                  <a:txBody>
                    <a:bodyPr/>
                    <a:lstStyle/>
                    <a:p>
                      <a:pPr marL="0" marR="0" lvl="0" indent="0" algn="ctr" rtl="0">
                        <a:spcBef>
                          <a:spcPts val="0"/>
                        </a:spcBef>
                        <a:spcAft>
                          <a:spcPts val="0"/>
                        </a:spcAft>
                        <a:buNone/>
                      </a:pPr>
                      <a:r>
                        <a:rPr lang="en-US" altLang="ko-Kore-KR" sz="900" dirty="0">
                          <a:solidFill>
                            <a:srgbClr val="0070C0"/>
                          </a:solidFill>
                        </a:rPr>
                        <a:t>KIJ</a:t>
                      </a:r>
                      <a:endParaRPr lang="en-US" altLang="ko-Kore-K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니가타</a:t>
                      </a:r>
                      <a:endParaRPr lang="ko-KR" altLang="en-US" sz="900" dirty="0"/>
                    </a:p>
                  </a:txBody>
                  <a:tcPr marL="0" marR="0" marT="0" marB="0" anchor="ctr"/>
                </a:tc>
                <a:extLst>
                  <a:ext uri="{0D108BD9-81ED-4DB2-BD59-A6C34878D82A}">
                    <a16:rowId xmlns:a16="http://schemas.microsoft.com/office/drawing/2014/main" val="3717996534"/>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469401366"/>
              </p:ext>
            </p:extLst>
          </p:nvPr>
        </p:nvGraphicFramePr>
        <p:xfrm>
          <a:off x="55371" y="3173"/>
          <a:ext cx="1874000" cy="5547360"/>
        </p:xfrm>
        <a:graphic>
          <a:graphicData uri="http://schemas.openxmlformats.org/drawingml/2006/table">
            <a:tbl>
              <a:tblPr firstRow="1" bandRow="1">
                <a:noFill/>
                <a:tableStyleId>{A521BE36-7E6F-4EC9-8D66-1CF97A6895EC}</a:tableStyleId>
              </a:tblPr>
              <a:tblGrid>
                <a:gridCol w="937000">
                  <a:extLst>
                    <a:ext uri="{9D8B030D-6E8A-4147-A177-3AD203B41FA5}">
                      <a16:colId xmlns:a16="http://schemas.microsoft.com/office/drawing/2014/main" val="20000"/>
                    </a:ext>
                  </a:extLst>
                </a:gridCol>
                <a:gridCol w="937000">
                  <a:extLst>
                    <a:ext uri="{9D8B030D-6E8A-4147-A177-3AD203B41FA5}">
                      <a16:colId xmlns:a16="http://schemas.microsoft.com/office/drawing/2014/main" val="2763461019"/>
                    </a:ext>
                  </a:extLst>
                </a:gridCol>
              </a:tblGrid>
              <a:tr h="176667">
                <a:tc gridSpan="2">
                  <a:txBody>
                    <a:bodyPr/>
                    <a:lstStyle/>
                    <a:p>
                      <a:pPr marL="0" marR="0" lvl="0" indent="0" algn="ctr" rtl="0">
                        <a:spcBef>
                          <a:spcPts val="0"/>
                        </a:spcBef>
                        <a:spcAft>
                          <a:spcPts val="0"/>
                        </a:spcAft>
                        <a:buNone/>
                      </a:pPr>
                      <a:r>
                        <a:rPr lang="en-US" sz="1200" b="1" u="none" strike="noStrike" cap="none" dirty="0">
                          <a:solidFill>
                            <a:schemeClr val="bg1"/>
                          </a:solidFill>
                          <a:latin typeface="Calibri"/>
                          <a:ea typeface="Calibri"/>
                          <a:cs typeface="Calibri"/>
                          <a:sym typeface="Calibri"/>
                        </a:rPr>
                        <a:t>China </a:t>
                      </a:r>
                      <a:endParaRPr sz="12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CJU</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3"/>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251775616"/>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NKG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4"/>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YNJ</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1600" b="0" u="none" strike="noStrike" cap="none" dirty="0">
                          <a:solidFill>
                            <a:srgbClr val="00B05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1600" b="0" u="none" strike="noStrike" cap="none" dirty="0">
                        <a:solidFill>
                          <a:srgbClr val="00B05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HGH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WHE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5271945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CSX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3312734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6937921"/>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CGO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655464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DYG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66972211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HFE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8836448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MFM</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24054371"/>
                  </a:ext>
                </a:extLst>
              </a:tr>
            </a:tbl>
          </a:graphicData>
        </a:graphic>
      </p:graphicFrame>
      <p:sp>
        <p:nvSpPr>
          <p:cNvPr id="4" name="직사각형 3">
            <a:hlinkClick r:id="" action="ppaction://hlinkshowjump?jump=firstslide"/>
            <a:extLst>
              <a:ext uri="{FF2B5EF4-FFF2-40B4-BE49-F238E27FC236}">
                <a16:creationId xmlns:a16="http://schemas.microsoft.com/office/drawing/2014/main" id="{1A5500FA-F79C-DB43-B11F-C2A523428F55}"/>
              </a:ext>
            </a:extLst>
          </p:cNvPr>
          <p:cNvSpPr/>
          <p:nvPr/>
        </p:nvSpPr>
        <p:spPr>
          <a:xfrm>
            <a:off x="1807162" y="2015807"/>
            <a:ext cx="644531" cy="1384995"/>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O</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M</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E</a:t>
            </a:r>
          </a:p>
          <a:p>
            <a:pPr algn="ct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4459259"/>
              </p:ext>
            </p:extLst>
          </p:nvPr>
        </p:nvGraphicFramePr>
        <p:xfrm>
          <a:off x="66044" y="2829146"/>
          <a:ext cx="1878761" cy="2736769"/>
        </p:xfrm>
        <a:graphic>
          <a:graphicData uri="http://schemas.openxmlformats.org/drawingml/2006/table">
            <a:tbl>
              <a:tblPr firstRow="1" bandRow="1">
                <a:noFill/>
                <a:tableStyleId>{A521BE36-7E6F-4EC9-8D66-1CF97A6895EC}</a:tableStyleId>
              </a:tblPr>
              <a:tblGrid>
                <a:gridCol w="472773">
                  <a:extLst>
                    <a:ext uri="{9D8B030D-6E8A-4147-A177-3AD203B41FA5}">
                      <a16:colId xmlns:a16="http://schemas.microsoft.com/office/drawing/2014/main" val="20002"/>
                    </a:ext>
                  </a:extLst>
                </a:gridCol>
                <a:gridCol w="1405988">
                  <a:extLst>
                    <a:ext uri="{9D8B030D-6E8A-4147-A177-3AD203B41FA5}">
                      <a16:colId xmlns:a16="http://schemas.microsoft.com/office/drawing/2014/main" val="20003"/>
                    </a:ext>
                  </a:extLst>
                </a:gridCol>
              </a:tblGrid>
              <a:tr h="130729">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0729">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0729">
                <a:tc>
                  <a:txBody>
                    <a:bodyPr/>
                    <a:lstStyle/>
                    <a:p>
                      <a:pPr marL="0" marR="0" lvl="0" indent="0" algn="ctr" rtl="0">
                        <a:spcBef>
                          <a:spcPts val="0"/>
                        </a:spcBef>
                        <a:spcAft>
                          <a:spcPts val="0"/>
                        </a:spcAft>
                        <a:buNone/>
                      </a:pPr>
                      <a:r>
                        <a:rPr lang="en-US" sz="900" dirty="0">
                          <a:solidFill>
                            <a:srgbClr val="00B050"/>
                          </a:solidFill>
                        </a:rPr>
                        <a:t>NKG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난징</a:t>
                      </a:r>
                      <a:r>
                        <a:rPr lang="en-US" altLang="ko-KR" sz="900" b="0" dirty="0">
                          <a:solidFill>
                            <a:srgbClr val="00B050"/>
                          </a:solidFill>
                        </a:rPr>
                        <a:t>/</a:t>
                      </a:r>
                      <a:r>
                        <a:rPr lang="ko-KR" altLang="en-US" sz="900" b="0" dirty="0" err="1">
                          <a:solidFill>
                            <a:srgbClr val="00B050"/>
                          </a:solidFill>
                        </a:rPr>
                        <a:t>루커우</a:t>
                      </a:r>
                      <a:endParaRPr sz="900" b="0" dirty="0">
                        <a:solidFill>
                          <a:srgbClr val="00B050"/>
                        </a:solidFill>
                      </a:endParaRPr>
                    </a:p>
                  </a:txBody>
                  <a:tcPr marL="0" marR="0" marT="0" marB="0"/>
                </a:tc>
                <a:extLst>
                  <a:ext uri="{0D108BD9-81ED-4DB2-BD59-A6C34878D82A}">
                    <a16:rowId xmlns:a16="http://schemas.microsoft.com/office/drawing/2014/main" val="10001"/>
                  </a:ext>
                </a:extLst>
              </a:tr>
              <a:tr h="130729">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0729">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0729">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0729">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0729">
                <a:tc>
                  <a:txBody>
                    <a:bodyPr/>
                    <a:lstStyle/>
                    <a:p>
                      <a:pPr marL="0" marR="0" lvl="0" indent="0" algn="ctr" rtl="0">
                        <a:spcBef>
                          <a:spcPts val="0"/>
                        </a:spcBef>
                        <a:spcAft>
                          <a:spcPts val="0"/>
                        </a:spcAft>
                        <a:buNone/>
                      </a:pPr>
                      <a:r>
                        <a:rPr lang="en-US" sz="900" dirty="0">
                          <a:solidFill>
                            <a:srgbClr val="00B050"/>
                          </a:solidFill>
                        </a:rPr>
                        <a:t>YNJ</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옌지</a:t>
                      </a:r>
                      <a:endParaRPr sz="900" b="0" dirty="0">
                        <a:solidFill>
                          <a:srgbClr val="00B050"/>
                        </a:solidFill>
                      </a:endParaRPr>
                    </a:p>
                  </a:txBody>
                  <a:tcPr marL="0" marR="0" marT="0" marB="0" anchor="ctr"/>
                </a:tc>
                <a:extLst>
                  <a:ext uri="{0D108BD9-81ED-4DB2-BD59-A6C34878D82A}">
                    <a16:rowId xmlns:a16="http://schemas.microsoft.com/office/drawing/2014/main" val="10006"/>
                  </a:ext>
                </a:extLst>
              </a:tr>
              <a:tr h="130729">
                <a:tc>
                  <a:txBody>
                    <a:bodyPr/>
                    <a:lstStyle/>
                    <a:p>
                      <a:pPr marL="0" marR="0" lvl="0" indent="0" algn="ctr" rtl="0">
                        <a:spcBef>
                          <a:spcPts val="0"/>
                        </a:spcBef>
                        <a:spcAft>
                          <a:spcPts val="0"/>
                        </a:spcAft>
                        <a:buNone/>
                      </a:pPr>
                      <a:r>
                        <a:rPr lang="en-US" sz="900" dirty="0">
                          <a:solidFill>
                            <a:srgbClr val="00B050"/>
                          </a:solidFill>
                        </a:rPr>
                        <a:t>HGH</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황저우</a:t>
                      </a:r>
                      <a:r>
                        <a:rPr lang="en-US" altLang="ko-KR" sz="900" b="0" dirty="0">
                          <a:solidFill>
                            <a:srgbClr val="00B050"/>
                          </a:solidFill>
                        </a:rPr>
                        <a:t>/</a:t>
                      </a:r>
                      <a:r>
                        <a:rPr lang="ko-KR" altLang="en-US" sz="900" b="0" dirty="0">
                          <a:solidFill>
                            <a:srgbClr val="00B050"/>
                          </a:solidFill>
                        </a:rPr>
                        <a:t>샤오산</a:t>
                      </a:r>
                      <a:endParaRPr sz="900" b="0" dirty="0">
                        <a:solidFill>
                          <a:srgbClr val="00B050"/>
                        </a:solidFill>
                      </a:endParaRPr>
                    </a:p>
                  </a:txBody>
                  <a:tcPr marL="0" marR="0" marT="0" marB="0" anchor="ctr"/>
                </a:tc>
                <a:extLst>
                  <a:ext uri="{0D108BD9-81ED-4DB2-BD59-A6C34878D82A}">
                    <a16:rowId xmlns:a16="http://schemas.microsoft.com/office/drawing/2014/main" val="10007"/>
                  </a:ext>
                </a:extLst>
              </a:tr>
              <a:tr h="130729">
                <a:tc>
                  <a:txBody>
                    <a:bodyPr/>
                    <a:lstStyle/>
                    <a:p>
                      <a:pPr marL="0" marR="0" lvl="0" indent="0" algn="ctr" rtl="0">
                        <a:spcBef>
                          <a:spcPts val="0"/>
                        </a:spcBef>
                        <a:spcAft>
                          <a:spcPts val="0"/>
                        </a:spcAft>
                        <a:buNone/>
                      </a:pPr>
                      <a:r>
                        <a:rPr lang="en-US" sz="900" dirty="0">
                          <a:solidFill>
                            <a:srgbClr val="00B050"/>
                          </a:solidFill>
                        </a:rPr>
                        <a:t>WHE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웨이하이</a:t>
                      </a:r>
                      <a:r>
                        <a:rPr lang="en-US" altLang="ko-KR" sz="900" b="0" dirty="0">
                          <a:solidFill>
                            <a:srgbClr val="00B050"/>
                          </a:solidFill>
                        </a:rPr>
                        <a:t>/</a:t>
                      </a:r>
                      <a:r>
                        <a:rPr lang="ko-KR" altLang="en-US" sz="900" b="0" dirty="0" err="1">
                          <a:solidFill>
                            <a:srgbClr val="00B050"/>
                          </a:solidFill>
                        </a:rPr>
                        <a:t>따쉐이푸오</a:t>
                      </a:r>
                      <a:endParaRPr sz="900" b="0" dirty="0">
                        <a:solidFill>
                          <a:srgbClr val="00B050"/>
                        </a:solidFill>
                      </a:endParaRPr>
                    </a:p>
                  </a:txBody>
                  <a:tcPr marL="0" marR="0" marT="0" marB="0" anchor="ctr"/>
                </a:tc>
                <a:extLst>
                  <a:ext uri="{0D108BD9-81ED-4DB2-BD59-A6C34878D82A}">
                    <a16:rowId xmlns:a16="http://schemas.microsoft.com/office/drawing/2014/main" val="1188143320"/>
                  </a:ext>
                </a:extLst>
              </a:tr>
              <a:tr h="130729">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ore-KR" altLang="en-US" sz="900" dirty="0">
                          <a:solidFill>
                            <a:srgbClr val="00B050"/>
                          </a:solidFill>
                        </a:rPr>
                        <a:t>시안</a:t>
                      </a:r>
                      <a:r>
                        <a:rPr lang="en-US" altLang="ko-Kore-KR" sz="900" dirty="0">
                          <a:solidFill>
                            <a:srgbClr val="00B050"/>
                          </a:solidFill>
                        </a:rPr>
                        <a:t>/</a:t>
                      </a:r>
                      <a:r>
                        <a:rPr lang="ko-KR" altLang="en-US" sz="900" dirty="0" err="1">
                          <a:solidFill>
                            <a:srgbClr val="00B050"/>
                          </a:solidFill>
                        </a:rPr>
                        <a:t>시엔양</a:t>
                      </a:r>
                      <a:endParaRPr sz="900" b="0" dirty="0">
                        <a:solidFill>
                          <a:srgbClr val="AA47F5"/>
                        </a:solidFill>
                      </a:endParaRPr>
                    </a:p>
                  </a:txBody>
                  <a:tcPr marL="0" marR="0" marT="0" marB="0" anchor="ctr"/>
                </a:tc>
                <a:extLst>
                  <a:ext uri="{0D108BD9-81ED-4DB2-BD59-A6C34878D82A}">
                    <a16:rowId xmlns:a16="http://schemas.microsoft.com/office/drawing/2014/main" val="3275921985"/>
                  </a:ext>
                </a:extLst>
              </a:tr>
              <a:tr h="130729">
                <a:tc>
                  <a:txBody>
                    <a:bodyPr/>
                    <a:lstStyle/>
                    <a:p>
                      <a:pPr marL="0" marR="0" lvl="0" indent="0" algn="ctr" rtl="0">
                        <a:spcBef>
                          <a:spcPts val="0"/>
                        </a:spcBef>
                        <a:spcAft>
                          <a:spcPts val="0"/>
                        </a:spcAft>
                        <a:buNone/>
                      </a:pPr>
                      <a:r>
                        <a:rPr lang="en-US" sz="900" dirty="0">
                          <a:solidFill>
                            <a:srgbClr val="00B050"/>
                          </a:solidFill>
                        </a:rPr>
                        <a:t>CSX</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R" altLang="en-US" sz="900" dirty="0">
                          <a:solidFill>
                            <a:srgbClr val="00B050"/>
                          </a:solidFill>
                        </a:rPr>
                        <a:t>창사</a:t>
                      </a:r>
                      <a:r>
                        <a:rPr lang="en-US" altLang="ko-Kore-KR" sz="900" dirty="0">
                          <a:solidFill>
                            <a:srgbClr val="00B050"/>
                          </a:solidFill>
                        </a:rPr>
                        <a:t>/</a:t>
                      </a:r>
                      <a:r>
                        <a:rPr lang="ko-KR" altLang="en-US" sz="900" dirty="0" err="1">
                          <a:solidFill>
                            <a:srgbClr val="00B050"/>
                          </a:solidFill>
                        </a:rPr>
                        <a:t>후앙후아</a:t>
                      </a:r>
                      <a:endParaRPr sz="900" b="0" dirty="0">
                        <a:solidFill>
                          <a:srgbClr val="AA47F5"/>
                        </a:solidFill>
                      </a:endParaRPr>
                    </a:p>
                  </a:txBody>
                  <a:tcPr marL="0" marR="0" marT="0" marB="0" anchor="ctr"/>
                </a:tc>
                <a:extLst>
                  <a:ext uri="{0D108BD9-81ED-4DB2-BD59-A6C34878D82A}">
                    <a16:rowId xmlns:a16="http://schemas.microsoft.com/office/drawing/2014/main" val="49140911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CGO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정저우</a:t>
                      </a:r>
                      <a:endParaRPr lang="en-US" altLang="ko-Kore-KR" sz="900" dirty="0">
                        <a:solidFill>
                          <a:srgbClr val="AA47F5"/>
                        </a:solidFill>
                      </a:endParaRPr>
                    </a:p>
                  </a:txBody>
                  <a:tcPr marL="0" marR="0" marT="0" marB="0" anchor="ctr"/>
                </a:tc>
                <a:extLst>
                  <a:ext uri="{0D108BD9-81ED-4DB2-BD59-A6C34878D82A}">
                    <a16:rowId xmlns:a16="http://schemas.microsoft.com/office/drawing/2014/main" val="245996186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DYG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장자제</a:t>
                      </a:r>
                      <a:r>
                        <a:rPr lang="en-US" altLang="ko-KR" sz="900" dirty="0">
                          <a:solidFill>
                            <a:srgbClr val="00B050"/>
                          </a:solidFill>
                        </a:rPr>
                        <a:t>/</a:t>
                      </a:r>
                      <a:r>
                        <a:rPr lang="ko-KR" altLang="en-US" sz="900" dirty="0">
                          <a:solidFill>
                            <a:srgbClr val="00B050"/>
                          </a:solidFill>
                        </a:rPr>
                        <a:t>허화</a:t>
                      </a:r>
                      <a:endParaRPr lang="en-US" altLang="ko-Kore-KR" sz="900" dirty="0">
                        <a:solidFill>
                          <a:srgbClr val="AA47F5"/>
                        </a:solidFill>
                      </a:endParaRPr>
                    </a:p>
                  </a:txBody>
                  <a:tcPr marL="0" marR="0" marT="0" marB="0" anchor="ctr"/>
                </a:tc>
                <a:extLst>
                  <a:ext uri="{0D108BD9-81ED-4DB2-BD59-A6C34878D82A}">
                    <a16:rowId xmlns:a16="http://schemas.microsoft.com/office/drawing/2014/main" val="46132794"/>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HFE</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허페이</a:t>
                      </a:r>
                      <a:r>
                        <a:rPr lang="en-US" altLang="ko-KR" sz="900" dirty="0">
                          <a:solidFill>
                            <a:srgbClr val="00B050"/>
                          </a:solidFill>
                        </a:rPr>
                        <a:t>/</a:t>
                      </a:r>
                      <a:r>
                        <a:rPr lang="ko-KR" altLang="en-US" sz="900" dirty="0" err="1">
                          <a:solidFill>
                            <a:srgbClr val="00B050"/>
                          </a:solidFill>
                        </a:rPr>
                        <a:t>신치아오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2851765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MFM</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마카오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3358851044"/>
                  </a:ext>
                </a:extLst>
              </a:tr>
            </a:tbl>
          </a:graphicData>
        </a:graphic>
      </p:graphicFrame>
      <p:graphicFrame>
        <p:nvGraphicFramePr>
          <p:cNvPr id="370" name="Google Shape;370;p27"/>
          <p:cNvGraphicFramePr/>
          <p:nvPr>
            <p:extLst>
              <p:ext uri="{D42A27DB-BD31-4B8C-83A1-F6EECF244321}">
                <p14:modId xmlns:p14="http://schemas.microsoft.com/office/powerpoint/2010/main" val="3485572267"/>
              </p:ext>
            </p:extLst>
          </p:nvPr>
        </p:nvGraphicFramePr>
        <p:xfrm>
          <a:off x="0" y="0"/>
          <a:ext cx="2328875" cy="28498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 </a:t>
                      </a:r>
                      <a:endParaRPr sz="1100" b="1" dirty="0">
                        <a:solidFill>
                          <a:srgbClr val="FFC000"/>
                        </a:solidFill>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202038">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sz="800" b="1" dirty="0">
                          <a:latin typeface="Calibri"/>
                          <a:ea typeface="Calibri"/>
                          <a:cs typeface="Calibri"/>
                          <a:sym typeface="Calibri"/>
                        </a:rPr>
                        <a:t> (</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sz="800" b="1" dirty="0">
                        <a:latin typeface="Calibri"/>
                        <a:ea typeface="Calibri"/>
                        <a:cs typeface="Calibri"/>
                        <a:sym typeface="Calibri"/>
                      </a:endParaRPr>
                    </a:p>
                  </a:txBody>
                  <a:tcPr marL="0" marR="0" marT="0" marB="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0" marR="0" marT="0" marB="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1829993" y="3464323"/>
            <a:ext cx="644531" cy="1384995"/>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H</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I</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N</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a:t>
            </a:r>
          </a:p>
        </p:txBody>
      </p:sp>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71327333"/>
              </p:ext>
            </p:extLst>
          </p:nvPr>
        </p:nvGraphicFramePr>
        <p:xfrm>
          <a:off x="0" y="0"/>
          <a:ext cx="2328875" cy="31462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203249">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4049633542"/>
              </p:ext>
            </p:extLst>
          </p:nvPr>
        </p:nvGraphicFramePr>
        <p:xfrm>
          <a:off x="114028" y="3146290"/>
          <a:ext cx="2100805" cy="1685375"/>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94255">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86390">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86390">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86390">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86390">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86390">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86390">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86390">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86390">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608306669"/>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a:t>
                      </a:r>
                      <a:r>
                        <a:rPr lang="en-US" altLang="ko-Kore-KR" sz="700" b="0" dirty="0">
                          <a:solidFill>
                            <a:srgbClr val="00B050"/>
                          </a:solidFill>
                          <a:latin typeface="Calibri"/>
                          <a:ea typeface="Calibri"/>
                          <a:cs typeface="Calibri"/>
                          <a:sym typeface="Calibri"/>
                        </a:rPr>
                        <a:t>OPT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886248390"/>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3251774391"/>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189572538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280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172060770"/>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667764376"/>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041992512"/>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280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55500596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732865431"/>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280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452625623"/>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2047632114"/>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262146153"/>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3620304372"/>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210/x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653185980"/>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114122335"/>
              </p:ext>
            </p:extLst>
          </p:nvPr>
        </p:nvGraphicFramePr>
        <p:xfrm>
          <a:off x="1596" y="3473578"/>
          <a:ext cx="2313550" cy="206533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22</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R16RT</a:t>
                      </a:r>
                      <a:r>
                        <a:rPr lang="en-US" sz="800" b="0" i="0" u="none" strike="noStrike" cap="none" dirty="0">
                          <a:solidFill>
                            <a:srgbClr val="0070C0"/>
                          </a:solidFill>
                          <a:latin typeface="Calibri"/>
                          <a:ea typeface="Calibri"/>
                          <a:cs typeface="Calibri"/>
                          <a:sym typeface="Calibri"/>
                        </a:rPr>
                        <a:t>/R16LT</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23</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16R(77’) 8268’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5"/>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9843’</a:t>
                      </a:r>
                      <a:r>
                        <a:rPr lang="ko-KR" altLang="en-US" sz="800" b="1" dirty="0">
                          <a:solidFill>
                            <a:srgbClr val="00B050"/>
                          </a:solidFill>
                        </a:rPr>
                        <a:t> </a:t>
                      </a:r>
                      <a:r>
                        <a:rPr lang="en-US" altLang="ko-KR" sz="800" b="1" dirty="0">
                          <a:solidFill>
                            <a:srgbClr val="FF0000"/>
                          </a:solidFill>
                        </a:rPr>
                        <a:t>DIS TH</a:t>
                      </a:r>
                      <a:endParaRPr sz="800" b="1" dirty="0">
                        <a:solidFill>
                          <a:srgbClr val="FF000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16L(19’) 9744’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6"/>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22(35’) 8202’</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23(55’) 8202’</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 : L12(6515’), L13(7165’), 22 : B4(6207’), B3(6830’)</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a:t>
                      </a:r>
                      <a:r>
                        <a:rPr lang="en-US" sz="800" b="1" dirty="0">
                          <a:solidFill>
                            <a:srgbClr val="C00000"/>
                          </a:solidFill>
                        </a:rPr>
                        <a:t>(DIS)</a:t>
                      </a:r>
                      <a:r>
                        <a:rPr lang="en-US" sz="800" b="1" dirty="0">
                          <a:solidFill>
                            <a:schemeClr val="dk1"/>
                          </a:solidFill>
                        </a:rPr>
                        <a:t>:L5(5147’),L3(6361’), 23:</a:t>
                      </a:r>
                      <a:r>
                        <a:rPr lang="en-US" sz="800" dirty="0">
                          <a:solidFill>
                            <a:schemeClr val="dk1"/>
                          </a:solidFill>
                        </a:rPr>
                        <a:t> </a:t>
                      </a:r>
                      <a:r>
                        <a:rPr lang="en-US" sz="800" b="1" dirty="0">
                          <a:solidFill>
                            <a:schemeClr val="dk1"/>
                          </a:solidFill>
                        </a:rPr>
                        <a:t>D5(5072’),D3(6391’)</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700" b="1" dirty="0">
                          <a:solidFill>
                            <a:srgbClr val="0070C0"/>
                          </a:solidFill>
                        </a:rPr>
                        <a:t>xxx Z : 180kts, 160kts limit APP Chart, xxx Y After 1400z</a:t>
                      </a:r>
                      <a:endParaRPr sz="7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730080"/>
            <a:ext cx="2212465"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133.02 – TKO 120.5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133.35</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315981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2238338751"/>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210/x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624812" y="255302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578373620"/>
              </p:ext>
            </p:extLst>
          </p:nvPr>
        </p:nvGraphicFramePr>
        <p:xfrm>
          <a:off x="0" y="611909"/>
          <a:ext cx="2320125" cy="2005500"/>
        </p:xfrm>
        <a:graphic>
          <a:graphicData uri="http://schemas.openxmlformats.org/drawingml/2006/table">
            <a:tbl>
              <a:tblPr firstRow="1" bandRow="1">
                <a:noFill/>
                <a:tableStyleId>{A521BE36-7E6F-4EC9-8D66-1CF97A6895EC}</a:tableStyleId>
              </a:tblPr>
              <a:tblGrid>
                <a:gridCol w="361950">
                  <a:extLst>
                    <a:ext uri="{9D8B030D-6E8A-4147-A177-3AD203B41FA5}">
                      <a16:colId xmlns:a16="http://schemas.microsoft.com/office/drawing/2014/main" val="20000"/>
                    </a:ext>
                  </a:extLst>
                </a:gridCol>
                <a:gridCol w="334075">
                  <a:extLst>
                    <a:ext uri="{9D8B030D-6E8A-4147-A177-3AD203B41FA5}">
                      <a16:colId xmlns:a16="http://schemas.microsoft.com/office/drawing/2014/main" val="20001"/>
                    </a:ext>
                  </a:extLst>
                </a:gridCol>
                <a:gridCol w="339025">
                  <a:extLst>
                    <a:ext uri="{9D8B030D-6E8A-4147-A177-3AD203B41FA5}">
                      <a16:colId xmlns:a16="http://schemas.microsoft.com/office/drawing/2014/main" val="20002"/>
                    </a:ext>
                  </a:extLst>
                </a:gridCol>
                <a:gridCol w="355600">
                  <a:extLst>
                    <a:ext uri="{9D8B030D-6E8A-4147-A177-3AD203B41FA5}">
                      <a16:colId xmlns:a16="http://schemas.microsoft.com/office/drawing/2014/main" val="20003"/>
                    </a:ext>
                  </a:extLst>
                </a:gridCol>
                <a:gridCol w="311150">
                  <a:extLst>
                    <a:ext uri="{9D8B030D-6E8A-4147-A177-3AD203B41FA5}">
                      <a16:colId xmlns:a16="http://schemas.microsoft.com/office/drawing/2014/main" val="20004"/>
                    </a:ext>
                  </a:extLst>
                </a:gridCol>
                <a:gridCol w="260350">
                  <a:extLst>
                    <a:ext uri="{9D8B030D-6E8A-4147-A177-3AD203B41FA5}">
                      <a16:colId xmlns:a16="http://schemas.microsoft.com/office/drawing/2014/main" val="20006"/>
                    </a:ext>
                  </a:extLst>
                </a:gridCol>
                <a:gridCol w="357975">
                  <a:extLst>
                    <a:ext uri="{9D8B030D-6E8A-4147-A177-3AD203B41FA5}">
                      <a16:colId xmlns:a16="http://schemas.microsoft.com/office/drawing/2014/main" val="20007"/>
                    </a:ext>
                  </a:extLst>
                </a:gridCol>
              </a:tblGrid>
              <a:tr h="174725">
                <a:tc gridSpan="7">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RWY H/D</a:t>
                      </a:r>
                      <a:endParaRPr sz="458"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RWY CRS</a:t>
                      </a:r>
                      <a:endParaRPr sz="458" b="1"/>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RWY H/D</a:t>
                      </a:r>
                      <a:endParaRPr sz="600" b="1">
                        <a:solidFill>
                          <a:srgbClr val="C00000"/>
                        </a:solidFill>
                      </a:endParaRPr>
                    </a:p>
                  </a:txBody>
                  <a:tcPr marL="36000" marR="36000" marT="36000" marB="36000" anchor="ct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a:solidFill>
                            <a:srgbClr val="C00000"/>
                          </a:solidFill>
                        </a:rPr>
                        <a:t>34R 108.9</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rowSpan="3"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rowSpan="3" h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       16R(77’)</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11024’      16L(19’)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04(19’)        8202’       05(46’)</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586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34L : HME 351/1.1, R095, 34R : HME R080, R095, 22 : HME /2.2 R185 </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88900">
                <a:tc gridSpan="7">
                  <a:txBody>
                    <a:bodyPr/>
                    <a:lstStyle/>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34R BEKLA : KAIJI 230kts, TORAM Flap5 SPD</a:t>
                      </a:r>
                      <a:endParaRPr dirty="0"/>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16L : BEKLA : PLUTO 230kts </a:t>
                      </a:r>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tx1"/>
                          </a:solidFill>
                        </a:rPr>
                        <a:t>RWY05 RTE5 TAXI Chart</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4292766258"/>
              </p:ext>
            </p:extLst>
          </p:nvPr>
        </p:nvGraphicFramePr>
        <p:xfrm>
          <a:off x="-5861" y="34050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0" y="2606644"/>
            <a:ext cx="711976" cy="609620"/>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1413801618"/>
              </p:ext>
            </p:extLst>
          </p:nvPr>
        </p:nvGraphicFramePr>
        <p:xfrm>
          <a:off x="1933" y="923306"/>
          <a:ext cx="2328875" cy="2219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Calibri" panose="020F0502020204030204" pitchFamily="34" charset="0"/>
                          <a:cs typeface="Calibri" panose="020F0502020204030204" pitchFamily="34" charset="0"/>
                        </a:rPr>
                        <a:t>APU</a:t>
                      </a: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GND : 438 LBS/</a:t>
                      </a:r>
                      <a:r>
                        <a:rPr lang="en-US" sz="900" b="0" dirty="0" err="1">
                          <a:solidFill>
                            <a:srgbClr val="0070C0"/>
                          </a:solidFill>
                          <a:latin typeface="Calibri" panose="020F0502020204030204" pitchFamily="34" charset="0"/>
                          <a:cs typeface="Calibri" panose="020F0502020204030204" pitchFamily="34" charset="0"/>
                        </a:rPr>
                        <a:t>hr</a:t>
                      </a:r>
                      <a:r>
                        <a:rPr lang="en-US" sz="900" b="0" dirty="0">
                          <a:solidFill>
                            <a:srgbClr val="0070C0"/>
                          </a:solidFill>
                          <a:latin typeface="Calibri" panose="020F0502020204030204" pitchFamily="34" charset="0"/>
                          <a:cs typeface="Calibri" panose="020F0502020204030204" pitchFamily="34" charset="0"/>
                        </a:rPr>
                        <a:t> (BLOCK FUEL</a:t>
                      </a:r>
                      <a:r>
                        <a:rPr lang="ko-KR" altLang="en-US" sz="900" b="0" dirty="0">
                          <a:solidFill>
                            <a:srgbClr val="0070C0"/>
                          </a:solidFill>
                          <a:latin typeface="Calibri" panose="020F0502020204030204" pitchFamily="34" charset="0"/>
                          <a:cs typeface="Calibri" panose="020F0502020204030204" pitchFamily="34" charset="0"/>
                        </a:rPr>
                        <a:t>산정</a:t>
                      </a:r>
                      <a:r>
                        <a:rPr lang="en-US" altLang="ko-KR" sz="900" b="0" dirty="0">
                          <a:solidFill>
                            <a:srgbClr val="0070C0"/>
                          </a:solidFill>
                          <a:latin typeface="Calibri" panose="020F0502020204030204" pitchFamily="34" charset="0"/>
                          <a:cs typeface="Calibri" panose="020F0502020204030204" pitchFamily="34" charset="0"/>
                        </a:rPr>
                        <a:t>)</a:t>
                      </a:r>
                      <a:endParaRPr lang="en-US" sz="900" b="0" dirty="0">
                        <a:solidFill>
                          <a:srgbClr val="0070C0"/>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IN FLT : </a:t>
                      </a:r>
                      <a:r>
                        <a:rPr lang="en-US" altLang="ko-KR" sz="900" b="0" dirty="0">
                          <a:solidFill>
                            <a:srgbClr val="0070C0"/>
                          </a:solidFill>
                          <a:latin typeface="Calibri" panose="020F0502020204030204" pitchFamily="34" charset="0"/>
                          <a:cs typeface="Calibri" panose="020F0502020204030204" pitchFamily="34" charset="0"/>
                        </a:rPr>
                        <a:t>286</a:t>
                      </a:r>
                      <a:r>
                        <a:rPr lang="ko-KR" altLang="en-US" sz="900" b="0" dirty="0">
                          <a:solidFill>
                            <a:srgbClr val="0070C0"/>
                          </a:solidFill>
                          <a:latin typeface="Calibri" panose="020F0502020204030204" pitchFamily="34" charset="0"/>
                          <a:cs typeface="Calibri" panose="020F0502020204030204" pitchFamily="34" charset="0"/>
                        </a:rPr>
                        <a:t> </a:t>
                      </a:r>
                      <a:r>
                        <a:rPr lang="en-US" sz="900" b="0" dirty="0">
                          <a:solidFill>
                            <a:srgbClr val="0070C0"/>
                          </a:solidFill>
                          <a:latin typeface="Calibri" panose="020F0502020204030204" pitchFamily="34" charset="0"/>
                          <a:cs typeface="Calibri" panose="020F0502020204030204" pitchFamily="34" charset="0"/>
                        </a:rPr>
                        <a:t>LBS/</a:t>
                      </a:r>
                      <a:r>
                        <a:rPr lang="en-US" sz="900" b="0" dirty="0" err="1">
                          <a:solidFill>
                            <a:srgbClr val="0070C0"/>
                          </a:solidFill>
                          <a:latin typeface="Calibri" panose="020F0502020204030204" pitchFamily="34" charset="0"/>
                          <a:cs typeface="Calibri" panose="020F0502020204030204" pitchFamily="34" charset="0"/>
                        </a:rPr>
                        <a:t>hr</a:t>
                      </a:r>
                      <a:endParaRPr lang="en-US" sz="900" b="0" dirty="0">
                        <a:solidFill>
                          <a:srgbClr val="0070C0"/>
                        </a:solidFill>
                        <a:latin typeface="Calibri" panose="020F0502020204030204" pitchFamily="34" charset="0"/>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TAXI</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2 ENG, no APU : </a:t>
                      </a:r>
                      <a:r>
                        <a:rPr lang="en-US" altLang="ko-KR" sz="900" b="0" i="0" u="none" strike="noStrike" cap="none" dirty="0">
                          <a:solidFill>
                            <a:srgbClr val="0070C0"/>
                          </a:solidFill>
                          <a:latin typeface="Calibri"/>
                          <a:ea typeface="Calibri"/>
                          <a:cs typeface="Calibri"/>
                          <a:sym typeface="Arial"/>
                        </a:rPr>
                        <a:t>3300</a:t>
                      </a:r>
                      <a:r>
                        <a:rPr lang="ko-KR" altLang="en-US" sz="900" b="0" i="0" u="none" strike="noStrike" cap="none" dirty="0">
                          <a:solidFill>
                            <a:srgbClr val="0070C0"/>
                          </a:solidFill>
                          <a:latin typeface="Calibri"/>
                          <a:ea typeface="Calibri"/>
                          <a:cs typeface="Calibri"/>
                          <a:sym typeface="Arial"/>
                        </a:rPr>
                        <a:t> </a:t>
                      </a:r>
                      <a:r>
                        <a:rPr lang="en-US" altLang="ko-Kore-KR" sz="900" b="0" i="0" u="none" strike="noStrike" cap="none" dirty="0">
                          <a:solidFill>
                            <a:srgbClr val="0070C0"/>
                          </a:solidFill>
                          <a:latin typeface="Calibri"/>
                          <a:ea typeface="Calibri"/>
                          <a:cs typeface="Calibri"/>
                          <a:sym typeface="Arial"/>
                        </a:rPr>
                        <a:t>LBS/</a:t>
                      </a:r>
                      <a:r>
                        <a:rPr lang="en-US" altLang="ko-Kore-KR" sz="900" b="0" i="0" u="none" strike="noStrike" cap="none" dirty="0" err="1">
                          <a:solidFill>
                            <a:srgbClr val="0070C0"/>
                          </a:solidFill>
                          <a:latin typeface="Calibri"/>
                          <a:ea typeface="Calibri"/>
                          <a:cs typeface="Calibri"/>
                          <a:sym typeface="Arial"/>
                        </a:rPr>
                        <a:t>hr</a:t>
                      </a:r>
                      <a:r>
                        <a:rPr lang="en-US" altLang="ko-Kore-KR"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55 LBS/</a:t>
                      </a:r>
                      <a:r>
                        <a:rPr lang="en-US" altLang="ko-KR" sz="900" b="0" i="0" u="none" strike="noStrike" cap="none" dirty="0" err="1">
                          <a:solidFill>
                            <a:srgbClr val="0070C0"/>
                          </a:solidFill>
                          <a:latin typeface="Calibri"/>
                          <a:ea typeface="Calibri"/>
                          <a:cs typeface="Calibri"/>
                          <a:sym typeface="Arial"/>
                        </a:rPr>
                        <a:t>hr</a:t>
                      </a:r>
                      <a:r>
                        <a:rPr lang="en-US" altLang="ko-KR" sz="900" b="0" i="0" u="none" strike="noStrike" cap="none" dirty="0">
                          <a:solidFill>
                            <a:srgbClr val="0070C0"/>
                          </a:solidFill>
                          <a:latin typeface="Calibri"/>
                          <a:ea typeface="Calibri"/>
                          <a:cs typeface="Calibri"/>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CRZ</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- 100ft </a:t>
                      </a:r>
                      <a:r>
                        <a:rPr lang="ko-Kore-KR" altLang="en-US" sz="900" b="0" i="0" u="none" strike="noStrike" cap="none" dirty="0">
                          <a:solidFill>
                            <a:srgbClr val="0070C0"/>
                          </a:solidFill>
                          <a:latin typeface="Calibri"/>
                          <a:ea typeface="Calibri"/>
                          <a:cs typeface="Calibri"/>
                          <a:sym typeface="Arial"/>
                        </a:rPr>
                        <a:t>당</a:t>
                      </a:r>
                      <a:r>
                        <a:rPr lang="ko-KR" altLang="en-US"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8</a:t>
                      </a:r>
                      <a:r>
                        <a:rPr lang="ko-KR" altLang="en-US"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min </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 ex) 1000ft </a:t>
                      </a:r>
                      <a:r>
                        <a:rPr lang="ko-KR" altLang="en-US" sz="900" b="0" i="0" u="none" strike="noStrike" cap="none" dirty="0">
                          <a:solidFill>
                            <a:srgbClr val="0070C0"/>
                          </a:solidFill>
                          <a:latin typeface="Calibri"/>
                          <a:ea typeface="Calibri"/>
                          <a:cs typeface="Calibri"/>
                          <a:sym typeface="Arial"/>
                        </a:rPr>
                        <a:t>상승 </a:t>
                      </a:r>
                      <a:r>
                        <a:rPr lang="en-US" altLang="ko-KR" sz="900" b="0" i="0" u="none" strike="noStrike" cap="none" dirty="0">
                          <a:solidFill>
                            <a:srgbClr val="0070C0"/>
                          </a:solidFill>
                          <a:latin typeface="Calibri"/>
                          <a:ea typeface="Calibri"/>
                          <a:cs typeface="Calibri"/>
                          <a:sym typeface="Arial"/>
                        </a:rPr>
                        <a:t>80</a:t>
                      </a:r>
                      <a:r>
                        <a:rPr lang="ko-KR" altLang="en-US"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min, 1hr 20min</a:t>
                      </a:r>
                      <a:endParaRPr lang="en-US" altLang="ko-Kore-KR" sz="900" b="0" i="0" u="none" strike="noStrike" cap="none" dirty="0">
                        <a:solidFill>
                          <a:srgbClr val="0070C0"/>
                        </a:solidFill>
                        <a:latin typeface="Calibri"/>
                        <a:ea typeface="Calibri"/>
                        <a:cs typeface="Calibri"/>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Holding</a:t>
                      </a:r>
                    </a:p>
                    <a:p>
                      <a:pPr marL="0" marR="0" lvl="0" indent="0" algn="l" rtl="0">
                        <a:spcBef>
                          <a:spcPts val="0"/>
                        </a:spcBef>
                        <a:spcAft>
                          <a:spcPts val="0"/>
                        </a:spcAft>
                        <a:buNone/>
                      </a:pPr>
                      <a:r>
                        <a:rPr lang="ko-KR" altLang="en-US" sz="900" b="0" i="0" u="none" strike="noStrike" cap="none" dirty="0">
                          <a:solidFill>
                            <a:srgbClr val="0070C0"/>
                          </a:solidFill>
                          <a:latin typeface="Calibri"/>
                          <a:ea typeface="Calibri"/>
                          <a:cs typeface="Calibri"/>
                          <a:sym typeface="Arial"/>
                        </a:rPr>
                        <a:t>분당 </a:t>
                      </a:r>
                      <a:r>
                        <a:rPr lang="en-US" altLang="ko-KR" sz="900" b="0" i="0" u="none" strike="noStrike" cap="none" dirty="0">
                          <a:solidFill>
                            <a:srgbClr val="0070C0"/>
                          </a:solidFill>
                          <a:latin typeface="Calibri"/>
                          <a:ea typeface="Calibri"/>
                          <a:cs typeface="Calibri"/>
                          <a:sym typeface="Arial"/>
                        </a:rPr>
                        <a:t>200LBS (Actual F/F </a:t>
                      </a:r>
                      <a:r>
                        <a:rPr lang="ko-KR" altLang="en-US" sz="900" b="0" i="0" u="none" strike="noStrike" cap="none" dirty="0">
                          <a:solidFill>
                            <a:srgbClr val="0070C0"/>
                          </a:solidFill>
                          <a:latin typeface="Calibri"/>
                          <a:ea typeface="Calibri"/>
                          <a:cs typeface="Calibri"/>
                          <a:sym typeface="Arial"/>
                        </a:rPr>
                        <a:t>참조</a:t>
                      </a:r>
                      <a:r>
                        <a:rPr lang="en-US" altLang="ko-KR" sz="900" b="0" i="0" u="none" strike="noStrike" cap="none" dirty="0">
                          <a:solidFill>
                            <a:srgbClr val="0070C0"/>
                          </a:solidFill>
                          <a:latin typeface="Calibri"/>
                          <a:ea typeface="Calibri"/>
                          <a:cs typeface="Calibri"/>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Calibri"/>
                          <a:ea typeface="Calibri"/>
                          <a:cs typeface="Calibri"/>
                          <a:sym typeface="Arial"/>
                        </a:rPr>
                        <a:t>Missed App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&amp;</a:t>
                      </a:r>
                      <a:r>
                        <a:rPr kumimoji="0" lang="ko-KR" altLang="en-US" sz="1000" b="1"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3000</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LBS (</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과거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EDTO</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자료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1</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Missed App + L/D)</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endPar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2115559560"/>
              </p:ext>
            </p:extLst>
          </p:nvPr>
        </p:nvGraphicFramePr>
        <p:xfrm>
          <a:off x="3864" y="3227435"/>
          <a:ext cx="2328875" cy="109694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Tail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a:t>
                      </a:r>
                      <a:r>
                        <a:rPr lang="ko-KR" altLang="en-US" sz="900" b="0" dirty="0">
                          <a:solidFill>
                            <a:srgbClr val="0070C0"/>
                          </a:solidFill>
                          <a:latin typeface="Calibri" panose="020F0502020204030204" pitchFamily="34" charset="0"/>
                          <a:ea typeface="+mn-ea"/>
                          <a:cs typeface="Calibri" panose="020F0502020204030204" pitchFamily="34" charset="0"/>
                        </a:rPr>
                        <a:t> </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FUEL Overfill :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180813606"/>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3600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679774961"/>
              </p:ext>
            </p:extLst>
          </p:nvPr>
        </p:nvGraphicFramePr>
        <p:xfrm>
          <a:off x="0" y="2"/>
          <a:ext cx="2328875" cy="47319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1375">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25872">
                <a:tc>
                  <a:txBody>
                    <a:bodyPr/>
                    <a:lstStyle/>
                    <a:p>
                      <a:pPr marL="0" marR="0" lvl="0" indent="0" algn="l" rtl="0">
                        <a:spcBef>
                          <a:spcPts val="0"/>
                        </a:spcBef>
                        <a:spcAft>
                          <a:spcPts val="0"/>
                        </a:spcAft>
                        <a:buNone/>
                      </a:pPr>
                      <a:r>
                        <a:rPr lang="en-US" sz="800" dirty="0">
                          <a:latin typeface="Arial" panose="020B0604020202020204" pitchFamily="34" charset="0"/>
                          <a:cs typeface="Arial" panose="020B0604020202020204" pitchFamily="34" charset="0"/>
                        </a:rPr>
                        <a:t>#1 ENGBLEED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EXT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PWR</a:t>
                      </a:r>
                      <a:r>
                        <a:rPr lang="ko-KR" altLang="en-US" sz="800" dirty="0">
                          <a:latin typeface="Arial" panose="020B0604020202020204" pitchFamily="34" charset="0"/>
                          <a:cs typeface="Arial" panose="020B0604020202020204" pitchFamily="34" charset="0"/>
                        </a:rPr>
                        <a:t> 필요</a:t>
                      </a:r>
                      <a:endParaRPr sz="8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663412">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Suppy</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eng</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Area CLR</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626376">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AREA CLEAR OF OBS ........... CONF CAP</a:t>
                      </a:r>
                      <a:endParaRPr lang="en-US" sz="100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864912">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242546721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bg1"/>
                          </a:solidFill>
                        </a:rPr>
                        <a:t>5</a:t>
                      </a:r>
                      <a:r>
                        <a:rPr lang="ko-KR" altLang="en-US" sz="700" b="0" dirty="0">
                          <a:solidFill>
                            <a:schemeClr val="bg1"/>
                          </a:solidFill>
                        </a:rPr>
                        <a:t>도 간격은 보수적으로 </a:t>
                      </a:r>
                      <a:r>
                        <a:rPr lang="ko-KR" altLang="en-US" sz="700" b="0" dirty="0" err="1">
                          <a:solidFill>
                            <a:schemeClr val="bg1"/>
                          </a:solidFill>
                        </a:rPr>
                        <a:t>보간법</a:t>
                      </a:r>
                      <a:r>
                        <a:rPr lang="ko-KR" altLang="en-US" sz="700" b="0" dirty="0">
                          <a:solidFill>
                            <a:schemeClr val="bg1"/>
                          </a:solidFill>
                        </a:rPr>
                        <a:t> 적용됨</a:t>
                      </a:r>
                      <a:endParaRPr sz="700" b="0" dirty="0">
                        <a:solidFill>
                          <a:schemeClr val="bg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821158505"/>
              </p:ext>
            </p:extLst>
          </p:nvPr>
        </p:nvGraphicFramePr>
        <p:xfrm>
          <a:off x="12706" y="8861"/>
          <a:ext cx="2328875" cy="5512521"/>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31051">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701803">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34089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59196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5005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 PARKING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3165188743"/>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48645136"/>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46462</TotalTime>
  <Words>7011</Words>
  <Application>Microsoft Macintosh PowerPoint</Application>
  <PresentationFormat>사용자 지정</PresentationFormat>
  <Paragraphs>1759</Paragraphs>
  <Slides>40</Slides>
  <Notes>39</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40</vt:i4>
      </vt:variant>
    </vt:vector>
  </HeadingPairs>
  <TitlesOfParts>
    <vt:vector size="48" baseType="lpstr">
      <vt:lpstr>Britannic Bold</vt:lpstr>
      <vt:lpstr>Gulim</vt:lpstr>
      <vt:lpstr>Helvetica Neue</vt:lpstr>
      <vt:lpstr>Arial</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395</cp:revision>
  <dcterms:created xsi:type="dcterms:W3CDTF">2022-05-17T08:00:10Z</dcterms:created>
  <dcterms:modified xsi:type="dcterms:W3CDTF">2025-01-22T15:32:39Z</dcterms:modified>
</cp:coreProperties>
</file>