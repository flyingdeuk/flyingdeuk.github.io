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82"/>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257" r:id="rId14"/>
    <p:sldId id="258" r:id="rId15"/>
    <p:sldId id="259" r:id="rId16"/>
    <p:sldId id="260" r:id="rId17"/>
    <p:sldId id="267" r:id="rId18"/>
    <p:sldId id="268" r:id="rId19"/>
    <p:sldId id="355" r:id="rId20"/>
    <p:sldId id="356" r:id="rId21"/>
    <p:sldId id="440" r:id="rId22"/>
    <p:sldId id="455" r:id="rId23"/>
    <p:sldId id="441" r:id="rId24"/>
    <p:sldId id="273" r:id="rId25"/>
    <p:sldId id="274" r:id="rId26"/>
    <p:sldId id="275" r:id="rId27"/>
    <p:sldId id="276" r:id="rId28"/>
    <p:sldId id="279" r:id="rId29"/>
    <p:sldId id="456" r:id="rId30"/>
    <p:sldId id="280" r:id="rId31"/>
    <p:sldId id="340" r:id="rId32"/>
    <p:sldId id="341" r:id="rId33"/>
    <p:sldId id="377" r:id="rId34"/>
    <p:sldId id="379" r:id="rId35"/>
    <p:sldId id="308" r:id="rId36"/>
    <p:sldId id="451" r:id="rId37"/>
    <p:sldId id="309" r:id="rId38"/>
    <p:sldId id="457" r:id="rId39"/>
    <p:sldId id="458" r:id="rId40"/>
    <p:sldId id="459" r:id="rId41"/>
    <p:sldId id="389" r:id="rId42"/>
    <p:sldId id="390" r:id="rId43"/>
    <p:sldId id="442" r:id="rId44"/>
    <p:sldId id="443" r:id="rId45"/>
    <p:sldId id="447" r:id="rId46"/>
    <p:sldId id="448" r:id="rId47"/>
    <p:sldId id="449" r:id="rId48"/>
    <p:sldId id="450" r:id="rId49"/>
    <p:sldId id="452" r:id="rId50"/>
    <p:sldId id="453" r:id="rId51"/>
    <p:sldId id="460" r:id="rId52"/>
    <p:sldId id="461" r:id="rId53"/>
    <p:sldId id="436" r:id="rId54"/>
    <p:sldId id="376" r:id="rId55"/>
    <p:sldId id="434" r:id="rId56"/>
    <p:sldId id="437" r:id="rId57"/>
    <p:sldId id="439" r:id="rId58"/>
    <p:sldId id="438" r:id="rId59"/>
    <p:sldId id="444" r:id="rId60"/>
    <p:sldId id="445" r:id="rId61"/>
    <p:sldId id="446" r:id="rId62"/>
    <p:sldId id="422" r:id="rId63"/>
    <p:sldId id="385" r:id="rId64"/>
    <p:sldId id="365" r:id="rId65"/>
    <p:sldId id="366" r:id="rId66"/>
    <p:sldId id="423" r:id="rId67"/>
    <p:sldId id="384" r:id="rId68"/>
    <p:sldId id="283" r:id="rId69"/>
    <p:sldId id="286" r:id="rId70"/>
    <p:sldId id="428" r:id="rId71"/>
    <p:sldId id="288" r:id="rId72"/>
    <p:sldId id="289" r:id="rId73"/>
    <p:sldId id="290" r:id="rId74"/>
    <p:sldId id="424" r:id="rId75"/>
    <p:sldId id="302" r:id="rId76"/>
    <p:sldId id="303" r:id="rId77"/>
    <p:sldId id="426" r:id="rId78"/>
    <p:sldId id="427" r:id="rId79"/>
    <p:sldId id="430" r:id="rId80"/>
    <p:sldId id="281" r:id="rId81"/>
  </p:sldIdLst>
  <p:sldSz cx="2328863" cy="5572125"/>
  <p:notesSz cx="6858000" cy="9144000"/>
  <p:embeddedFontLst>
    <p:embeddedFont>
      <p:font typeface="맑은 고딕" panose="020B0503020000020004" pitchFamily="34" charset="-127"/>
      <p:regular r:id="rId83"/>
      <p:bold r:id="rId84"/>
    </p:embeddedFont>
    <p:embeddedFont>
      <p:font typeface="Cambria Math" panose="02040503050406030204" pitchFamily="18" charset="0"/>
      <p:regular r:id="rId85"/>
    </p:embeddedFont>
    <p:embeddedFont>
      <p:font typeface="Century Gothic" panose="020B0502020202020204" pitchFamily="34" charset="0"/>
      <p:regular r:id="rId86"/>
      <p:bold r:id="rId87"/>
      <p:italic r:id="rId88"/>
      <p:boldItalic r:id="rId89"/>
    </p:embeddedFont>
    <p:embeddedFont>
      <p:font typeface="Helvetica Neue" panose="02000503000000020004" pitchFamily="2" charset="0"/>
      <p:regular r:id="rId90"/>
      <p:bold r:id="rId91"/>
      <p:italic r:id="rId92"/>
      <p:boldItalic r:id="rId93"/>
    </p:embeddedFont>
    <p:embeddedFont>
      <p:font typeface="Lato" panose="020F0502020204030203" pitchFamily="34" charset="0"/>
      <p:regular r:id="rId94"/>
      <p:bold r:id="rId95"/>
      <p:italic r:id="rId96"/>
      <p:boldItalic r:id="rId9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608"/>
    <p:restoredTop sz="96966"/>
  </p:normalViewPr>
  <p:slideViewPr>
    <p:cSldViewPr snapToGrid="0" showGuides="1">
      <p:cViewPr varScale="1">
        <p:scale>
          <a:sx n="193" d="100"/>
          <a:sy n="193" d="100"/>
        </p:scale>
        <p:origin x="5328" y="200"/>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2.fntdata"/><Relationship Id="rId89" Type="http://schemas.openxmlformats.org/officeDocument/2006/relationships/font" Target="fonts/font7.fntdata"/><Relationship Id="rId175"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font" Target="fonts/font8.fntdata"/><Relationship Id="rId95" Type="http://schemas.openxmlformats.org/officeDocument/2006/relationships/font" Target="fonts/font13.fntdata"/><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font" Target="fonts/font3.fntdata"/><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font" Target="fonts/font1.fntdata"/><Relationship Id="rId88" Type="http://schemas.openxmlformats.org/officeDocument/2006/relationships/font" Target="fonts/font6.fntdata"/><Relationship Id="rId91" Type="http://schemas.openxmlformats.org/officeDocument/2006/relationships/font" Target="fonts/font9.fntdata"/><Relationship Id="rId96" Type="http://schemas.openxmlformats.org/officeDocument/2006/relationships/font" Target="fonts/font14.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font" Target="fonts/font4.fntdata"/><Relationship Id="rId94" Type="http://schemas.openxmlformats.org/officeDocument/2006/relationships/font" Target="fonts/font12.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font" Target="fonts/font15.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font" Target="fonts/font10.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font" Target="fonts/font5.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font" Target="fonts/font11.fntdata"/><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62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80</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B737-kneeboard/" TargetMode="External"/><Relationship Id="rId13" Type="http://schemas.openxmlformats.org/officeDocument/2006/relationships/slide" Target="slide67.xml"/><Relationship Id="rId18" Type="http://schemas.openxmlformats.org/officeDocument/2006/relationships/slide" Target="slide78.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64.xml"/><Relationship Id="rId17" Type="http://schemas.openxmlformats.org/officeDocument/2006/relationships/slide" Target="slide77.xml"/><Relationship Id="rId2" Type="http://schemas.openxmlformats.org/officeDocument/2006/relationships/notesSlide" Target="../notesSlides/notesSlide1.xml"/><Relationship Id="rId16" Type="http://schemas.openxmlformats.org/officeDocument/2006/relationships/slide" Target="slide73.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63.xml"/><Relationship Id="rId5" Type="http://schemas.openxmlformats.org/officeDocument/2006/relationships/slide" Target="slide7.xml"/><Relationship Id="rId15" Type="http://schemas.openxmlformats.org/officeDocument/2006/relationships/slide" Target="slide71.xml"/><Relationship Id="rId10" Type="http://schemas.openxmlformats.org/officeDocument/2006/relationships/slide" Target="slide62.xml"/><Relationship Id="rId4" Type="http://schemas.openxmlformats.org/officeDocument/2006/relationships/slide" Target="slide5.xml"/><Relationship Id="rId9" Type="http://schemas.openxmlformats.org/officeDocument/2006/relationships/hyperlink" Target="https://flyingdeuk.github.io/posts/A330-kneeboard/" TargetMode="External"/><Relationship Id="rId14" Type="http://schemas.openxmlformats.org/officeDocument/2006/relationships/slide" Target="slide69.xml"/></Relationships>
</file>

<file path=ppt/slides/_rels/slide2.xml.rels><?xml version="1.0" encoding="UTF-8" standalone="yes"?>
<Relationships xmlns="http://schemas.openxmlformats.org/package/2006/relationships"><Relationship Id="rId8" Type="http://schemas.openxmlformats.org/officeDocument/2006/relationships/slide" Target="slide18.xml"/><Relationship Id="rId3" Type="http://schemas.openxmlformats.org/officeDocument/2006/relationships/slide" Target="slide13.xml"/><Relationship Id="rId7" Type="http://schemas.openxmlformats.org/officeDocument/2006/relationships/slide" Target="slide17.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6.xml"/><Relationship Id="rId5" Type="http://schemas.openxmlformats.org/officeDocument/2006/relationships/slide" Target="slide15.xml"/><Relationship Id="rId10" Type="http://schemas.openxmlformats.org/officeDocument/2006/relationships/slide" Target="slide20.xml"/><Relationship Id="rId4" Type="http://schemas.openxmlformats.org/officeDocument/2006/relationships/slide" Target="slide14.xml"/><Relationship Id="rId9" Type="http://schemas.openxmlformats.org/officeDocument/2006/relationships/slide" Target="slide19.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slide" Target="slide27.xml"/><Relationship Id="rId3" Type="http://schemas.openxmlformats.org/officeDocument/2006/relationships/slide" Target="slide21.xml"/><Relationship Id="rId7" Type="http://schemas.openxmlformats.org/officeDocument/2006/relationships/slide" Target="slide26.xml"/><Relationship Id="rId12" Type="http://schemas.openxmlformats.org/officeDocument/2006/relationships/slide" Target="slide32.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25.xml"/><Relationship Id="rId11" Type="http://schemas.openxmlformats.org/officeDocument/2006/relationships/slide" Target="slide31.xml"/><Relationship Id="rId5" Type="http://schemas.openxmlformats.org/officeDocument/2006/relationships/slide" Target="slide24.xml"/><Relationship Id="rId10" Type="http://schemas.openxmlformats.org/officeDocument/2006/relationships/slide" Target="slide30.xml"/><Relationship Id="rId4" Type="http://schemas.openxmlformats.org/officeDocument/2006/relationships/slide" Target="slide23.xml"/><Relationship Id="rId9" Type="http://schemas.openxmlformats.org/officeDocument/2006/relationships/slide" Target="slide28.xml"/></Relationships>
</file>

<file path=ppt/slides/_rels/slide6.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slide" Target="slide40.xml"/><Relationship Id="rId3" Type="http://schemas.openxmlformats.org/officeDocument/2006/relationships/slide" Target="slide33.xml"/><Relationship Id="rId7" Type="http://schemas.openxmlformats.org/officeDocument/2006/relationships/slide" Target="slide38.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slide" Target="slide37.xml"/><Relationship Id="rId5" Type="http://schemas.openxmlformats.org/officeDocument/2006/relationships/slide" Target="slide35.xml"/><Relationship Id="rId4" Type="http://schemas.openxmlformats.org/officeDocument/2006/relationships/slide" Target="slide34.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1.xml"/><Relationship Id="rId3" Type="http://schemas.openxmlformats.org/officeDocument/2006/relationships/slide" Target="slide41.xml"/><Relationship Id="rId7" Type="http://schemas.openxmlformats.org/officeDocument/2006/relationships/slide" Target="slide45.xml"/><Relationship Id="rId12" Type="http://schemas.openxmlformats.org/officeDocument/2006/relationships/slide" Target="slide50.xm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slide" Target="slide44.xml"/><Relationship Id="rId11" Type="http://schemas.openxmlformats.org/officeDocument/2006/relationships/slide" Target="slide49.xml"/><Relationship Id="rId5" Type="http://schemas.openxmlformats.org/officeDocument/2006/relationships/slide" Target="slide43.xml"/><Relationship Id="rId10" Type="http://schemas.openxmlformats.org/officeDocument/2006/relationships/slide" Target="slide48.xml"/><Relationship Id="rId4" Type="http://schemas.openxmlformats.org/officeDocument/2006/relationships/slide" Target="slide42.xml"/><Relationship Id="rId9" Type="http://schemas.openxmlformats.org/officeDocument/2006/relationships/slide" Target="slide47.xml"/><Relationship Id="rId14" Type="http://schemas.openxmlformats.org/officeDocument/2006/relationships/slide" Target="slide52.xml"/></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1.xml.rels><?xml version="1.0" encoding="UTF-8" standalone="yes"?>
<Relationships xmlns="http://schemas.openxmlformats.org/package/2006/relationships"><Relationship Id="rId8" Type="http://schemas.openxmlformats.org/officeDocument/2006/relationships/slide" Target="slide61.xml"/><Relationship Id="rId3" Type="http://schemas.openxmlformats.org/officeDocument/2006/relationships/slide" Target="slide53.xml"/><Relationship Id="rId7" Type="http://schemas.openxmlformats.org/officeDocument/2006/relationships/slide" Target="slide59.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58.xml"/><Relationship Id="rId5" Type="http://schemas.openxmlformats.org/officeDocument/2006/relationships/slide" Target="slide56.xml"/><Relationship Id="rId4" Type="http://schemas.openxmlformats.org/officeDocument/2006/relationships/slide" Target="slide55.xml"/></Relationships>
</file>

<file path=ppt/slides/_rels/slide12.xml.rels><?xml version="1.0" encoding="UTF-8" standalone="yes"?>
<Relationships xmlns="http://schemas.openxmlformats.org/package/2006/relationships"><Relationship Id="rId3" Type="http://schemas.openxmlformats.org/officeDocument/2006/relationships/slide" Target="slide11.xm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3.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SS-GMP/" TargetMode="External"/><Relationship Id="rId7" Type="http://schemas.openxmlformats.org/officeDocument/2006/relationships/slide" Target="slide2.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4.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5.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75.xml"/><Relationship Id="rId9" Type="http://schemas.openxmlformats.org/officeDocument/2006/relationships/slide" Target="slide3.xml"/></Relationships>
</file>

<file path=ppt/slides/_rels/slide16.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K-PUS/" TargetMode="External"/><Relationship Id="rId7"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slide" Target="slide75.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19.xml.rels><?xml version="1.0" encoding="UTF-8" standalone="yes"?>
<Relationships xmlns="http://schemas.openxmlformats.org/package/2006/relationships"><Relationship Id="rId3" Type="http://schemas.openxmlformats.org/officeDocument/2006/relationships/slide" Target="slide75.xm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2.xml"/><Relationship Id="rId4" Type="http://schemas.openxmlformats.org/officeDocument/2006/relationships/hyperlink" Target="https://flyingdeuk.github.io/posts/RKSI-ICN/"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3.jp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11.png"/><Relationship Id="rId4" Type="http://schemas.openxmlformats.org/officeDocument/2006/relationships/hyperlink" Target="https://flyingdeuk.github.io/posts/RKSS-GMP/"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BB-KIX/"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AA-NRT/"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11.png"/><Relationship Id="rId4" Type="http://schemas.openxmlformats.org/officeDocument/2006/relationships/hyperlink" Target="https://flyingdeuk.github.io/posts/RKSI-IC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FF-FUK/"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2.jpe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VHHH-HKG/"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flyingdeuk.github.io/posts/VHHH-HKG/" TargetMode="External"/><Relationship Id="rId7" Type="http://schemas.openxmlformats.org/officeDocument/2006/relationships/image" Target="../media/image13.jpe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BAA-PEK/" TargetMode="External"/></Relationships>
</file>

<file path=ppt/slides/_rels/slide36.xml.rels><?xml version="1.0" encoding="UTF-8" standalone="yes"?>
<Relationships xmlns="http://schemas.openxmlformats.org/package/2006/relationships"><Relationship Id="rId2" Type="http://schemas.openxmlformats.org/officeDocument/2006/relationships/slide" Target="slide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3.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image" Target="../media/image14.jpeg"/><Relationship Id="rId4" Type="http://schemas.openxmlformats.org/officeDocument/2006/relationships/hyperlink" Target="https://flyingdeuk.github.io/posts/RKSI-ICN/"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HHH-WUH/" TargetMode="External"/></Relationships>
</file>

<file path=ppt/slides/_rels/slide39.xml.rels><?xml version="1.0" encoding="UTF-8" standalone="yes"?>
<Relationships xmlns="http://schemas.openxmlformats.org/package/2006/relationships"><Relationship Id="rId2" Type="http://schemas.openxmlformats.org/officeDocument/2006/relationships/slide" Target="slide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42.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slide" Target="slide75.xm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PK-PUS/" TargetMode="External"/></Relationships>
</file>

<file path=ppt/slides/_rels/slide4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WSSS-SIN/" TargetMode="Externa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48.xml.rels><?xml version="1.0" encoding="UTF-8" standalone="yes"?>
<Relationships xmlns="http://schemas.openxmlformats.org/package/2006/relationships"><Relationship Id="rId3" Type="http://schemas.openxmlformats.org/officeDocument/2006/relationships/hyperlink" Target="https://flyingdeuk.github.io/posts/VVDN-DAD/" TargetMode="External"/><Relationship Id="rId7" Type="http://schemas.openxmlformats.org/officeDocument/2006/relationships/image" Target="../media/image15.jpe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5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CC-CNX/" TargetMode="Externa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VTCC-CNX/" TargetMode="External"/><Relationship Id="rId7" Type="http://schemas.openxmlformats.org/officeDocument/2006/relationships/image" Target="../media/image16.jpe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11.xml"/><Relationship Id="rId4" Type="http://schemas.openxmlformats.org/officeDocument/2006/relationships/hyperlink" Target="https://flyingdeuk.github.io/posts/PHNL-HNL/" TargetMode="Externa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PHNL-HNL/" TargetMode="External"/><Relationship Id="rId7" Type="http://schemas.openxmlformats.org/officeDocument/2006/relationships/slide" Target="slide11.xm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17.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64.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slide" Target="slide69.xml"/><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slide" Target="slide69.xml"/></Relationships>
</file>

<file path=ppt/slides/_rels/slide7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image" Target="../media/image22.jpeg"/><Relationship Id="rId4" Type="http://schemas.openxmlformats.org/officeDocument/2006/relationships/slide" Target="slide2.xml"/></Relationships>
</file>

<file path=ppt/slides/_rels/slide76.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937584125"/>
              </p:ext>
            </p:extLst>
          </p:nvPr>
        </p:nvGraphicFramePr>
        <p:xfrm>
          <a:off x="98101" y="1122495"/>
          <a:ext cx="2132650" cy="199176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bl>
          </a:graphicData>
        </a:graphic>
      </p:graphicFrame>
      <p:sp>
        <p:nvSpPr>
          <p:cNvPr id="89" name="Google Shape;89;p1">
            <a:hlinkClick r:id="rId8"/>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671789592"/>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rgbClr val="00B05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8"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25.4.21</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4000" y="5182349"/>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88275" y="4986993"/>
            <a:ext cx="540588" cy="523220"/>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endParaRPr kumimoji="1" lang="en-US" altLang="ko-Kore-KR" sz="1400" b="1" dirty="0">
              <a:solidFill>
                <a:srgbClr val="FF0000"/>
              </a:solidFill>
              <a:hlinkClick r:id="rId4" action="ppaction://hlinksldjump">
                <a:extLst>
                  <a:ext uri="{A12FA001-AC4F-418D-AE19-62706E023703}">
                    <ahyp:hlinkClr xmlns:ahyp="http://schemas.microsoft.com/office/drawing/2018/hyperlinkcolor" val="tx"/>
                  </a:ext>
                </a:extLst>
              </a:hlinkClick>
            </a:endParaRPr>
          </a:p>
          <a:p>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3" name="직사각형 2">
            <a:hlinkClick r:id="" action="ppaction://hlinkshowjump?jump=firstslide"/>
            <a:extLst>
              <a:ext uri="{FF2B5EF4-FFF2-40B4-BE49-F238E27FC236}">
                <a16:creationId xmlns:a16="http://schemas.microsoft.com/office/drawing/2014/main" id="{8901D6BA-90AA-E20A-9CF4-73D8002154BB}"/>
              </a:ext>
            </a:extLst>
          </p:cNvPr>
          <p:cNvSpPr/>
          <p:nvPr/>
        </p:nvSpPr>
        <p:spPr>
          <a:xfrm>
            <a:off x="854598"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772858640"/>
              </p:ext>
            </p:extLst>
          </p:nvPr>
        </p:nvGraphicFramePr>
        <p:xfrm>
          <a:off x="98101" y="132866"/>
          <a:ext cx="2132650" cy="314003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extLst>
                    <a:ext uri="{A12FA001-AC4F-418D-AE19-62706E023703}">
                      <ahyp:hlinkClr xmlns:ahyp="http://schemas.microsoft.com/office/drawing/2018/hyperlinkcolor" val="tx"/>
                    </a:ext>
                  </a:extLst>
                </a:hlinkClick>
              </a:rPr>
              <a:t>Home</a:t>
            </a:r>
            <a:endPar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C69DC84-DEB4-A503-277E-454B6A64D1DA}"/>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862695525"/>
              </p:ext>
            </p:extLst>
          </p:nvPr>
        </p:nvGraphicFramePr>
        <p:xfrm>
          <a:off x="104230" y="114852"/>
          <a:ext cx="2115458" cy="1605483"/>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797223113"/>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4" name="직사각형 3">
            <a:hlinkClick r:id="" action="ppaction://hlinkshowjump?jump=firstslide"/>
            <a:extLst>
              <a:ext uri="{FF2B5EF4-FFF2-40B4-BE49-F238E27FC236}">
                <a16:creationId xmlns:a16="http://schemas.microsoft.com/office/drawing/2014/main" id="{E9435388-332F-36F9-0FEA-E429C45610B3}"/>
              </a:ext>
            </a:extLst>
          </p:cNvPr>
          <p:cNvSpPr/>
          <p:nvPr/>
        </p:nvSpPr>
        <p:spPr>
          <a:xfrm>
            <a:off x="59469" y="51956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721478566"/>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22154047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177539904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8C899D41-55E4-6931-28C7-27A96B3022C6}"/>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19822C7-DE3F-F659-C1B5-86715278BF84}"/>
              </a:ext>
            </a:extLst>
          </p:cNvPr>
          <p:cNvSpPr txBox="1"/>
          <p:nvPr/>
        </p:nvSpPr>
        <p:spPr>
          <a:xfrm>
            <a:off x="1438332" y="5238781"/>
            <a:ext cx="1006693" cy="307777"/>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6CF5A3A9-9CE4-A4CB-5F81-58D0B65D1B0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12841982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DEEFE059-C040-0D5F-74C2-1E0447788100}"/>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EA883DAE-4AD4-A037-7ADD-1BE576C9E36C}"/>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272961"/>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207268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77773340"/>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9F76B30E-C971-202A-B5C0-2C3D5BC8CCEC}"/>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7"/>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8"/>
          <a:stretch>
            <a:fillRect/>
          </a:stretch>
        </p:blipFill>
        <p:spPr>
          <a:xfrm>
            <a:off x="148563" y="602614"/>
            <a:ext cx="451728" cy="451728"/>
          </a:xfrm>
          <a:prstGeom prst="rect">
            <a:avLst/>
          </a:prstGeom>
        </p:spPr>
      </p:pic>
    </p:spTree>
    <p:extLst>
      <p:ext uri="{BB962C8B-B14F-4D97-AF65-F5344CB8AC3E}">
        <p14:creationId xmlns:p14="http://schemas.microsoft.com/office/powerpoint/2010/main" val="5402064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3071223817"/>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672548229"/>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4FB69E83-0230-B66C-E936-28DA0B933AF4}"/>
              </a:ext>
            </a:extLst>
          </p:cNvPr>
          <p:cNvSpPr/>
          <p:nvPr/>
        </p:nvSpPr>
        <p:spPr>
          <a:xfrm>
            <a:off x="1622852" y="3295105"/>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8"/>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1748908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4065535975"/>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051902870"/>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772624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74227" y="306421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232790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91803886"/>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endParaRPr lang="ko-Kore-KR" altLang="en-US" dirty="0"/>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7"/>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43965832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8" name="직사각형 7">
            <a:hlinkClick r:id="" action="ppaction://hlinkshowjump?jump=firstslide"/>
            <a:extLst>
              <a:ext uri="{FF2B5EF4-FFF2-40B4-BE49-F238E27FC236}">
                <a16:creationId xmlns:a16="http://schemas.microsoft.com/office/drawing/2014/main" id="{AEFC4A0F-DC19-8CCD-E7B9-1DBAFD26F51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2"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5046955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31857014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a:t>
                      </a:r>
                      <a:endParaRPr lang="ko-Kore-KR" dirty="0">
                        <a:solidFill>
                          <a:srgbClr val="AA47F5"/>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a:t>HD 181 </a:t>
                      </a:r>
                      <a:r>
                        <a:rPr lang="en-US" sz="800" b="1" u="none" strike="noStrike" cap="none">
                          <a:solidFill>
                            <a:srgbClr val="0070C0"/>
                          </a:solidFill>
                        </a:rPr>
                        <a:t>ALT DCL(1500m)</a:t>
                      </a:r>
                      <a:endParaRPr lang="ko-Kore-K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761562384"/>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04/05R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22/23L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F15CDE1-D575-0684-514D-3D2C43B532F4}"/>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6526273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8" name="직사각형 7">
            <a:hlinkClick r:id="" action="ppaction://hlinkshowjump?jump=firstslide"/>
            <a:extLst>
              <a:ext uri="{FF2B5EF4-FFF2-40B4-BE49-F238E27FC236}">
                <a16:creationId xmlns:a16="http://schemas.microsoft.com/office/drawing/2014/main" id="{4430C1F2-A366-AE4B-704B-88A8D63C7B57}"/>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2"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6535541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7484413"/>
              </p:ext>
            </p:extLst>
          </p:nvPr>
        </p:nvGraphicFramePr>
        <p:xfrm>
          <a:off x="-4046" y="695768"/>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Report RWY, </a:t>
                      </a:r>
                      <a:r>
                        <a:rPr lang="en-US" sz="800" u="none" strike="noStrike" cap="none" dirty="0" err="1">
                          <a:solidFill>
                            <a:srgbClr val="FFC000"/>
                          </a:solidFill>
                        </a:rPr>
                        <a:t>ini</a:t>
                      </a:r>
                      <a:r>
                        <a:rPr lang="en-US" sz="800" u="none" strike="noStrike" cap="none" dirty="0">
                          <a:solidFill>
                            <a:srgbClr val="FFC000"/>
                          </a:solidFill>
                        </a:rPr>
                        <a:t> ALT to ATC</a:t>
                      </a:r>
                    </a:p>
                    <a:p>
                      <a:pPr marL="0" marR="0" lvl="0" indent="0" algn="ctr" rtl="0">
                        <a:spcBef>
                          <a:spcPts val="0"/>
                        </a:spcBef>
                        <a:spcAft>
                          <a:spcPts val="0"/>
                        </a:spcAft>
                        <a:buNone/>
                      </a:pPr>
                      <a:r>
                        <a:rPr lang="en-US" sz="800" u="none" strike="noStrike" cap="none" dirty="0">
                          <a:solidFill>
                            <a:srgbClr val="FFC000"/>
                          </a:solidFill>
                        </a:rPr>
                        <a:t>Report Ready for P/B to TWR first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04/</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22/</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a:t>
                      </a:r>
                      <a:endParaRPr lang="ko-Kore-KR"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2772355360"/>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By Voice on ATIS</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16665"/>
            <a:ext cx="1401346"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6" name="직사각형 5">
            <a:hlinkClick r:id="" action="ppaction://hlinkshowjump?jump=firstslide"/>
            <a:extLst>
              <a:ext uri="{FF2B5EF4-FFF2-40B4-BE49-F238E27FC236}">
                <a16:creationId xmlns:a16="http://schemas.microsoft.com/office/drawing/2014/main" id="{76177BF0-E47C-5ECD-47D3-84D43B52C31D}"/>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B5AD8A98-1E58-DCA0-58BA-11EDFCB5241D}"/>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81012134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26303385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216136"/>
            <a:ext cx="1217055" cy="455380"/>
          </a:xfrm>
          <a:prstGeom prst="rect">
            <a:avLst/>
          </a:prstGeom>
          <a:noFill/>
          <a:ln>
            <a:noFill/>
          </a:ln>
        </p:spPr>
      </p:pic>
    </p:spTree>
    <p:extLst>
      <p:ext uri="{BB962C8B-B14F-4D97-AF65-F5344CB8AC3E}">
        <p14:creationId xmlns:p14="http://schemas.microsoft.com/office/powerpoint/2010/main" val="24019665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518877037"/>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2714389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237178796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01A746F-6B7E-DB98-0976-5BB14DE13E91}"/>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92950946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320711645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70D75DE1-AB36-BFF6-2378-DAA2470D4B35}"/>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389808273"/>
              </p:ext>
            </p:extLst>
          </p:nvPr>
        </p:nvGraphicFramePr>
        <p:xfrm>
          <a:off x="-2500" y="3461751"/>
          <a:ext cx="2328849" cy="214503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a:t>
                      </a:r>
                      <a:r>
                        <a:rPr lang="en-US" sz="800" b="0" dirty="0"/>
                        <a:t>/C/R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a:t>
                      </a:r>
                      <a:r>
                        <a:rPr lang="en-US" sz="800" b="0" dirty="0"/>
                        <a:t>/C/L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p>
                      <a:pPr algn="ctr"/>
                      <a:r>
                        <a:rPr lang="en-US" altLang="ko-Kore-KR" sz="800" b="0" dirty="0"/>
                        <a:t>RNP 20L</a:t>
                      </a:r>
                      <a:endParaRPr lang="ko-Kore-KR" altLang="en-US" b="0" dirty="0"/>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FBFED222-17CE-20B8-B323-CF56CB624CAE}"/>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8784056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248618090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p>
                      <a:pPr marL="0" marR="0" lvl="0" indent="0" algn="ctr" rtl="0">
                        <a:spcBef>
                          <a:spcPts val="0"/>
                        </a:spcBef>
                        <a:spcAft>
                          <a:spcPts val="0"/>
                        </a:spcAft>
                        <a:buNone/>
                      </a:pPr>
                      <a:r>
                        <a:rPr lang="en-US" sz="800" b="0" u="none" strike="noStrike" cap="none" dirty="0">
                          <a:solidFill>
                            <a:schemeClr val="bg1"/>
                          </a:solidFill>
                        </a:rPr>
                        <a:t>20L</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solidFill>
                          <a:srgbClr val="00B05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Standard P/B,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45225140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1E7312F-46B9-1DC1-A3A5-1814D5BBB6A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1710405"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120.3 – SIN</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2914570700"/>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G4(6702’), G6(9803’), 17R : G2(7089’), 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E4(7198’), E6(10275’), 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85AA3A2C-334E-A23E-7426-36B5CC8D4263}"/>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117382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793395545"/>
              </p:ext>
            </p:extLst>
          </p:nvPr>
        </p:nvGraphicFramePr>
        <p:xfrm>
          <a:off x="-11023" y="643000"/>
          <a:ext cx="2340701" cy="1792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353 </a:t>
                      </a:r>
                      <a:r>
                        <a:rPr lang="en-US" sz="800" b="1" u="none" strike="noStrike" cap="none" dirty="0">
                          <a:solidFill>
                            <a:srgbClr val="0070C0"/>
                          </a:solidFill>
                        </a:rPr>
                        <a:t>ALT 8000/ATC</a:t>
                      </a:r>
                      <a:endParaRPr lang="en-US" altLang="ko-Kore-KR" sz="800" b="1" u="none" strike="noStrike" cap="none" dirty="0">
                        <a:solidFill>
                          <a:srgbClr val="AA47F5"/>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7564811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D91EC1A9-6593-DF40-73A7-DFDEF16FE57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468444"/>
            <a:ext cx="1029128"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120.45 – DAD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 120.72 – 126.17</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7"/>
          <a:stretch>
            <a:fillRect/>
          </a:stretch>
        </p:blipFill>
        <p:spPr>
          <a:xfrm>
            <a:off x="-11023" y="2443219"/>
            <a:ext cx="714348" cy="552448"/>
          </a:xfrm>
          <a:prstGeom prst="rect">
            <a:avLst/>
          </a:prstGeom>
        </p:spPr>
      </p:pic>
    </p:spTree>
    <p:extLst>
      <p:ext uri="{BB962C8B-B14F-4D97-AF65-F5344CB8AC3E}">
        <p14:creationId xmlns:p14="http://schemas.microsoft.com/office/powerpoint/2010/main" val="196124096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CE90ABC-EE0B-B9E4-5B42-DC11ED7121E6}"/>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4261207010"/>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spTree>
    <p:extLst>
      <p:ext uri="{BB962C8B-B14F-4D97-AF65-F5344CB8AC3E}">
        <p14:creationId xmlns:p14="http://schemas.microsoft.com/office/powerpoint/2010/main" val="376214639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969CC452-46E4-EB99-4C55-7C2ED64C35B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380400108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Tree>
    <p:extLst>
      <p:ext uri="{BB962C8B-B14F-4D97-AF65-F5344CB8AC3E}">
        <p14:creationId xmlns:p14="http://schemas.microsoft.com/office/powerpoint/2010/main" val="263909704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10908"/>
            <a:ext cx="2069797"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39825503"/>
              </p:ext>
            </p:extLst>
          </p:nvPr>
        </p:nvGraphicFramePr>
        <p:xfrm>
          <a:off x="-2500" y="3901580"/>
          <a:ext cx="2328849" cy="165861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0"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351722372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chemeClr val="tx1"/>
                          </a:solidFill>
                          <a:hlinkClick r:id="rId4">
                            <a:extLst>
                              <a:ext uri="{A12FA001-AC4F-418D-AE19-62706E023703}">
                                <ahyp:hlinkClr xmlns:ahyp="http://schemas.microsoft.com/office/drawing/2018/hyperlinkcolor" val="tx"/>
                              </a:ext>
                            </a:extLst>
                          </a:hlinkClick>
                        </a:rPr>
                        <a:t>1036ft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a:t>
                      </a:r>
                    </a:p>
                    <a:p>
                      <a:pPr marL="0" marR="0" lvl="0" indent="0" algn="ctr" rtl="0">
                        <a:spcBef>
                          <a:spcPts val="0"/>
                        </a:spcBef>
                        <a:spcAft>
                          <a:spcPts val="0"/>
                        </a:spcAft>
                        <a:buNone/>
                      </a:pPr>
                      <a:r>
                        <a:rPr lang="en-US" sz="900" dirty="0"/>
                        <a:t>131.5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5260800B-E5C4-87BA-87D5-914E043C8502}"/>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8369213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4057582"/>
              </p:ext>
            </p:extLst>
          </p:nvPr>
        </p:nvGraphicFramePr>
        <p:xfrm>
          <a:off x="-11023" y="643000"/>
          <a:ext cx="2331950" cy="111097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 </a:t>
                      </a:r>
                      <a:r>
                        <a:rPr lang="en-US" altLang="ko-Kore-KR" sz="800" b="1" u="none" strike="noStrike" cap="none" dirty="0">
                          <a:solidFill>
                            <a:srgbClr val="AA47F5"/>
                          </a:solidFill>
                        </a:rPr>
                        <a:t>SPD 230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3570392463"/>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chemeClr val="tx1"/>
                          </a:solidFill>
                          <a:hlinkClick r:id="rId3">
                            <a:extLst>
                              <a:ext uri="{A12FA001-AC4F-418D-AE19-62706E023703}">
                                <ahyp:hlinkClr xmlns:ahyp="http://schemas.microsoft.com/office/drawing/2018/hyperlinkcolor" val="tx"/>
                              </a:ext>
                            </a:extLst>
                          </a:hlinkClick>
                        </a:rPr>
                        <a:t>1036ft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DCL -5min,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DE58C6C7-BC1B-B8C0-F735-82C6B2CDD1F2}"/>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33391" y="2675460"/>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574166AA-9239-71AA-0230-04BF67A4C46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7"/>
          <a:stretch>
            <a:fillRect/>
          </a:stretch>
        </p:blipFill>
        <p:spPr>
          <a:xfrm>
            <a:off x="0" y="1766588"/>
            <a:ext cx="786984" cy="873769"/>
          </a:xfrm>
          <a:prstGeom prst="rect">
            <a:avLst/>
          </a:prstGeom>
        </p:spPr>
      </p:pic>
    </p:spTree>
    <p:extLst>
      <p:ext uri="{BB962C8B-B14F-4D97-AF65-F5344CB8AC3E}">
        <p14:creationId xmlns:p14="http://schemas.microsoft.com/office/powerpoint/2010/main" val="401518004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C7FF8A27-CC45-E3B0-4F8F-40667087C232}"/>
              </a:ext>
            </a:extLst>
          </p:cNvPr>
          <p:cNvSpPr/>
          <p:nvPr/>
        </p:nvSpPr>
        <p:spPr>
          <a:xfrm>
            <a:off x="1413565" y="2991989"/>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474643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664285631"/>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a:t>
                      </a:r>
                      <a:endParaRPr lang="ko-Kore-KR" altLang="en-US" dirty="0">
                        <a:solidFill>
                          <a:srgbClr val="7030A0"/>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a:t>
                      </a:r>
                      <a:endParaRPr lang="ko-Kore-KR" altLang="en-US" dirty="0">
                        <a:solidFill>
                          <a:srgbClr val="7030A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sp>
        <p:nvSpPr>
          <p:cNvPr id="8" name="직사각형 7">
            <a:hlinkClick r:id="" action="ppaction://hlinkshowjump?jump=firstslide"/>
            <a:extLst>
              <a:ext uri="{FF2B5EF4-FFF2-40B4-BE49-F238E27FC236}">
                <a16:creationId xmlns:a16="http://schemas.microsoft.com/office/drawing/2014/main" id="{342AD161-1DF0-AF39-FEE3-82DA0F612263}"/>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21023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FC15F0A1-3928-C9A8-2E89-68BDF8B43D3D}"/>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75853213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191019239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a:solidFill>
                            <a:srgbClr val="0070C0"/>
                          </a:solidFill>
                        </a:rPr>
                        <a:t>ALT ATC</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A3CF7F10-E7F8-EBF0-195C-E40F47CFF588}"/>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918528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540689493"/>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49920" y="2753220"/>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24D1668D-1C1F-967B-D560-E8E31A5E7DA8}"/>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0358816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2954359867"/>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504B8697-6A39-F7A0-4014-238ECCA3CA55}"/>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195518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8590726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Tree>
    <p:extLst>
      <p:ext uri="{BB962C8B-B14F-4D97-AF65-F5344CB8AC3E}">
        <p14:creationId xmlns:p14="http://schemas.microsoft.com/office/powerpoint/2010/main" val="371616780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5"/>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6"/>
          <a:stretch>
            <a:fillRect/>
          </a:stretch>
        </p:blipFill>
        <p:spPr>
          <a:xfrm>
            <a:off x="-4041" y="273766"/>
            <a:ext cx="1226390" cy="421572"/>
          </a:xfrm>
          <a:prstGeom prst="rect">
            <a:avLst/>
          </a:prstGeom>
          <a:ln w="12700">
            <a:solidFill>
              <a:schemeClr val="accent1"/>
            </a:solidFill>
          </a:ln>
        </p:spPr>
      </p:pic>
    </p:spTree>
    <p:extLst>
      <p:ext uri="{BB962C8B-B14F-4D97-AF65-F5344CB8AC3E}">
        <p14:creationId xmlns:p14="http://schemas.microsoft.com/office/powerpoint/2010/main" val="174513959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42478" y="278606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sp>
        <p:nvSpPr>
          <p:cNvPr id="2" name="직사각형 1">
            <a:hlinkClick r:id="" action="ppaction://hlinkshowjump?jump=firstslide"/>
            <a:extLst>
              <a:ext uri="{FF2B5EF4-FFF2-40B4-BE49-F238E27FC236}">
                <a16:creationId xmlns:a16="http://schemas.microsoft.com/office/drawing/2014/main" id="{B6BC9B08-AEC9-832B-E7FF-06C424A7A182}"/>
              </a:ext>
            </a:extLst>
          </p:cNvPr>
          <p:cNvSpPr/>
          <p:nvPr/>
        </p:nvSpPr>
        <p:spPr>
          <a:xfrm>
            <a:off x="1678513" y="251546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495955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62533</TotalTime>
  <Words>17805</Words>
  <Application>Microsoft Macintosh PowerPoint</Application>
  <PresentationFormat>사용자 지정</PresentationFormat>
  <Paragraphs>3990</Paragraphs>
  <Slides>80</Slides>
  <Notes>77</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80</vt:i4>
      </vt:variant>
    </vt:vector>
  </HeadingPairs>
  <TitlesOfParts>
    <vt:vector size="90" baseType="lpstr">
      <vt:lpstr>Arial</vt:lpstr>
      <vt:lpstr>Century Gothic</vt:lpstr>
      <vt:lpstr>Calibri</vt:lpstr>
      <vt:lpstr>Cambria Math</vt:lpstr>
      <vt:lpstr>Britannic Bold</vt:lpstr>
      <vt:lpstr>Lato</vt:lpstr>
      <vt:lpstr>맑은 고딕</vt:lpstr>
      <vt:lpstr>Helvetica Neue</vt:lpstr>
      <vt:lpstr>Gulim</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499</cp:revision>
  <dcterms:created xsi:type="dcterms:W3CDTF">2022-05-17T08:00:10Z</dcterms:created>
  <dcterms:modified xsi:type="dcterms:W3CDTF">2025-04-25T06:32:23Z</dcterms:modified>
</cp:coreProperties>
</file>