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978" r:id="rId1"/>
  </p:sldMasterIdLst>
  <p:notesMasterIdLst>
    <p:notesMasterId r:id="rId160"/>
  </p:notesMasterIdLst>
  <p:sldIdLst>
    <p:sldId id="292" r:id="rId2"/>
    <p:sldId id="422" r:id="rId3"/>
    <p:sldId id="345" r:id="rId4"/>
    <p:sldId id="349" r:id="rId5"/>
    <p:sldId id="367" r:id="rId6"/>
    <p:sldId id="346" r:id="rId7"/>
    <p:sldId id="350" r:id="rId8"/>
    <p:sldId id="347" r:id="rId9"/>
    <p:sldId id="351" r:id="rId10"/>
    <p:sldId id="348" r:id="rId11"/>
    <p:sldId id="282" r:id="rId12"/>
    <p:sldId id="333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355" r:id="rId26"/>
    <p:sldId id="356" r:id="rId27"/>
    <p:sldId id="357" r:id="rId28"/>
    <p:sldId id="358" r:id="rId29"/>
    <p:sldId id="269" r:id="rId30"/>
    <p:sldId id="270" r:id="rId31"/>
    <p:sldId id="401" r:id="rId32"/>
    <p:sldId id="402" r:id="rId33"/>
    <p:sldId id="403" r:id="rId34"/>
    <p:sldId id="404" r:id="rId35"/>
    <p:sldId id="273" r:id="rId36"/>
    <p:sldId id="274" r:id="rId37"/>
    <p:sldId id="275" r:id="rId38"/>
    <p:sldId id="276" r:id="rId39"/>
    <p:sldId id="277" r:id="rId40"/>
    <p:sldId id="278" r:id="rId41"/>
    <p:sldId id="279" r:id="rId42"/>
    <p:sldId id="280" r:id="rId43"/>
    <p:sldId id="295" r:id="rId44"/>
    <p:sldId id="296" r:id="rId45"/>
    <p:sldId id="340" r:id="rId46"/>
    <p:sldId id="341" r:id="rId47"/>
    <p:sldId id="382" r:id="rId48"/>
    <p:sldId id="383" r:id="rId49"/>
    <p:sldId id="405" r:id="rId50"/>
    <p:sldId id="406" r:id="rId51"/>
    <p:sldId id="399" r:id="rId52"/>
    <p:sldId id="400" r:id="rId53"/>
    <p:sldId id="293" r:id="rId54"/>
    <p:sldId id="310" r:id="rId55"/>
    <p:sldId id="294" r:id="rId56"/>
    <p:sldId id="352" r:id="rId57"/>
    <p:sldId id="353" r:id="rId58"/>
    <p:sldId id="354" r:id="rId59"/>
    <p:sldId id="297" r:id="rId60"/>
    <p:sldId id="298" r:id="rId61"/>
    <p:sldId id="306" r:id="rId62"/>
    <p:sldId id="311" r:id="rId63"/>
    <p:sldId id="307" r:id="rId64"/>
    <p:sldId id="368" r:id="rId65"/>
    <p:sldId id="369" r:id="rId66"/>
    <p:sldId id="370" r:id="rId67"/>
    <p:sldId id="300" r:id="rId68"/>
    <p:sldId id="312" r:id="rId69"/>
    <p:sldId id="301" r:id="rId70"/>
    <p:sldId id="304" r:id="rId71"/>
    <p:sldId id="313" r:id="rId72"/>
    <p:sldId id="305" r:id="rId73"/>
    <p:sldId id="308" r:id="rId74"/>
    <p:sldId id="314" r:id="rId75"/>
    <p:sldId id="309" r:id="rId76"/>
    <p:sldId id="315" r:id="rId77"/>
    <p:sldId id="316" r:id="rId78"/>
    <p:sldId id="317" r:id="rId79"/>
    <p:sldId id="318" r:id="rId80"/>
    <p:sldId id="319" r:id="rId81"/>
    <p:sldId id="320" r:id="rId82"/>
    <p:sldId id="321" r:id="rId83"/>
    <p:sldId id="322" r:id="rId84"/>
    <p:sldId id="324" r:id="rId85"/>
    <p:sldId id="325" r:id="rId86"/>
    <p:sldId id="328" r:id="rId87"/>
    <p:sldId id="329" r:id="rId88"/>
    <p:sldId id="330" r:id="rId89"/>
    <p:sldId id="334" r:id="rId90"/>
    <p:sldId id="335" r:id="rId91"/>
    <p:sldId id="336" r:id="rId92"/>
    <p:sldId id="337" r:id="rId93"/>
    <p:sldId id="342" r:id="rId94"/>
    <p:sldId id="343" r:id="rId95"/>
    <p:sldId id="344" r:id="rId96"/>
    <p:sldId id="371" r:id="rId97"/>
    <p:sldId id="372" r:id="rId98"/>
    <p:sldId id="373" r:id="rId99"/>
    <p:sldId id="377" r:id="rId100"/>
    <p:sldId id="379" r:id="rId101"/>
    <p:sldId id="386" r:id="rId102"/>
    <p:sldId id="387" r:id="rId103"/>
    <p:sldId id="388" r:id="rId104"/>
    <p:sldId id="391" r:id="rId105"/>
    <p:sldId id="392" r:id="rId106"/>
    <p:sldId id="393" r:id="rId107"/>
    <p:sldId id="394" r:id="rId108"/>
    <p:sldId id="395" r:id="rId109"/>
    <p:sldId id="396" r:id="rId110"/>
    <p:sldId id="407" r:id="rId111"/>
    <p:sldId id="411" r:id="rId112"/>
    <p:sldId id="410" r:id="rId113"/>
    <p:sldId id="412" r:id="rId114"/>
    <p:sldId id="413" r:id="rId115"/>
    <p:sldId id="414" r:id="rId116"/>
    <p:sldId id="415" r:id="rId117"/>
    <p:sldId id="416" r:id="rId118"/>
    <p:sldId id="417" r:id="rId119"/>
    <p:sldId id="419" r:id="rId120"/>
    <p:sldId id="421" r:id="rId121"/>
    <p:sldId id="420" r:id="rId122"/>
    <p:sldId id="326" r:id="rId123"/>
    <p:sldId id="327" r:id="rId124"/>
    <p:sldId id="331" r:id="rId125"/>
    <p:sldId id="332" r:id="rId126"/>
    <p:sldId id="359" r:id="rId127"/>
    <p:sldId id="360" r:id="rId128"/>
    <p:sldId id="361" r:id="rId129"/>
    <p:sldId id="362" r:id="rId130"/>
    <p:sldId id="397" r:id="rId131"/>
    <p:sldId id="398" r:id="rId132"/>
    <p:sldId id="374" r:id="rId133"/>
    <p:sldId id="375" r:id="rId134"/>
    <p:sldId id="338" r:id="rId135"/>
    <p:sldId id="376" r:id="rId136"/>
    <p:sldId id="339" r:id="rId137"/>
    <p:sldId id="380" r:id="rId138"/>
    <p:sldId id="381" r:id="rId139"/>
    <p:sldId id="389" r:id="rId140"/>
    <p:sldId id="390" r:id="rId141"/>
    <p:sldId id="385" r:id="rId142"/>
    <p:sldId id="363" r:id="rId143"/>
    <p:sldId id="364" r:id="rId144"/>
    <p:sldId id="418" r:id="rId145"/>
    <p:sldId id="365" r:id="rId146"/>
    <p:sldId id="366" r:id="rId147"/>
    <p:sldId id="384" r:id="rId148"/>
    <p:sldId id="283" r:id="rId149"/>
    <p:sldId id="284" r:id="rId150"/>
    <p:sldId id="286" r:id="rId151"/>
    <p:sldId id="287" r:id="rId152"/>
    <p:sldId id="288" r:id="rId153"/>
    <p:sldId id="289" r:id="rId154"/>
    <p:sldId id="290" r:id="rId155"/>
    <p:sldId id="291" r:id="rId156"/>
    <p:sldId id="302" r:id="rId157"/>
    <p:sldId id="303" r:id="rId158"/>
    <p:sldId id="281" r:id="rId159"/>
  </p:sldIdLst>
  <p:sldSz cx="2328863" cy="5572125"/>
  <p:notesSz cx="6858000" cy="9144000"/>
  <p:embeddedFontLst>
    <p:embeddedFont>
      <p:font typeface="Cambria Math" panose="02040503050406030204" pitchFamily="18" charset="0"/>
      <p:regular r:id="rId161"/>
    </p:embeddedFont>
    <p:embeddedFont>
      <p:font typeface="Century Gothic" panose="020B0502020202020204" pitchFamily="34" charset="0"/>
      <p:regular r:id="rId162"/>
      <p:bold r:id="rId163"/>
      <p:italic r:id="rId164"/>
      <p:boldItalic r:id="rId165"/>
    </p:embeddedFont>
    <p:embeddedFont>
      <p:font typeface="Helvetica Neue" panose="02000503000000020004" pitchFamily="2" charset="0"/>
      <p:regular r:id="rId166"/>
      <p:bold r:id="rId167"/>
      <p:italic r:id="rId168"/>
      <p:boldItalic r:id="rId169"/>
    </p:embeddedFont>
    <p:embeddedFont>
      <p:font typeface="Lato" panose="020F0502020204030203" pitchFamily="34" charset="0"/>
      <p:regular r:id="rId170"/>
      <p:bold r:id="rId171"/>
      <p:italic r:id="rId172"/>
      <p:boldItalic r:id="rId1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4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밝은 스타일 2 - 강조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21"/>
    <p:restoredTop sz="94558"/>
  </p:normalViewPr>
  <p:slideViewPr>
    <p:cSldViewPr snapToGrid="0" showGuides="1">
      <p:cViewPr>
        <p:scale>
          <a:sx n="280" d="100"/>
          <a:sy n="280" d="100"/>
        </p:scale>
        <p:origin x="3648" y="-72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10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1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font" Target="fonts/font1.fntdata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2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7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3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customschemas.google.com/relationships/presentationmetadata" Target="meta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4.fntdata"/><Relationship Id="rId16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5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6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4236683A-D5AD-6AC4-4975-AAD29AF3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187040F6-6DC7-E938-FDEA-837914395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4DD61375-6C01-F34E-2837-482BFBA2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5355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4FD1C760-C7DB-8C8D-FF37-EA1746F9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BEB4F4E-E41F-8BC6-C592-4F036D2DD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65FBAB2D-0449-4513-696D-4D3BF311D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5755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5D628CC1-30A6-4CD0-F61B-7DCBF76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BC59C445-D267-9F9B-1551-5645A75276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DFA8E44C-EBB9-D35D-6112-18B445F93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229698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8669" y="484266"/>
            <a:ext cx="1912832" cy="2611360"/>
          </a:xfrm>
        </p:spPr>
        <p:txBody>
          <a:bodyPr anchor="b">
            <a:normAutofit/>
          </a:bodyPr>
          <a:lstStyle>
            <a:lvl1pPr algn="ctr">
              <a:defRPr sz="1019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669" y="3157538"/>
            <a:ext cx="1912832" cy="1803025"/>
          </a:xfrm>
        </p:spPr>
        <p:txBody>
          <a:bodyPr anchor="t">
            <a:normAutofit/>
          </a:bodyPr>
          <a:lstStyle>
            <a:lvl1pPr marL="0" indent="0" algn="ctr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116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32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349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4657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5822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698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8151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9315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1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21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669" y="2657443"/>
            <a:ext cx="1912832" cy="1481435"/>
          </a:xfrm>
        </p:spPr>
        <p:txBody>
          <a:bodyPr anchor="b">
            <a:normAutofit/>
          </a:bodyPr>
          <a:lstStyle>
            <a:lvl1pPr algn="r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69" y="4146846"/>
            <a:ext cx="1912832" cy="811078"/>
          </a:xfrm>
        </p:spPr>
        <p:txBody>
          <a:bodyPr anchor="t">
            <a:normAutofit/>
          </a:bodyPr>
          <a:lstStyle>
            <a:lvl1pPr marL="0" indent="0" algn="r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26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423" y="1674480"/>
            <a:ext cx="938542" cy="3275456"/>
          </a:xfrm>
        </p:spPr>
        <p:txBody>
          <a:bodyPr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1898" y="1674479"/>
            <a:ext cx="939603" cy="3275456"/>
          </a:xfrm>
        </p:spPr>
        <p:txBody>
          <a:bodyPr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96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763" y="1674480"/>
            <a:ext cx="865202" cy="596047"/>
          </a:xfrm>
        </p:spPr>
        <p:txBody>
          <a:bodyPr anchor="b">
            <a:noAutofit/>
          </a:bodyPr>
          <a:lstStyle>
            <a:lvl1pPr marL="0" indent="0">
              <a:buNone/>
              <a:defRPr sz="560" b="0"/>
            </a:lvl1pPr>
            <a:lvl2pPr marL="116449" indent="0">
              <a:buNone/>
              <a:defRPr sz="509" b="1"/>
            </a:lvl2pPr>
            <a:lvl3pPr marL="232898" indent="0">
              <a:buNone/>
              <a:defRPr sz="458" b="1"/>
            </a:lvl3pPr>
            <a:lvl4pPr marL="349347" indent="0">
              <a:buNone/>
              <a:defRPr sz="408" b="1"/>
            </a:lvl4pPr>
            <a:lvl5pPr marL="465795" indent="0">
              <a:buNone/>
              <a:defRPr sz="408" b="1"/>
            </a:lvl5pPr>
            <a:lvl6pPr marL="582244" indent="0">
              <a:buNone/>
              <a:defRPr sz="408" b="1"/>
            </a:lvl6pPr>
            <a:lvl7pPr marL="698693" indent="0">
              <a:buNone/>
              <a:defRPr sz="408" b="1"/>
            </a:lvl7pPr>
            <a:lvl8pPr marL="815142" indent="0">
              <a:buNone/>
              <a:defRPr sz="408" b="1"/>
            </a:lvl8pPr>
            <a:lvl9pPr marL="931591" indent="0">
              <a:buNone/>
              <a:defRPr sz="408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23" y="2263647"/>
            <a:ext cx="938542" cy="2694277"/>
          </a:xfrm>
        </p:spPr>
        <p:txBody>
          <a:bodyPr anchor="t"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50554" y="1674480"/>
            <a:ext cx="870947" cy="589167"/>
          </a:xfrm>
        </p:spPr>
        <p:txBody>
          <a:bodyPr anchor="b">
            <a:noAutofit/>
          </a:bodyPr>
          <a:lstStyle>
            <a:lvl1pPr marL="0" indent="0">
              <a:buNone/>
              <a:defRPr sz="560" b="0"/>
            </a:lvl1pPr>
            <a:lvl2pPr marL="116449" indent="0">
              <a:buNone/>
              <a:defRPr sz="509" b="1"/>
            </a:lvl2pPr>
            <a:lvl3pPr marL="232898" indent="0">
              <a:buNone/>
              <a:defRPr sz="458" b="1"/>
            </a:lvl3pPr>
            <a:lvl4pPr marL="349347" indent="0">
              <a:buNone/>
              <a:defRPr sz="408" b="1"/>
            </a:lvl4pPr>
            <a:lvl5pPr marL="465795" indent="0">
              <a:buNone/>
              <a:defRPr sz="408" b="1"/>
            </a:lvl5pPr>
            <a:lvl6pPr marL="582244" indent="0">
              <a:buNone/>
              <a:defRPr sz="408" b="1"/>
            </a:lvl6pPr>
            <a:lvl7pPr marL="698693" indent="0">
              <a:buNone/>
              <a:defRPr sz="408" b="1"/>
            </a:lvl7pPr>
            <a:lvl8pPr marL="815142" indent="0">
              <a:buNone/>
              <a:defRPr sz="408" b="1"/>
            </a:lvl8pPr>
            <a:lvl9pPr marL="931591" indent="0">
              <a:buNone/>
              <a:defRPr sz="408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78991" y="2263647"/>
            <a:ext cx="942731" cy="2694277"/>
          </a:xfrm>
        </p:spPr>
        <p:txBody>
          <a:bodyPr anchor="t"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3917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66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22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68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1425879"/>
            <a:ext cx="695176" cy="1114425"/>
          </a:xfrm>
        </p:spPr>
        <p:txBody>
          <a:bodyPr anchor="b">
            <a:normAutofit/>
          </a:bodyPr>
          <a:lstStyle>
            <a:lvl1pPr algn="l">
              <a:defRPr sz="56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5162" y="484265"/>
            <a:ext cx="1146340" cy="4473658"/>
          </a:xfrm>
        </p:spPr>
        <p:txBody>
          <a:bodyPr anchor="ctr">
            <a:normAutofit/>
          </a:bodyPr>
          <a:lstStyle>
            <a:lvl1pPr>
              <a:defRPr sz="458"/>
            </a:lvl1pPr>
            <a:lvl2pPr>
              <a:defRPr sz="408"/>
            </a:lvl2pPr>
            <a:lvl3pPr>
              <a:defRPr sz="357"/>
            </a:lvl3pPr>
            <a:lvl4pPr>
              <a:defRPr sz="306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23" y="2540304"/>
            <a:ext cx="695176" cy="1485900"/>
          </a:xfrm>
        </p:spPr>
        <p:txBody>
          <a:bodyPr>
            <a:normAutofit/>
          </a:bodyPr>
          <a:lstStyle>
            <a:lvl1pPr marL="0" indent="0">
              <a:buNone/>
              <a:defRPr sz="408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16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1542344"/>
            <a:ext cx="1126688" cy="1114425"/>
          </a:xfrm>
        </p:spPr>
        <p:txBody>
          <a:bodyPr anchor="b">
            <a:normAutofit/>
          </a:bodyPr>
          <a:lstStyle>
            <a:lvl1pPr algn="l">
              <a:defRPr sz="611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04714" y="-14859"/>
            <a:ext cx="636735" cy="5609273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408"/>
            </a:lvl1pPr>
            <a:lvl2pPr marL="116449" indent="0">
              <a:buNone/>
              <a:defRPr sz="408"/>
            </a:lvl2pPr>
            <a:lvl3pPr marL="232898" indent="0">
              <a:buNone/>
              <a:defRPr sz="408"/>
            </a:lvl3pPr>
            <a:lvl4pPr marL="349347" indent="0">
              <a:buNone/>
              <a:defRPr sz="408"/>
            </a:lvl4pPr>
            <a:lvl5pPr marL="465795" indent="0">
              <a:buNone/>
              <a:defRPr sz="408"/>
            </a:lvl5pPr>
            <a:lvl6pPr marL="582244" indent="0">
              <a:buNone/>
              <a:defRPr sz="408"/>
            </a:lvl6pPr>
            <a:lvl7pPr marL="698693" indent="0">
              <a:buNone/>
              <a:defRPr sz="408"/>
            </a:lvl7pPr>
            <a:lvl8pPr marL="815142" indent="0">
              <a:buNone/>
              <a:defRPr sz="408"/>
            </a:lvl8pPr>
            <a:lvl9pPr marL="931591" indent="0">
              <a:buNone/>
              <a:defRPr sz="408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161" y="2656769"/>
            <a:ext cx="1126688" cy="1485900"/>
          </a:xfrm>
        </p:spPr>
        <p:txBody>
          <a:bodyPr>
            <a:normAutofit/>
          </a:bodyPr>
          <a:lstStyle>
            <a:lvl1pPr marL="0" indent="0">
              <a:buNone/>
              <a:defRPr sz="408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152117" y="5022342"/>
            <a:ext cx="182994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08423" y="5022342"/>
            <a:ext cx="943694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043680" y="5022342"/>
            <a:ext cx="77727" cy="267516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70326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3721" y="3556707"/>
            <a:ext cx="1888001" cy="737348"/>
          </a:xfrm>
        </p:spPr>
        <p:txBody>
          <a:bodyPr anchor="b">
            <a:normAutofit/>
          </a:bodyPr>
          <a:lstStyle>
            <a:lvl1pPr algn="l">
              <a:defRPr sz="509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721" y="809403"/>
            <a:ext cx="1859583" cy="2422165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408"/>
            </a:lvl1pPr>
            <a:lvl2pPr marL="116449" indent="0">
              <a:buNone/>
              <a:defRPr sz="408"/>
            </a:lvl2pPr>
            <a:lvl3pPr marL="232898" indent="0">
              <a:buNone/>
              <a:defRPr sz="408"/>
            </a:lvl3pPr>
            <a:lvl4pPr marL="349347" indent="0">
              <a:buNone/>
              <a:defRPr sz="408"/>
            </a:lvl4pPr>
            <a:lvl5pPr marL="465795" indent="0">
              <a:buNone/>
              <a:defRPr sz="408"/>
            </a:lvl5pPr>
            <a:lvl6pPr marL="582244" indent="0">
              <a:buNone/>
              <a:defRPr sz="408"/>
            </a:lvl6pPr>
            <a:lvl7pPr marL="698693" indent="0">
              <a:buNone/>
              <a:defRPr sz="408"/>
            </a:lvl7pPr>
            <a:lvl8pPr marL="815142" indent="0">
              <a:buNone/>
              <a:defRPr sz="408"/>
            </a:lvl8pPr>
            <a:lvl9pPr marL="931591" indent="0">
              <a:buNone/>
              <a:defRPr sz="408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3721" y="4294055"/>
            <a:ext cx="1888001" cy="663869"/>
          </a:xfrm>
        </p:spPr>
        <p:txBody>
          <a:bodyPr>
            <a:normAutofit/>
          </a:bodyPr>
          <a:lstStyle>
            <a:lvl1pPr marL="0" indent="0">
              <a:buNone/>
              <a:defRPr sz="357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3721" y="5022342"/>
            <a:ext cx="1359338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388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2549448"/>
          </a:xfrm>
        </p:spPr>
        <p:txBody>
          <a:bodyPr anchor="ctr">
            <a:normAutofit/>
          </a:bodyPr>
          <a:lstStyle>
            <a:lvl1pPr algn="l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529013"/>
            <a:ext cx="1913079" cy="1428911"/>
          </a:xfrm>
        </p:spPr>
        <p:txBody>
          <a:bodyPr anchor="ctr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3532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48692" y="698974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203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9185" y="2426062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203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22" y="484265"/>
            <a:ext cx="1776220" cy="2473314"/>
          </a:xfrm>
        </p:spPr>
        <p:txBody>
          <a:bodyPr anchor="ctr">
            <a:normAutofit/>
          </a:bodyPr>
          <a:lstStyle>
            <a:lvl1pPr algn="l">
              <a:defRPr sz="713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19999" y="2966117"/>
            <a:ext cx="1688866" cy="309563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357"/>
            </a:lvl1pPr>
            <a:lvl2pPr marL="116449" indent="0">
              <a:buFontTx/>
              <a:buNone/>
              <a:defRPr/>
            </a:lvl2pPr>
            <a:lvl3pPr marL="232898" indent="0">
              <a:buFontTx/>
              <a:buNone/>
              <a:defRPr/>
            </a:lvl3pPr>
            <a:lvl4pPr marL="349347" indent="0">
              <a:buFontTx/>
              <a:buNone/>
              <a:defRPr/>
            </a:lvl4pPr>
            <a:lvl5pPr marL="465795" indent="0">
              <a:buFontTx/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770980"/>
            <a:ext cx="1913079" cy="1176338"/>
          </a:xfrm>
        </p:spPr>
        <p:txBody>
          <a:bodyPr anchor="ctr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8024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2927897"/>
            <a:ext cx="1913299" cy="1193400"/>
          </a:xfrm>
        </p:spPr>
        <p:txBody>
          <a:bodyPr anchor="b">
            <a:normAutofit/>
          </a:bodyPr>
          <a:lstStyle>
            <a:lvl1pPr algn="l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9103" y="4121298"/>
            <a:ext cx="1913299" cy="836626"/>
          </a:xfrm>
        </p:spPr>
        <p:txBody>
          <a:bodyPr anchor="t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1430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148692" y="612504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203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8863" y="2339592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203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22" y="484265"/>
            <a:ext cx="1776220" cy="2311050"/>
          </a:xfrm>
        </p:spPr>
        <p:txBody>
          <a:bodyPr anchor="ctr">
            <a:normAutofit/>
          </a:bodyPr>
          <a:lstStyle>
            <a:lvl1pPr algn="l">
              <a:defRPr sz="713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8423" y="3157538"/>
            <a:ext cx="1913299" cy="8561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509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4013638"/>
            <a:ext cx="1913299" cy="944286"/>
          </a:xfrm>
        </p:spPr>
        <p:txBody>
          <a:bodyPr anchor="t">
            <a:normAutofit/>
          </a:bodyPr>
          <a:lstStyle>
            <a:lvl1pPr marL="0" indent="0" algn="l">
              <a:buNone/>
              <a:defRPr sz="40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64333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2239886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713" b="0" dirty="0"/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8423" y="2992390"/>
            <a:ext cx="1913079" cy="85254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611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844932"/>
            <a:ext cx="1913078" cy="1112992"/>
          </a:xfrm>
        </p:spPr>
        <p:txBody>
          <a:bodyPr anchor="t">
            <a:normAutofit/>
          </a:bodyPr>
          <a:lstStyle>
            <a:lvl1pPr marL="0" indent="0" algn="l">
              <a:buNone/>
              <a:defRPr sz="40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03594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106639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6368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68638" y="484265"/>
            <a:ext cx="452863" cy="447365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423" y="484265"/>
            <a:ext cx="1432398" cy="4473659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734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10663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1674480"/>
            <a:ext cx="1913078" cy="32834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68639" y="5019837"/>
            <a:ext cx="327901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423" y="5019837"/>
            <a:ext cx="1432398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16413" y="5019837"/>
            <a:ext cx="105309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6705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9" r:id="rId1"/>
    <p:sldLayoutId id="2147483980" r:id="rId2"/>
    <p:sldLayoutId id="2147483981" r:id="rId3"/>
    <p:sldLayoutId id="2147483982" r:id="rId4"/>
    <p:sldLayoutId id="2147483983" r:id="rId5"/>
    <p:sldLayoutId id="2147483984" r:id="rId6"/>
    <p:sldLayoutId id="2147483985" r:id="rId7"/>
    <p:sldLayoutId id="2147483986" r:id="rId8"/>
    <p:sldLayoutId id="2147483987" r:id="rId9"/>
    <p:sldLayoutId id="2147483988" r:id="rId10"/>
    <p:sldLayoutId id="2147483989" r:id="rId11"/>
    <p:sldLayoutId id="2147483990" r:id="rId12"/>
    <p:sldLayoutId id="2147483991" r:id="rId13"/>
    <p:sldLayoutId id="2147483992" r:id="rId14"/>
    <p:sldLayoutId id="2147483993" r:id="rId15"/>
    <p:sldLayoutId id="2147483994" r:id="rId16"/>
    <p:sldLayoutId id="2147483995" r:id="rId17"/>
  </p:sldLayoutIdLst>
  <p:hf sldNum="0" hdr="0" ftr="0" dt="0"/>
  <p:txStyles>
    <p:titleStyle>
      <a:lvl1pPr algn="l" defTabSz="116449" rtl="0" eaLnBrk="1" latinLnBrk="0" hangingPunct="1">
        <a:spcBef>
          <a:spcPct val="0"/>
        </a:spcBef>
        <a:buNone/>
        <a:defRPr sz="713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72781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458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189229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408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305678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57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393015" indent="-43668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57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509464" indent="-43668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06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640469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756917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873366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989815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0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1pPr>
      <a:lvl2pPr marL="116449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2pPr>
      <a:lvl3pPr marL="232898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3pPr>
      <a:lvl4pPr marL="349347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4pPr>
      <a:lvl5pPr marL="465795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5pPr>
      <a:lvl6pPr marL="582244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6pPr>
      <a:lvl7pPr marL="698693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7pPr>
      <a:lvl8pPr marL="815142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8pPr>
      <a:lvl9pPr marL="931591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41.xml"/><Relationship Id="rId13" Type="http://schemas.openxmlformats.org/officeDocument/2006/relationships/slide" Target="slide152.xml"/><Relationship Id="rId3" Type="http://schemas.openxmlformats.org/officeDocument/2006/relationships/slide" Target="slide3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5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0.xml"/><Relationship Id="rId11" Type="http://schemas.openxmlformats.org/officeDocument/2006/relationships/slide" Target="slide147.xml"/><Relationship Id="rId5" Type="http://schemas.openxmlformats.org/officeDocument/2006/relationships/slide" Target="slide8.xml"/><Relationship Id="rId10" Type="http://schemas.openxmlformats.org/officeDocument/2006/relationships/slide" Target="slide145.xml"/><Relationship Id="rId4" Type="http://schemas.openxmlformats.org/officeDocument/2006/relationships/slide" Target="slide6.xml"/><Relationship Id="rId9" Type="http://schemas.openxmlformats.org/officeDocument/2006/relationships/slide" Target="slide142.xml"/><Relationship Id="rId14" Type="http://schemas.openxmlformats.org/officeDocument/2006/relationships/slide" Target="slide15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8.xml"/><Relationship Id="rId13" Type="http://schemas.openxmlformats.org/officeDocument/2006/relationships/slide" Target="slide23.xml"/><Relationship Id="rId18" Type="http://schemas.openxmlformats.org/officeDocument/2006/relationships/slide" Target="slide28.xml"/><Relationship Id="rId3" Type="http://schemas.openxmlformats.org/officeDocument/2006/relationships/slide" Target="slide13.xml"/><Relationship Id="rId7" Type="http://schemas.openxmlformats.org/officeDocument/2006/relationships/slide" Target="slide17.xml"/><Relationship Id="rId12" Type="http://schemas.openxmlformats.org/officeDocument/2006/relationships/slide" Target="slide22.xml"/><Relationship Id="rId17" Type="http://schemas.openxmlformats.org/officeDocument/2006/relationships/slide" Target="slide27.xml"/><Relationship Id="rId2" Type="http://schemas.openxmlformats.org/officeDocument/2006/relationships/notesSlide" Target="../notesSlides/notesSlide2.xml"/><Relationship Id="rId16" Type="http://schemas.openxmlformats.org/officeDocument/2006/relationships/slide" Target="slide2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6.xml"/><Relationship Id="rId11" Type="http://schemas.openxmlformats.org/officeDocument/2006/relationships/slide" Target="slide21.xml"/><Relationship Id="rId5" Type="http://schemas.openxmlformats.org/officeDocument/2006/relationships/slide" Target="slide15.xml"/><Relationship Id="rId15" Type="http://schemas.openxmlformats.org/officeDocument/2006/relationships/slide" Target="slide25.xml"/><Relationship Id="rId10" Type="http://schemas.openxmlformats.org/officeDocument/2006/relationships/slide" Target="slide20.xml"/><Relationship Id="rId4" Type="http://schemas.openxmlformats.org/officeDocument/2006/relationships/slide" Target="slide14.xml"/><Relationship Id="rId9" Type="http://schemas.openxmlformats.org/officeDocument/2006/relationships/slide" Target="slide19.xml"/><Relationship Id="rId14" Type="http://schemas.openxmlformats.org/officeDocument/2006/relationships/slide" Target="slide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37.xml"/><Relationship Id="rId18" Type="http://schemas.openxmlformats.org/officeDocument/2006/relationships/slide" Target="slide42.xml"/><Relationship Id="rId26" Type="http://schemas.openxmlformats.org/officeDocument/2006/relationships/slide" Target="slide50.xml"/><Relationship Id="rId3" Type="http://schemas.openxmlformats.org/officeDocument/2006/relationships/slide" Target="slide59.xml"/><Relationship Id="rId21" Type="http://schemas.openxmlformats.org/officeDocument/2006/relationships/slide" Target="slide45.xml"/><Relationship Id="rId7" Type="http://schemas.openxmlformats.org/officeDocument/2006/relationships/slide" Target="slide31.xml"/><Relationship Id="rId12" Type="http://schemas.openxmlformats.org/officeDocument/2006/relationships/slide" Target="slide36.xml"/><Relationship Id="rId17" Type="http://schemas.openxmlformats.org/officeDocument/2006/relationships/slide" Target="slide41.xml"/><Relationship Id="rId25" Type="http://schemas.openxmlformats.org/officeDocument/2006/relationships/slide" Target="slide49.xml"/><Relationship Id="rId2" Type="http://schemas.openxmlformats.org/officeDocument/2006/relationships/notesSlide" Target="../notesSlides/notesSlide5.xml"/><Relationship Id="rId16" Type="http://schemas.openxmlformats.org/officeDocument/2006/relationships/slide" Target="slide40.xml"/><Relationship Id="rId20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0.xml"/><Relationship Id="rId11" Type="http://schemas.openxmlformats.org/officeDocument/2006/relationships/slide" Target="slide35.xml"/><Relationship Id="rId24" Type="http://schemas.openxmlformats.org/officeDocument/2006/relationships/slide" Target="slide48.xml"/><Relationship Id="rId5" Type="http://schemas.openxmlformats.org/officeDocument/2006/relationships/slide" Target="slide29.xml"/><Relationship Id="rId15" Type="http://schemas.openxmlformats.org/officeDocument/2006/relationships/slide" Target="slide39.xml"/><Relationship Id="rId23" Type="http://schemas.openxmlformats.org/officeDocument/2006/relationships/slide" Target="slide47.xml"/><Relationship Id="rId28" Type="http://schemas.openxmlformats.org/officeDocument/2006/relationships/slide" Target="slide52.xml"/><Relationship Id="rId10" Type="http://schemas.openxmlformats.org/officeDocument/2006/relationships/slide" Target="slide34.xml"/><Relationship Id="rId19" Type="http://schemas.openxmlformats.org/officeDocument/2006/relationships/slide" Target="slide43.xml"/><Relationship Id="rId4" Type="http://schemas.openxmlformats.org/officeDocument/2006/relationships/slide" Target="slide60.xml"/><Relationship Id="rId9" Type="http://schemas.openxmlformats.org/officeDocument/2006/relationships/slide" Target="slide33.xml"/><Relationship Id="rId14" Type="http://schemas.openxmlformats.org/officeDocument/2006/relationships/slide" Target="slide38.xml"/><Relationship Id="rId22" Type="http://schemas.openxmlformats.org/officeDocument/2006/relationships/slide" Target="slide46.xml"/><Relationship Id="rId27" Type="http://schemas.openxmlformats.org/officeDocument/2006/relationships/slide" Target="slide5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slide" Target="slide70.xml"/><Relationship Id="rId18" Type="http://schemas.openxmlformats.org/officeDocument/2006/relationships/slide" Target="slide78.xml"/><Relationship Id="rId26" Type="http://schemas.openxmlformats.org/officeDocument/2006/relationships/slide" Target="slide92.xml"/><Relationship Id="rId39" Type="http://schemas.openxmlformats.org/officeDocument/2006/relationships/slide" Target="slide110.xml"/><Relationship Id="rId21" Type="http://schemas.openxmlformats.org/officeDocument/2006/relationships/slide" Target="slide82.xml"/><Relationship Id="rId34" Type="http://schemas.openxmlformats.org/officeDocument/2006/relationships/slide" Target="slide103.xml"/><Relationship Id="rId42" Type="http://schemas.openxmlformats.org/officeDocument/2006/relationships/slide" Target="slide115.xml"/><Relationship Id="rId7" Type="http://schemas.openxmlformats.org/officeDocument/2006/relationships/slide" Target="slide61.xml"/><Relationship Id="rId2" Type="http://schemas.openxmlformats.org/officeDocument/2006/relationships/notesSlide" Target="../notesSlides/notesSlide7.xml"/><Relationship Id="rId16" Type="http://schemas.openxmlformats.org/officeDocument/2006/relationships/slide" Target="slide75.xml"/><Relationship Id="rId29" Type="http://schemas.openxmlformats.org/officeDocument/2006/relationships/slide" Target="slide9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8.xml"/><Relationship Id="rId11" Type="http://schemas.openxmlformats.org/officeDocument/2006/relationships/slide" Target="slide67.xml"/><Relationship Id="rId24" Type="http://schemas.openxmlformats.org/officeDocument/2006/relationships/slide" Target="slide88.xml"/><Relationship Id="rId32" Type="http://schemas.openxmlformats.org/officeDocument/2006/relationships/slide" Target="slide100.xml"/><Relationship Id="rId37" Type="http://schemas.openxmlformats.org/officeDocument/2006/relationships/slide" Target="slide107.xml"/><Relationship Id="rId40" Type="http://schemas.openxmlformats.org/officeDocument/2006/relationships/slide" Target="slide112.xml"/><Relationship Id="rId45" Type="http://schemas.openxmlformats.org/officeDocument/2006/relationships/slide" Target="slide119.xml"/><Relationship Id="rId5" Type="http://schemas.openxmlformats.org/officeDocument/2006/relationships/slide" Target="slide56.xml"/><Relationship Id="rId15" Type="http://schemas.openxmlformats.org/officeDocument/2006/relationships/slide" Target="slide73.xml"/><Relationship Id="rId23" Type="http://schemas.openxmlformats.org/officeDocument/2006/relationships/slide" Target="slide86.xml"/><Relationship Id="rId28" Type="http://schemas.openxmlformats.org/officeDocument/2006/relationships/slide" Target="slide95.xml"/><Relationship Id="rId36" Type="http://schemas.openxmlformats.org/officeDocument/2006/relationships/slide" Target="slide106.xml"/><Relationship Id="rId10" Type="http://schemas.openxmlformats.org/officeDocument/2006/relationships/slide" Target="slide66.xml"/><Relationship Id="rId19" Type="http://schemas.openxmlformats.org/officeDocument/2006/relationships/slide" Target="slide79.xml"/><Relationship Id="rId31" Type="http://schemas.openxmlformats.org/officeDocument/2006/relationships/slide" Target="slide99.xml"/><Relationship Id="rId44" Type="http://schemas.openxmlformats.org/officeDocument/2006/relationships/slide" Target="slide118.xml"/><Relationship Id="rId4" Type="http://schemas.openxmlformats.org/officeDocument/2006/relationships/slide" Target="slide55.xml"/><Relationship Id="rId9" Type="http://schemas.openxmlformats.org/officeDocument/2006/relationships/slide" Target="slide64.xml"/><Relationship Id="rId14" Type="http://schemas.openxmlformats.org/officeDocument/2006/relationships/slide" Target="slide72.xml"/><Relationship Id="rId22" Type="http://schemas.openxmlformats.org/officeDocument/2006/relationships/slide" Target="slide85.xml"/><Relationship Id="rId27" Type="http://schemas.openxmlformats.org/officeDocument/2006/relationships/slide" Target="slide93.xml"/><Relationship Id="rId30" Type="http://schemas.openxmlformats.org/officeDocument/2006/relationships/slide" Target="slide98.xml"/><Relationship Id="rId35" Type="http://schemas.openxmlformats.org/officeDocument/2006/relationships/slide" Target="slide104.xml"/><Relationship Id="rId43" Type="http://schemas.openxmlformats.org/officeDocument/2006/relationships/slide" Target="slide116.xml"/><Relationship Id="rId8" Type="http://schemas.openxmlformats.org/officeDocument/2006/relationships/slide" Target="slide63.xml"/><Relationship Id="rId3" Type="http://schemas.openxmlformats.org/officeDocument/2006/relationships/slide" Target="slide53.xml"/><Relationship Id="rId12" Type="http://schemas.openxmlformats.org/officeDocument/2006/relationships/slide" Target="slide69.xml"/><Relationship Id="rId17" Type="http://schemas.openxmlformats.org/officeDocument/2006/relationships/slide" Target="slide76.xml"/><Relationship Id="rId25" Type="http://schemas.openxmlformats.org/officeDocument/2006/relationships/slide" Target="slide89.xml"/><Relationship Id="rId33" Type="http://schemas.openxmlformats.org/officeDocument/2006/relationships/slide" Target="slide101.xml"/><Relationship Id="rId38" Type="http://schemas.openxmlformats.org/officeDocument/2006/relationships/slide" Target="slide109.xml"/><Relationship Id="rId46" Type="http://schemas.openxmlformats.org/officeDocument/2006/relationships/slide" Target="slide121.xml"/><Relationship Id="rId20" Type="http://schemas.openxmlformats.org/officeDocument/2006/relationships/slide" Target="slide81.xml"/><Relationship Id="rId41" Type="http://schemas.openxmlformats.org/officeDocument/2006/relationships/slide" Target="slide1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27.xml"/><Relationship Id="rId13" Type="http://schemas.openxmlformats.org/officeDocument/2006/relationships/slide" Target="slide132.xml"/><Relationship Id="rId18" Type="http://schemas.openxmlformats.org/officeDocument/2006/relationships/slide" Target="slide136.xml"/><Relationship Id="rId3" Type="http://schemas.openxmlformats.org/officeDocument/2006/relationships/slide" Target="slide122.xml"/><Relationship Id="rId7" Type="http://schemas.openxmlformats.org/officeDocument/2006/relationships/slide" Target="slide126.xml"/><Relationship Id="rId12" Type="http://schemas.openxmlformats.org/officeDocument/2006/relationships/slide" Target="slide131.xml"/><Relationship Id="rId17" Type="http://schemas.openxmlformats.org/officeDocument/2006/relationships/slide" Target="slide134.xml"/><Relationship Id="rId2" Type="http://schemas.openxmlformats.org/officeDocument/2006/relationships/notesSlide" Target="../notesSlides/notesSlide9.xml"/><Relationship Id="rId16" Type="http://schemas.openxmlformats.org/officeDocument/2006/relationships/slide" Target="slide138.xml"/><Relationship Id="rId20" Type="http://schemas.openxmlformats.org/officeDocument/2006/relationships/slide" Target="slide14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5.xml"/><Relationship Id="rId11" Type="http://schemas.openxmlformats.org/officeDocument/2006/relationships/slide" Target="slide130.xml"/><Relationship Id="rId5" Type="http://schemas.openxmlformats.org/officeDocument/2006/relationships/slide" Target="slide124.xml"/><Relationship Id="rId15" Type="http://schemas.openxmlformats.org/officeDocument/2006/relationships/slide" Target="slide137.xml"/><Relationship Id="rId10" Type="http://schemas.openxmlformats.org/officeDocument/2006/relationships/slide" Target="slide129.xml"/><Relationship Id="rId19" Type="http://schemas.openxmlformats.org/officeDocument/2006/relationships/slide" Target="slide139.xml"/><Relationship Id="rId4" Type="http://schemas.openxmlformats.org/officeDocument/2006/relationships/slide" Target="slide123.xml"/><Relationship Id="rId9" Type="http://schemas.openxmlformats.org/officeDocument/2006/relationships/slide" Target="slide128.xml"/><Relationship Id="rId14" Type="http://schemas.openxmlformats.org/officeDocument/2006/relationships/slide" Target="slide13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hyperlink" Target="https://flyingdeuk.github.io/posts/RKPC-CJU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hyperlink" Target="https://flyingdeuk.github.io/posts/RKSS-GMP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3.jp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6.xml"/><Relationship Id="rId9" Type="http://schemas.openxmlformats.org/officeDocument/2006/relationships/slide" Target="slide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SS-GM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JJ-KWJ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TU-CJJ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TN-TAE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6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K-PUS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KPC-CJU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56.xml"/><Relationship Id="rId7" Type="http://schemas.openxmlformats.org/officeDocument/2006/relationships/slide" Target="slide4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3.xml"/><Relationship Id="rId4" Type="http://schemas.openxmlformats.org/officeDocument/2006/relationships/hyperlink" Target="https://flyingdeuk.github.io/posts/RKSI-ICN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3.xml"/><Relationship Id="rId4" Type="http://schemas.openxmlformats.org/officeDocument/2006/relationships/hyperlink" Target="https://flyingdeuk.github.io/posts/RKTN-TAE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g"/><Relationship Id="rId5" Type="http://schemas.openxmlformats.org/officeDocument/2006/relationships/slide" Target="slide3.xml"/><Relationship Id="rId4" Type="http://schemas.openxmlformats.org/officeDocument/2006/relationships/hyperlink" Target="https://flyingdeuk.github.io/posts/RKSI-ICN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7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AA-NRT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156.xml"/><Relationship Id="rId4" Type="http://schemas.openxmlformats.org/officeDocument/2006/relationships/hyperlink" Target="https://flyingdeuk.github.io/posts/RKPK-PUS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GG-NGO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156.xml"/><Relationship Id="rId4" Type="http://schemas.openxmlformats.org/officeDocument/2006/relationships/hyperlink" Target="https://flyingdeuk.github.io/posts/RKPK-PUS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7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FF-FUK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156.xml"/><Relationship Id="rId4" Type="http://schemas.openxmlformats.org/officeDocument/2006/relationships/hyperlink" Target="https://flyingdeuk.github.io/posts/RKPK-PUS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BB-KIX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AA-NRT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CC-CTS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TT-HND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3.png"/><Relationship Id="rId4" Type="http://schemas.openxmlformats.org/officeDocument/2006/relationships/hyperlink" Target="https://flyingdeuk.github.io/posts/RKSI-ICN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GG-NGO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FF-FUK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SA-AOJ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SN-KIJ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AA-NRT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PC-CJU/" TargetMode="Externa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3.jpg"/><Relationship Id="rId7" Type="http://schemas.openxmlformats.org/officeDocument/2006/relationships/slide" Target="slide8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5.png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3.jpg"/><Relationship Id="rId7" Type="http://schemas.openxmlformats.org/officeDocument/2006/relationships/slide" Target="slide8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S-GMP/" TargetMode="Externa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hyperlink" Target="https://flyingdeuk.github.io/posts/RJBB-KIX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5.png"/><Relationship Id="rId4" Type="http://schemas.openxmlformats.org/officeDocument/2006/relationships/hyperlink" Target="https://flyingdeuk.github.io/posts/RKSS-GMP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9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ZBAA-PEK/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PD-PVG/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6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PK-PUS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NJ-NKG/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QD-TAO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BAA-PEK/" TargetMode="Externa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YTX-SHE/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PD-PVG/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YYJ-YNJ/" TargetMode="Externa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8.jpeg"/><Relationship Id="rId4" Type="http://schemas.openxmlformats.org/officeDocument/2006/relationships/hyperlink" Target="https://flyingdeuk.github.io/posts/RKSI-ICN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HC-HGH/" TargetMode="Externa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slide" Target="slide4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WH-WEH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LXY-XIY/" TargetMode="Externa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7" Type="http://schemas.openxmlformats.org/officeDocument/2006/relationships/slide" Target="slide4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GHA-CSX/" TargetMode="Externa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slide" Target="slide4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BTJ-TSN/" TargetMode="Externa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HCC-CGO/" TargetMode="Externa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GDY-DYG/" TargetMode="Externa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YTL-DLC/" TargetMode="Externa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OF-HFE/" TargetMode="Externa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143.xml"/><Relationship Id="rId7" Type="http://schemas.openxmlformats.org/officeDocument/2006/relationships/slide" Target="slide8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4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VMMC-MFM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MMC-MFM/" TargetMode="External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VCR-CXR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image" Target="../media/image27.jpeg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VTS-SGN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DPP-PNH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PLL-MNL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jpeg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CMQ-RMQ/" TargetMode="Externa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31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CTP-TPE/" TargetMode="Externa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PGUM-GUM/" TargetMode="Externa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image" Target="../media/image32.jpeg"/><Relationship Id="rId4" Type="http://schemas.openxmlformats.org/officeDocument/2006/relationships/hyperlink" Target="https://flyingdeuk.github.io/posts/RKSI-ICN/" TargetMode="External"/></Relationships>
</file>

<file path=ppt/slides/_rels/slide1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CTP-TPE/" TargetMode="Externa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6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PK-PUS/" TargetMode="Externa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TBS-BKK/" TargetMode="Externa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6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PK-PUS/" TargetMode="Externa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slide" Target="slide6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slide" Target="slide150.xm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50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5.jpe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5.jpe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11947" y="-38794"/>
            <a:ext cx="2332054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A330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384420" y="818320"/>
            <a:ext cx="92060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10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1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298961" y="58256"/>
            <a:ext cx="102579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24.12.18</a:t>
            </a:r>
            <a:endParaRPr sz="10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84097" y="808050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1;p27">
            <a:extLst>
              <a:ext uri="{FF2B5EF4-FFF2-40B4-BE49-F238E27FC236}">
                <a16:creationId xmlns:a16="http://schemas.microsoft.com/office/drawing/2014/main" id="{4D02F53F-7837-826A-0E25-CAC7064CE6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86517735"/>
              </p:ext>
            </p:extLst>
          </p:nvPr>
        </p:nvGraphicFramePr>
        <p:xfrm>
          <a:off x="86777" y="87964"/>
          <a:ext cx="2178751" cy="1325880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65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0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1507">
                  <a:extLst>
                    <a:ext uri="{9D8B030D-6E8A-4147-A177-3AD203B41FA5}">
                      <a16:colId xmlns:a16="http://schemas.microsoft.com/office/drawing/2014/main" val="197832846"/>
                    </a:ext>
                  </a:extLst>
                </a:gridCol>
                <a:gridCol w="390517">
                  <a:extLst>
                    <a:ext uri="{9D8B030D-6E8A-4147-A177-3AD203B41FA5}">
                      <a16:colId xmlns:a16="http://schemas.microsoft.com/office/drawing/2014/main" val="1256087033"/>
                    </a:ext>
                  </a:extLst>
                </a:gridCol>
              </a:tblGrid>
              <a:tr h="18438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Differences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HL7xxx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dirty="0"/>
                        <a:t>(A330-300)</a:t>
                      </a:r>
                      <a:endParaRPr sz="1000" b="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APMS</a:t>
                      </a:r>
                      <a:endParaRPr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/>
                        <a:t>EY 252(151)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/>
                        <a:t>EY 260(156)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Ref Dispatch Note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HL80xx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(A330-300E)</a:t>
                      </a:r>
                      <a:endParaRPr sz="10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APMS-1.5</a:t>
                      </a:r>
                      <a:endParaRPr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dirty="0"/>
                        <a:t>EY 248(149)</a:t>
                      </a:r>
                    </a:p>
                  </a:txBody>
                  <a:tcPr marL="0" marR="0" marT="0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11644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EY PAX 60% AUTO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HL82xx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(A330-200E)</a:t>
                      </a:r>
                      <a:endParaRPr sz="10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APMS-2.5</a:t>
                      </a:r>
                      <a:endParaRPr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dirty="0"/>
                        <a:t>EY 188(113)</a:t>
                      </a:r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153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3469401366"/>
              </p:ext>
            </p:extLst>
          </p:nvPr>
        </p:nvGraphicFramePr>
        <p:xfrm>
          <a:off x="55371" y="3173"/>
          <a:ext cx="1874000" cy="55473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17666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2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MFM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405437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514459259"/>
              </p:ext>
            </p:extLst>
          </p:nvPr>
        </p:nvGraphicFramePr>
        <p:xfrm>
          <a:off x="66044" y="2829146"/>
          <a:ext cx="1878761" cy="27367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MFM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마카오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58851044"/>
                  </a:ext>
                </a:extLst>
              </a:tr>
            </a:tbl>
          </a:graphicData>
        </a:graphic>
      </p:graphicFrame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19103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A6C4FA8D-AB36-64AD-0C41-22D8EBAD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F06C4E-F900-1E16-77CC-12579246C61F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APP 123.85 – MFM TWR 118.0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B142E5DB-4913-0E81-A18E-599BE55C006A}"/>
              </a:ext>
            </a:extLst>
          </p:cNvPr>
          <p:cNvGraphicFramePr/>
          <p:nvPr/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F5602DF1-B5B4-1FC1-A507-6E71D395C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722462"/>
              </p:ext>
            </p:extLst>
          </p:nvPr>
        </p:nvGraphicFramePr>
        <p:xfrm>
          <a:off x="4472" y="3748852"/>
          <a:ext cx="231428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4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2880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</a:tblGrid>
              <a:tr h="25778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MFM :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STAR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ATC) 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Missed APP See Meter Table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ZAO R231 North X,  FL110 250kts, App 190kts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SMT xx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en-US" altLang="ko-KR" sz="800" b="1" dirty="0"/>
                        <a:t>A</a:t>
                      </a:r>
                      <a:endParaRPr lang="en-US"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HAZEL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ILS Z 34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SMT xx B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ZUM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Offset 54 LOC Z 16 1000ft Turn Final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NAV CHG (GS Warn)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34(20’) 9613’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9400’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ZAO R231, </a:t>
                      </a:r>
                      <a:r>
                        <a:rPr lang="en-US" sz="800" b="1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 /8</a:t>
                      </a:r>
                      <a:endParaRPr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26462761"/>
                  </a:ext>
                </a:extLst>
              </a:tr>
              <a:tr h="186514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34 : G(9074’)                                 16 : E(7020’),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D(8989’)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In Apron, Caution Wingtip &amp; Jet Blast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Advanced VDGS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2211FFD-03EB-93D5-28A6-B9931AD7D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805698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4EDC834-7773-59FE-97E5-43CCAFAC5156}"/>
              </a:ext>
            </a:extLst>
          </p:cNvPr>
          <p:cNvSpPr/>
          <p:nvPr/>
        </p:nvSpPr>
        <p:spPr>
          <a:xfrm>
            <a:off x="1674227" y="34497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C1BBEA-1CB8-4E77-8A50-538B7C56BE5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860190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83C628C-ADA9-9C15-F3DF-99D5B8F9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41E6EB93-FEF2-1C9F-6F4E-33AE81F211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3035EA-DF68-8BC5-1CAC-01163F9A72E6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56E31E-69CF-997F-3FEB-698A82473E0E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2AC44-241B-5D7B-FAF8-A7E4603494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44C2A75-2A01-AD59-CAF2-E45F45E3F83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219058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BD43E86-00FC-2B4E-604E-A003C2849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0E119484-5864-648E-E57B-28487A91C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6187328"/>
              </p:ext>
            </p:extLst>
          </p:nvPr>
        </p:nvGraphicFramePr>
        <p:xfrm>
          <a:off x="7175" y="603644"/>
          <a:ext cx="2300931" cy="1771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MFM :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RW34 Modified NADP</a:t>
                      </a:r>
                      <a:r>
                        <a:rPr lang="en-US" sz="800" u="none" strike="noStrike" cap="none" dirty="0"/>
                        <a:t> (TA 9000)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bg1"/>
                          </a:solidFill>
                        </a:rPr>
                        <a:t>Climb Offset 15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도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(359)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to 400ft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(B737 No LNAV, 400ft R/T 359, DCT LATOP then LNAV)</a:t>
                      </a:r>
                      <a:endParaRPr lang="en-US"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CONGA  xx T/U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FL160/ATC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16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CONGA xx 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MCU 116.4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34  109.7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 (20’)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(20’)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ZAO R231 , RW34 E.O : MCU 344/2.5, R025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A1-15, A17, B1-6, B8 Confirm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BLUE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After TWY Protection, Eng Start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65000D49-058D-E40D-4EF0-48B668949B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68869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lang="en-US" altLang="ko-Kore-KR"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 130.55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GND/TWR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Voice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703CDEB-16B8-E69C-A1F0-A6469B60D76F}"/>
              </a:ext>
            </a:extLst>
          </p:cNvPr>
          <p:cNvSpPr txBox="1"/>
          <p:nvPr/>
        </p:nvSpPr>
        <p:spPr>
          <a:xfrm>
            <a:off x="910816" y="2407652"/>
            <a:ext cx="1348126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DEP 123.85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RDR 123.8 - 118.25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125.5 - FUK 127.5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- 120.72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     126.17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D0AC14C0-AFE6-CB21-11C8-20EB8A8B424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963F5F-CB6D-A450-43AE-40BA3AFFA920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C5E36BA-68D9-3F9F-F76A-0E04064EB12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8" name="그림 7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45A9F79A-D38F-7264-637D-181668F136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2500" y="2389930"/>
            <a:ext cx="857950" cy="57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77771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640504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그물">
  <a:themeElements>
    <a:clrScheme name="그물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그물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그물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45453</TotalTime>
  <Words>32358</Words>
  <Application>Microsoft Macintosh PowerPoint</Application>
  <PresentationFormat>사용자 지정</PresentationFormat>
  <Paragraphs>8727</Paragraphs>
  <Slides>158</Slides>
  <Notes>155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158</vt:i4>
      </vt:variant>
    </vt:vector>
  </HeadingPairs>
  <TitlesOfParts>
    <vt:vector size="168" baseType="lpstr">
      <vt:lpstr>Arial</vt:lpstr>
      <vt:lpstr>Century Gothic</vt:lpstr>
      <vt:lpstr>Calibri</vt:lpstr>
      <vt:lpstr>Cambria Math</vt:lpstr>
      <vt:lpstr>Britannic Bold</vt:lpstr>
      <vt:lpstr>Helvetica Neue</vt:lpstr>
      <vt:lpstr>Lato</vt:lpstr>
      <vt:lpstr>Wingdings</vt:lpstr>
      <vt:lpstr>Gulim</vt:lpstr>
      <vt:lpstr>그물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367</cp:revision>
  <dcterms:created xsi:type="dcterms:W3CDTF">2022-05-17T08:00:10Z</dcterms:created>
  <dcterms:modified xsi:type="dcterms:W3CDTF">2025-01-06T23:30:56Z</dcterms:modified>
</cp:coreProperties>
</file>