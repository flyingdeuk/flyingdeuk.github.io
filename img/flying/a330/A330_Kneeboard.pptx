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365" r:id="rId113"/>
    <p:sldId id="366" r:id="rId114"/>
    <p:sldId id="423" r:id="rId115"/>
    <p:sldId id="384" r:id="rId116"/>
    <p:sldId id="283" r:id="rId117"/>
    <p:sldId id="286" r:id="rId118"/>
    <p:sldId id="428" r:id="rId119"/>
    <p:sldId id="288" r:id="rId120"/>
    <p:sldId id="289" r:id="rId121"/>
    <p:sldId id="290" r:id="rId122"/>
    <p:sldId id="424" r:id="rId123"/>
    <p:sldId id="302" r:id="rId124"/>
    <p:sldId id="303" r:id="rId125"/>
    <p:sldId id="426" r:id="rId126"/>
    <p:sldId id="427" r:id="rId127"/>
    <p:sldId id="430" r:id="rId128"/>
    <p:sldId id="281" r:id="rId129"/>
  </p:sldIdLst>
  <p:sldSz cx="2328863" cy="5572125"/>
  <p:notesSz cx="6858000" cy="9144000"/>
  <p:embeddedFontLst>
    <p:embeddedFont>
      <p:font typeface="맑은 고딕" panose="020B0503020000020004" pitchFamily="34" charset="-127"/>
      <p:regular r:id="rId131"/>
      <p:bold r:id="rId132"/>
    </p:embeddedFont>
    <p:embeddedFont>
      <p:font typeface="Cambria Math" panose="02040503050406030204" pitchFamily="18" charset="0"/>
      <p:regular r:id="rId133"/>
    </p:embeddedFont>
    <p:embeddedFont>
      <p:font typeface="Century Gothic" panose="020B0502020202020204" pitchFamily="34" charset="0"/>
      <p:regular r:id="rId134"/>
      <p:bold r:id="rId135"/>
      <p:italic r:id="rId136"/>
      <p:boldItalic r:id="rId137"/>
    </p:embeddedFont>
    <p:embeddedFont>
      <p:font typeface="Helvetica Neue" panose="02000503000000020004" pitchFamily="2" charset="0"/>
      <p:regular r:id="rId138"/>
      <p:bold r:id="rId139"/>
      <p:italic r:id="rId140"/>
      <p:boldItalic r:id="rId141"/>
    </p:embeddedFont>
    <p:embeddedFont>
      <p:font typeface="Lato" panose="020F0502020204030203" pitchFamily="34" charset="0"/>
      <p:regular r:id="rId142"/>
      <p:bold r:id="rId143"/>
      <p:italic r:id="rId144"/>
      <p:boldItalic r:id="rId14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252" d="100"/>
          <a:sy n="252" d="100"/>
        </p:scale>
        <p:origin x="2080" y="20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4.fntdata"/><Relationship Id="rId139" Type="http://schemas.openxmlformats.org/officeDocument/2006/relationships/font" Target="fonts/font9.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0.fntdata"/><Relationship Id="rId14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openxmlformats.org/officeDocument/2006/relationships/font" Target="fonts/font5.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fntdata"/><Relationship Id="rId136" Type="http://schemas.openxmlformats.org/officeDocument/2006/relationships/font" Target="fonts/font6.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2.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3.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4.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slide" Target="slide117.xml"/><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7.xml"/></Relationships>
</file>

<file path=ppt/slides/_rels/slide1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a:t>
            </a:r>
            <a:r>
              <a:rPr lang="en-US" sz="1100" b="1">
                <a:solidFill>
                  <a:srgbClr val="92D050"/>
                </a:solidFill>
                <a:latin typeface="Calibri"/>
                <a:ea typeface="Calibri"/>
                <a:cs typeface="Calibri"/>
                <a:sym typeface="Calibri"/>
              </a:rPr>
              <a:t>26.1.21</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92692</TotalTime>
  <Words>29638</Words>
  <Application>Microsoft Macintosh PowerPoint</Application>
  <PresentationFormat>사용자 지정</PresentationFormat>
  <Paragraphs>7233</Paragraphs>
  <Slides>128</Slides>
  <Notes>114</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128</vt:i4>
      </vt:variant>
    </vt:vector>
  </HeadingPairs>
  <TitlesOfParts>
    <vt:vector size="138" baseType="lpstr">
      <vt:lpstr>Lato</vt:lpstr>
      <vt:lpstr>Helvetica Neue</vt:lpstr>
      <vt:lpstr>Century Gothic</vt:lpstr>
      <vt:lpstr>Calibri</vt:lpstr>
      <vt:lpstr>Cambria Math</vt:lpstr>
      <vt:lpstr>Britannic Bold</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624</cp:revision>
  <dcterms:created xsi:type="dcterms:W3CDTF">2022-05-17T08:00:10Z</dcterms:created>
  <dcterms:modified xsi:type="dcterms:W3CDTF">2026-01-21T12:37:54Z</dcterms:modified>
</cp:coreProperties>
</file>