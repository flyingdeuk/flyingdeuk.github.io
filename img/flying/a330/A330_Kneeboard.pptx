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7"/>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52" r:id="rId47"/>
    <p:sldId id="453" r:id="rId48"/>
    <p:sldId id="436" r:id="rId49"/>
    <p:sldId id="376" r:id="rId50"/>
    <p:sldId id="434" r:id="rId51"/>
    <p:sldId id="437" r:id="rId52"/>
    <p:sldId id="439" r:id="rId53"/>
    <p:sldId id="438" r:id="rId54"/>
    <p:sldId id="444" r:id="rId55"/>
    <p:sldId id="445" r:id="rId56"/>
    <p:sldId id="446" r:id="rId57"/>
    <p:sldId id="422" r:id="rId58"/>
    <p:sldId id="385" r:id="rId59"/>
    <p:sldId id="365" r:id="rId60"/>
    <p:sldId id="366" r:id="rId61"/>
    <p:sldId id="423" r:id="rId62"/>
    <p:sldId id="384" r:id="rId63"/>
    <p:sldId id="283" r:id="rId64"/>
    <p:sldId id="286" r:id="rId65"/>
    <p:sldId id="428" r:id="rId66"/>
    <p:sldId id="288" r:id="rId67"/>
    <p:sldId id="289" r:id="rId68"/>
    <p:sldId id="290" r:id="rId69"/>
    <p:sldId id="424" r:id="rId70"/>
    <p:sldId id="302" r:id="rId71"/>
    <p:sldId id="303" r:id="rId72"/>
    <p:sldId id="426" r:id="rId73"/>
    <p:sldId id="427" r:id="rId74"/>
    <p:sldId id="430" r:id="rId75"/>
    <p:sldId id="281" r:id="rId76"/>
  </p:sldIdLst>
  <p:sldSz cx="2328863" cy="5572125"/>
  <p:notesSz cx="6858000" cy="9144000"/>
  <p:embeddedFontLst>
    <p:embeddedFont>
      <p:font typeface="맑은 고딕" panose="020B0503020000020004" pitchFamily="34" charset="-127"/>
      <p:regular r:id="rId78"/>
      <p:bold r:id="rId79"/>
    </p:embeddedFont>
    <p:embeddedFont>
      <p:font typeface="Cambria Math" panose="02040503050406030204" pitchFamily="18" charset="0"/>
      <p:regular r:id="rId80"/>
    </p:embeddedFont>
    <p:embeddedFont>
      <p:font typeface="Century Gothic" panose="020B0502020202020204" pitchFamily="34" charset="0"/>
      <p:regular r:id="rId81"/>
      <p:bold r:id="rId82"/>
      <p:italic r:id="rId83"/>
      <p:boldItalic r:id="rId84"/>
    </p:embeddedFont>
    <p:embeddedFont>
      <p:font typeface="Helvetica Neue" panose="02000503000000020004" pitchFamily="2" charset="0"/>
      <p:regular r:id="rId85"/>
      <p:bold r:id="rId86"/>
      <p:italic r:id="rId87"/>
      <p:boldItalic r:id="rId88"/>
    </p:embeddedFont>
    <p:embeddedFont>
      <p:font typeface="Lato" panose="020F0502020204030203" pitchFamily="34" charset="0"/>
      <p:regular r:id="rId89"/>
      <p:bold r:id="rId90"/>
      <p:italic r:id="rId91"/>
      <p:boldItalic r:id="rId9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5"/>
    <p:restoredTop sz="96966"/>
  </p:normalViewPr>
  <p:slideViewPr>
    <p:cSldViewPr snapToGrid="0" showGuides="1">
      <p:cViewPr>
        <p:scale>
          <a:sx n="340" d="100"/>
          <a:sy n="340" d="100"/>
        </p:scale>
        <p:origin x="4064" y="-348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3.fntdata"/><Relationship Id="rId85"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font" Target="fonts/font11.fntdata"/><Relationship Id="rId91"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5.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0.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2.xml"/><Relationship Id="rId1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9.xml"/><Relationship Id="rId17" Type="http://schemas.openxmlformats.org/officeDocument/2006/relationships/slide" Target="slide72.xml"/><Relationship Id="rId2" Type="http://schemas.openxmlformats.org/officeDocument/2006/relationships/notesSlide" Target="../notesSlides/notesSlide1.xml"/><Relationship Id="rId16" Type="http://schemas.openxmlformats.org/officeDocument/2006/relationships/slide" Target="slide68.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8.xml"/><Relationship Id="rId5" Type="http://schemas.openxmlformats.org/officeDocument/2006/relationships/slide" Target="slide7.xml"/><Relationship Id="rId15" Type="http://schemas.openxmlformats.org/officeDocument/2006/relationships/slide" Target="slide66.xml"/><Relationship Id="rId10" Type="http://schemas.openxmlformats.org/officeDocument/2006/relationships/slide" Target="slide57.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4.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12" Type="http://schemas.openxmlformats.org/officeDocument/2006/relationships/slide" Target="slide47.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6.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6.xml"/><Relationship Id="rId3" Type="http://schemas.openxmlformats.org/officeDocument/2006/relationships/slide" Target="slide48.xml"/><Relationship Id="rId7" Type="http://schemas.openxmlformats.org/officeDocument/2006/relationships/slide" Target="slide54.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3.xml"/><Relationship Id="rId5" Type="http://schemas.openxmlformats.org/officeDocument/2006/relationships/slide" Target="slide51.xml"/><Relationship Id="rId4" Type="http://schemas.openxmlformats.org/officeDocument/2006/relationships/slide" Target="slide50.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0.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0.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0.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64.xml"/></Relationships>
</file>

<file path=ppt/slides/_rels/slide6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2.jpeg"/><Relationship Id="rId5" Type="http://schemas.openxmlformats.org/officeDocument/2006/relationships/image" Target="../media/image21.jpeg"/><Relationship Id="rId4" Type="http://schemas.openxmlformats.org/officeDocument/2006/relationships/slide" Target="slide2.xml"/></Relationships>
</file>

<file path=ppt/slides/_rels/slide7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25.4.1</a:t>
            </a:r>
            <a:r>
              <a:rPr lang="en-US" altLang="ko-KR" sz="1100" b="1" dirty="0">
                <a:solidFill>
                  <a:srgbClr val="0070C0"/>
                </a:solidFill>
                <a:latin typeface="Calibri"/>
                <a:ea typeface="Calibri"/>
                <a:cs typeface="Calibri"/>
                <a:sym typeface="Calibri"/>
              </a:rPr>
              <a:t>5</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62115</TotalTime>
  <Words>16611</Words>
  <Application>Microsoft Macintosh PowerPoint</Application>
  <PresentationFormat>사용자 지정</PresentationFormat>
  <Paragraphs>3657</Paragraphs>
  <Slides>75</Slides>
  <Notes>73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75</vt:i4>
      </vt:variant>
    </vt:vector>
  </HeadingPairs>
  <TitlesOfParts>
    <vt:vector size="85" baseType="lpstr">
      <vt:lpstr>Lato</vt:lpstr>
      <vt:lpstr>Century Gothic</vt:lpstr>
      <vt:lpstr>Calibri</vt:lpstr>
      <vt:lpstr>Cambria Math</vt:lpstr>
      <vt:lpstr>Britannic Bold</vt:lpstr>
      <vt:lpstr>맑은 고딕</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492</cp:revision>
  <dcterms:created xsi:type="dcterms:W3CDTF">2022-05-17T08:00:10Z</dcterms:created>
  <dcterms:modified xsi:type="dcterms:W3CDTF">2025-04-21T09:02:47Z</dcterms:modified>
</cp:coreProperties>
</file>